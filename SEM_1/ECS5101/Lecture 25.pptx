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8" r:id="rId1"/>
  </p:sldMasterIdLst>
  <p:notesMasterIdLst>
    <p:notesMasterId r:id="rId34"/>
  </p:notesMasterIdLst>
  <p:sldIdLst>
    <p:sldId id="405" r:id="rId2"/>
    <p:sldId id="593" r:id="rId3"/>
    <p:sldId id="594" r:id="rId4"/>
    <p:sldId id="595" r:id="rId5"/>
    <p:sldId id="596" r:id="rId6"/>
    <p:sldId id="597" r:id="rId7"/>
    <p:sldId id="598" r:id="rId8"/>
    <p:sldId id="599" r:id="rId9"/>
    <p:sldId id="600" r:id="rId10"/>
    <p:sldId id="602" r:id="rId11"/>
    <p:sldId id="603" r:id="rId12"/>
    <p:sldId id="604" r:id="rId13"/>
    <p:sldId id="634" r:id="rId14"/>
    <p:sldId id="635" r:id="rId15"/>
    <p:sldId id="636" r:id="rId16"/>
    <p:sldId id="637" r:id="rId17"/>
    <p:sldId id="638" r:id="rId18"/>
    <p:sldId id="639" r:id="rId19"/>
    <p:sldId id="640" r:id="rId20"/>
    <p:sldId id="641" r:id="rId21"/>
    <p:sldId id="642" r:id="rId22"/>
    <p:sldId id="643" r:id="rId23"/>
    <p:sldId id="644" r:id="rId24"/>
    <p:sldId id="645" r:id="rId25"/>
    <p:sldId id="646" r:id="rId26"/>
    <p:sldId id="647" r:id="rId27"/>
    <p:sldId id="648" r:id="rId28"/>
    <p:sldId id="649" r:id="rId29"/>
    <p:sldId id="650" r:id="rId30"/>
    <p:sldId id="651" r:id="rId31"/>
    <p:sldId id="652" r:id="rId32"/>
    <p:sldId id="653" r:id="rId33"/>
  </p:sldIdLst>
  <p:sldSz cx="12192000" cy="6858000"/>
  <p:notesSz cx="6858000" cy="9144000"/>
  <p:embeddedFontLst>
    <p:embeddedFont>
      <p:font typeface="Comic Sans MS" panose="030F0702030302020204" pitchFamily="66" charset="0"/>
      <p:regular r:id="rId35"/>
      <p:bold r:id="rId36"/>
      <p:italic r:id="rId37"/>
      <p:boldItalic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02" roundtripDataSignature="AMtx7mg1RiiH1V00hBFey73LGlFy9jFHeQ=="/>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C454E8-4EEE-46A6-A331-B40BB5F94F9C}" v="1" dt="2025-11-16T03:36:10.814"/>
  </p1510:revLst>
</p1510:revInfo>
</file>

<file path=ppt/tableStyles.xml><?xml version="1.0" encoding="utf-8"?>
<a:tblStyleLst xmlns:a="http://schemas.openxmlformats.org/drawingml/2006/main" def="{6D93F2BA-12AC-4E3E-8EDC-AAE0573C1F7D}">
  <a:tblStyle styleId="{6D93F2BA-12AC-4E3E-8EDC-AAE0573C1F7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5" autoAdjust="0"/>
    <p:restoredTop sz="94660"/>
  </p:normalViewPr>
  <p:slideViewPr>
    <p:cSldViewPr snapToGrid="0">
      <p:cViewPr varScale="1">
        <p:scale>
          <a:sx n="69" d="100"/>
          <a:sy n="69" d="100"/>
        </p:scale>
        <p:origin x="66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104"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10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10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103" Type="http://schemas.openxmlformats.org/officeDocument/2006/relationships/presProps" Target="presProps.xml"/><Relationship Id="rId108" Type="http://schemas.microsoft.com/office/2015/10/relationships/revisionInfo" Target="revisionInfo.xml"/><Relationship Id="rId20" Type="http://schemas.openxmlformats.org/officeDocument/2006/relationships/slide" Target="slides/slide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hul Mishra" userId="57c6469e-ac64-4888-811b-35f0aabddbad" providerId="ADAL" clId="{2587B58E-4F3B-47AB-B3EB-62407C9160B0}"/>
    <pc:docChg chg="custSel modSld">
      <pc:chgData name="Rahul Mishra" userId="57c6469e-ac64-4888-811b-35f0aabddbad" providerId="ADAL" clId="{2587B58E-4F3B-47AB-B3EB-62407C9160B0}" dt="2025-11-16T03:36:11.232" v="28" actId="27636"/>
      <pc:docMkLst>
        <pc:docMk/>
      </pc:docMkLst>
      <pc:sldChg chg="addSp">
        <pc:chgData name="Rahul Mishra" userId="57c6469e-ac64-4888-811b-35f0aabddbad" providerId="ADAL" clId="{2587B58E-4F3B-47AB-B3EB-62407C9160B0}" dt="2025-11-16T03:36:10.812" v="21"/>
        <pc:sldMkLst>
          <pc:docMk/>
          <pc:sldMk cId="545609971" sldId="405"/>
        </pc:sldMkLst>
        <pc:inkChg chg="add">
          <ac:chgData name="Rahul Mishra" userId="57c6469e-ac64-4888-811b-35f0aabddbad" providerId="ADAL" clId="{2587B58E-4F3B-47AB-B3EB-62407C9160B0}" dt="2025-11-16T03:36:10.812" v="21"/>
          <ac:inkMkLst>
            <pc:docMk/>
            <pc:sldMk cId="545609971" sldId="405"/>
            <ac:inkMk id="4" creationId="{783B52EB-BEA5-106F-31CE-D0CB00CD2C3F}"/>
          </ac:inkMkLst>
        </pc:inkChg>
      </pc:sldChg>
      <pc:sldChg chg="addSp">
        <pc:chgData name="Rahul Mishra" userId="57c6469e-ac64-4888-811b-35f0aabddbad" providerId="ADAL" clId="{2587B58E-4F3B-47AB-B3EB-62407C9160B0}" dt="2025-11-16T03:36:10.812" v="21"/>
        <pc:sldMkLst>
          <pc:docMk/>
          <pc:sldMk cId="182192095" sldId="595"/>
        </pc:sldMkLst>
        <pc:inkChg chg="add">
          <ac:chgData name="Rahul Mishra" userId="57c6469e-ac64-4888-811b-35f0aabddbad" providerId="ADAL" clId="{2587B58E-4F3B-47AB-B3EB-62407C9160B0}" dt="2025-11-16T03:36:10.812" v="21"/>
          <ac:inkMkLst>
            <pc:docMk/>
            <pc:sldMk cId="182192095" sldId="595"/>
            <ac:inkMk id="3" creationId="{92158FE0-39F7-DD55-F378-6C544D078DFB}"/>
          </ac:inkMkLst>
        </pc:inkChg>
      </pc:sldChg>
      <pc:sldChg chg="delSp mod">
        <pc:chgData name="Rahul Mishra" userId="57c6469e-ac64-4888-811b-35f0aabddbad" providerId="ADAL" clId="{2587B58E-4F3B-47AB-B3EB-62407C9160B0}" dt="2025-11-14T17:37:53.776" v="0" actId="478"/>
        <pc:sldMkLst>
          <pc:docMk/>
          <pc:sldMk cId="340816392" sldId="602"/>
        </pc:sldMkLst>
      </pc:sldChg>
      <pc:sldChg chg="delSp mod">
        <pc:chgData name="Rahul Mishra" userId="57c6469e-ac64-4888-811b-35f0aabddbad" providerId="ADAL" clId="{2587B58E-4F3B-47AB-B3EB-62407C9160B0}" dt="2025-11-14T17:38:02.609" v="2" actId="478"/>
        <pc:sldMkLst>
          <pc:docMk/>
          <pc:sldMk cId="3478895800" sldId="603"/>
        </pc:sldMkLst>
      </pc:sldChg>
      <pc:sldChg chg="addSp delSp mod">
        <pc:chgData name="Rahul Mishra" userId="57c6469e-ac64-4888-811b-35f0aabddbad" providerId="ADAL" clId="{2587B58E-4F3B-47AB-B3EB-62407C9160B0}" dt="2025-11-16T03:36:10.812" v="21"/>
        <pc:sldMkLst>
          <pc:docMk/>
          <pc:sldMk cId="797929505" sldId="604"/>
        </pc:sldMkLst>
        <pc:inkChg chg="add">
          <ac:chgData name="Rahul Mishra" userId="57c6469e-ac64-4888-811b-35f0aabddbad" providerId="ADAL" clId="{2587B58E-4F3B-47AB-B3EB-62407C9160B0}" dt="2025-11-16T03:36:10.812" v="21"/>
          <ac:inkMkLst>
            <pc:docMk/>
            <pc:sldMk cId="797929505" sldId="604"/>
            <ac:inkMk id="4" creationId="{48534ED2-02E2-4CD7-34AC-0D1E40CDB770}"/>
          </ac:inkMkLst>
        </pc:inkChg>
      </pc:sldChg>
      <pc:sldChg chg="addSp delSp modSp mod">
        <pc:chgData name="Rahul Mishra" userId="57c6469e-ac64-4888-811b-35f0aabddbad" providerId="ADAL" clId="{2587B58E-4F3B-47AB-B3EB-62407C9160B0}" dt="2025-11-16T03:36:11.169" v="23" actId="27636"/>
        <pc:sldMkLst>
          <pc:docMk/>
          <pc:sldMk cId="1694444489" sldId="634"/>
        </pc:sldMkLst>
        <pc:spChg chg="mod">
          <ac:chgData name="Rahul Mishra" userId="57c6469e-ac64-4888-811b-35f0aabddbad" providerId="ADAL" clId="{2587B58E-4F3B-47AB-B3EB-62407C9160B0}" dt="2025-11-16T03:36:11.169" v="23" actId="27636"/>
          <ac:spMkLst>
            <pc:docMk/>
            <pc:sldMk cId="1694444489" sldId="634"/>
            <ac:spMk id="3" creationId="{00000000-0000-0000-0000-000000000000}"/>
          </ac:spMkLst>
        </pc:spChg>
        <pc:inkChg chg="add">
          <ac:chgData name="Rahul Mishra" userId="57c6469e-ac64-4888-811b-35f0aabddbad" providerId="ADAL" clId="{2587B58E-4F3B-47AB-B3EB-62407C9160B0}" dt="2025-11-16T03:36:10.812" v="21"/>
          <ac:inkMkLst>
            <pc:docMk/>
            <pc:sldMk cId="1694444489" sldId="634"/>
            <ac:inkMk id="5" creationId="{CA7BA344-8C17-17E1-79A4-CC48A8BDE63C}"/>
          </ac:inkMkLst>
        </pc:inkChg>
      </pc:sldChg>
      <pc:sldChg chg="addSp delSp mod">
        <pc:chgData name="Rahul Mishra" userId="57c6469e-ac64-4888-811b-35f0aabddbad" providerId="ADAL" clId="{2587B58E-4F3B-47AB-B3EB-62407C9160B0}" dt="2025-11-16T03:36:10.812" v="21"/>
        <pc:sldMkLst>
          <pc:docMk/>
          <pc:sldMk cId="4157578226" sldId="635"/>
        </pc:sldMkLst>
        <pc:inkChg chg="add">
          <ac:chgData name="Rahul Mishra" userId="57c6469e-ac64-4888-811b-35f0aabddbad" providerId="ADAL" clId="{2587B58E-4F3B-47AB-B3EB-62407C9160B0}" dt="2025-11-16T03:36:10.812" v="21"/>
          <ac:inkMkLst>
            <pc:docMk/>
            <pc:sldMk cId="4157578226" sldId="635"/>
            <ac:inkMk id="5" creationId="{04CB1D36-BAED-4645-6D2B-CCB90F6A37A8}"/>
          </ac:inkMkLst>
        </pc:inkChg>
      </pc:sldChg>
      <pc:sldChg chg="addSp delSp mod">
        <pc:chgData name="Rahul Mishra" userId="57c6469e-ac64-4888-811b-35f0aabddbad" providerId="ADAL" clId="{2587B58E-4F3B-47AB-B3EB-62407C9160B0}" dt="2025-11-16T03:36:10.812" v="21"/>
        <pc:sldMkLst>
          <pc:docMk/>
          <pc:sldMk cId="2335283285" sldId="636"/>
        </pc:sldMkLst>
        <pc:inkChg chg="add">
          <ac:chgData name="Rahul Mishra" userId="57c6469e-ac64-4888-811b-35f0aabddbad" providerId="ADAL" clId="{2587B58E-4F3B-47AB-B3EB-62407C9160B0}" dt="2025-11-16T03:36:10.812" v="21"/>
          <ac:inkMkLst>
            <pc:docMk/>
            <pc:sldMk cId="2335283285" sldId="636"/>
            <ac:inkMk id="8" creationId="{FFF1157A-5177-9EAF-4F2F-6DF2C2BFD268}"/>
          </ac:inkMkLst>
        </pc:inkChg>
      </pc:sldChg>
      <pc:sldChg chg="addSp delSp mod">
        <pc:chgData name="Rahul Mishra" userId="57c6469e-ac64-4888-811b-35f0aabddbad" providerId="ADAL" clId="{2587B58E-4F3B-47AB-B3EB-62407C9160B0}" dt="2025-11-16T03:36:10.812" v="21"/>
        <pc:sldMkLst>
          <pc:docMk/>
          <pc:sldMk cId="1720207576" sldId="637"/>
        </pc:sldMkLst>
        <pc:inkChg chg="add">
          <ac:chgData name="Rahul Mishra" userId="57c6469e-ac64-4888-811b-35f0aabddbad" providerId="ADAL" clId="{2587B58E-4F3B-47AB-B3EB-62407C9160B0}" dt="2025-11-16T03:36:10.812" v="21"/>
          <ac:inkMkLst>
            <pc:docMk/>
            <pc:sldMk cId="1720207576" sldId="637"/>
            <ac:inkMk id="7" creationId="{A72413A5-FAB9-1C7B-1F85-920C1D873437}"/>
          </ac:inkMkLst>
        </pc:inkChg>
      </pc:sldChg>
      <pc:sldChg chg="addSp delSp modSp mod">
        <pc:chgData name="Rahul Mishra" userId="57c6469e-ac64-4888-811b-35f0aabddbad" providerId="ADAL" clId="{2587B58E-4F3B-47AB-B3EB-62407C9160B0}" dt="2025-11-16T03:36:11.183" v="24" actId="27636"/>
        <pc:sldMkLst>
          <pc:docMk/>
          <pc:sldMk cId="1526771913" sldId="638"/>
        </pc:sldMkLst>
        <pc:spChg chg="mod">
          <ac:chgData name="Rahul Mishra" userId="57c6469e-ac64-4888-811b-35f0aabddbad" providerId="ADAL" clId="{2587B58E-4F3B-47AB-B3EB-62407C9160B0}" dt="2025-11-16T03:36:11.183" v="24" actId="27636"/>
          <ac:spMkLst>
            <pc:docMk/>
            <pc:sldMk cId="1526771913" sldId="638"/>
            <ac:spMk id="3" creationId="{00000000-0000-0000-0000-000000000000}"/>
          </ac:spMkLst>
        </pc:spChg>
        <pc:inkChg chg="add">
          <ac:chgData name="Rahul Mishra" userId="57c6469e-ac64-4888-811b-35f0aabddbad" providerId="ADAL" clId="{2587B58E-4F3B-47AB-B3EB-62407C9160B0}" dt="2025-11-16T03:36:10.812" v="21"/>
          <ac:inkMkLst>
            <pc:docMk/>
            <pc:sldMk cId="1526771913" sldId="638"/>
            <ac:inkMk id="5" creationId="{E7F715A3-465C-0222-B860-2DF14A7F02D5}"/>
          </ac:inkMkLst>
        </pc:inkChg>
      </pc:sldChg>
      <pc:sldChg chg="delSp modSp mod">
        <pc:chgData name="Rahul Mishra" userId="57c6469e-ac64-4888-811b-35f0aabddbad" providerId="ADAL" clId="{2587B58E-4F3B-47AB-B3EB-62407C9160B0}" dt="2025-11-16T03:36:11.191" v="25" actId="27636"/>
        <pc:sldMkLst>
          <pc:docMk/>
          <pc:sldMk cId="1952552678" sldId="639"/>
        </pc:sldMkLst>
        <pc:spChg chg="mod">
          <ac:chgData name="Rahul Mishra" userId="57c6469e-ac64-4888-811b-35f0aabddbad" providerId="ADAL" clId="{2587B58E-4F3B-47AB-B3EB-62407C9160B0}" dt="2025-11-16T03:36:11.191" v="25" actId="27636"/>
          <ac:spMkLst>
            <pc:docMk/>
            <pc:sldMk cId="1952552678" sldId="639"/>
            <ac:spMk id="3" creationId="{00000000-0000-0000-0000-000000000000}"/>
          </ac:spMkLst>
        </pc:spChg>
      </pc:sldChg>
      <pc:sldChg chg="delSp mod">
        <pc:chgData name="Rahul Mishra" userId="57c6469e-ac64-4888-811b-35f0aabddbad" providerId="ADAL" clId="{2587B58E-4F3B-47AB-B3EB-62407C9160B0}" dt="2025-11-14T17:38:50.817" v="15" actId="478"/>
        <pc:sldMkLst>
          <pc:docMk/>
          <pc:sldMk cId="3175692684" sldId="641"/>
        </pc:sldMkLst>
      </pc:sldChg>
      <pc:sldChg chg="addSp">
        <pc:chgData name="Rahul Mishra" userId="57c6469e-ac64-4888-811b-35f0aabddbad" providerId="ADAL" clId="{2587B58E-4F3B-47AB-B3EB-62407C9160B0}" dt="2025-11-16T03:36:10.812" v="21"/>
        <pc:sldMkLst>
          <pc:docMk/>
          <pc:sldMk cId="756938468" sldId="643"/>
        </pc:sldMkLst>
        <pc:inkChg chg="add">
          <ac:chgData name="Rahul Mishra" userId="57c6469e-ac64-4888-811b-35f0aabddbad" providerId="ADAL" clId="{2587B58E-4F3B-47AB-B3EB-62407C9160B0}" dt="2025-11-16T03:36:10.812" v="21"/>
          <ac:inkMkLst>
            <pc:docMk/>
            <pc:sldMk cId="756938468" sldId="643"/>
            <ac:inkMk id="3" creationId="{E5F918B4-C9C1-E841-AE9D-46E0E0A63317}"/>
          </ac:inkMkLst>
        </pc:inkChg>
      </pc:sldChg>
      <pc:sldChg chg="addSp delSp mod">
        <pc:chgData name="Rahul Mishra" userId="57c6469e-ac64-4888-811b-35f0aabddbad" providerId="ADAL" clId="{2587B58E-4F3B-47AB-B3EB-62407C9160B0}" dt="2025-11-16T03:36:10.812" v="21"/>
        <pc:sldMkLst>
          <pc:docMk/>
          <pc:sldMk cId="3834890058" sldId="644"/>
        </pc:sldMkLst>
        <pc:inkChg chg="add">
          <ac:chgData name="Rahul Mishra" userId="57c6469e-ac64-4888-811b-35f0aabddbad" providerId="ADAL" clId="{2587B58E-4F3B-47AB-B3EB-62407C9160B0}" dt="2025-11-16T03:36:10.812" v="21"/>
          <ac:inkMkLst>
            <pc:docMk/>
            <pc:sldMk cId="3834890058" sldId="644"/>
            <ac:inkMk id="5" creationId="{6B81CD03-B709-FD0C-B81B-CD7374D69AF8}"/>
          </ac:inkMkLst>
        </pc:inkChg>
      </pc:sldChg>
      <pc:sldChg chg="addSp delSp mod">
        <pc:chgData name="Rahul Mishra" userId="57c6469e-ac64-4888-811b-35f0aabddbad" providerId="ADAL" clId="{2587B58E-4F3B-47AB-B3EB-62407C9160B0}" dt="2025-11-16T03:36:10.812" v="21"/>
        <pc:sldMkLst>
          <pc:docMk/>
          <pc:sldMk cId="4094924907" sldId="645"/>
        </pc:sldMkLst>
        <pc:inkChg chg="add">
          <ac:chgData name="Rahul Mishra" userId="57c6469e-ac64-4888-811b-35f0aabddbad" providerId="ADAL" clId="{2587B58E-4F3B-47AB-B3EB-62407C9160B0}" dt="2025-11-16T03:36:10.812" v="21"/>
          <ac:inkMkLst>
            <pc:docMk/>
            <pc:sldMk cId="4094924907" sldId="645"/>
            <ac:inkMk id="4" creationId="{EAD3D37A-0EA2-311A-7375-3A0286F41FE7}"/>
          </ac:inkMkLst>
        </pc:inkChg>
      </pc:sldChg>
      <pc:sldChg chg="delSp mod">
        <pc:chgData name="Rahul Mishra" userId="57c6469e-ac64-4888-811b-35f0aabddbad" providerId="ADAL" clId="{2587B58E-4F3B-47AB-B3EB-62407C9160B0}" dt="2025-11-14T17:39:02.246" v="18" actId="478"/>
        <pc:sldMkLst>
          <pc:docMk/>
          <pc:sldMk cId="2150308504" sldId="646"/>
        </pc:sldMkLst>
      </pc:sldChg>
      <pc:sldChg chg="addSp delSp mod">
        <pc:chgData name="Rahul Mishra" userId="57c6469e-ac64-4888-811b-35f0aabddbad" providerId="ADAL" clId="{2587B58E-4F3B-47AB-B3EB-62407C9160B0}" dt="2025-11-16T03:36:10.812" v="21"/>
        <pc:sldMkLst>
          <pc:docMk/>
          <pc:sldMk cId="2777814612" sldId="647"/>
        </pc:sldMkLst>
        <pc:inkChg chg="add">
          <ac:chgData name="Rahul Mishra" userId="57c6469e-ac64-4888-811b-35f0aabddbad" providerId="ADAL" clId="{2587B58E-4F3B-47AB-B3EB-62407C9160B0}" dt="2025-11-16T03:36:10.812" v="21"/>
          <ac:inkMkLst>
            <pc:docMk/>
            <pc:sldMk cId="2777814612" sldId="647"/>
            <ac:inkMk id="5" creationId="{7EB76D10-D9F6-8AB8-3671-453F53509830}"/>
          </ac:inkMkLst>
        </pc:inkChg>
      </pc:sldChg>
      <pc:sldChg chg="addSp">
        <pc:chgData name="Rahul Mishra" userId="57c6469e-ac64-4888-811b-35f0aabddbad" providerId="ADAL" clId="{2587B58E-4F3B-47AB-B3EB-62407C9160B0}" dt="2025-11-16T03:36:10.812" v="21"/>
        <pc:sldMkLst>
          <pc:docMk/>
          <pc:sldMk cId="188026257" sldId="648"/>
        </pc:sldMkLst>
        <pc:inkChg chg="add">
          <ac:chgData name="Rahul Mishra" userId="57c6469e-ac64-4888-811b-35f0aabddbad" providerId="ADAL" clId="{2587B58E-4F3B-47AB-B3EB-62407C9160B0}" dt="2025-11-16T03:36:10.812" v="21"/>
          <ac:inkMkLst>
            <pc:docMk/>
            <pc:sldMk cId="188026257" sldId="648"/>
            <ac:inkMk id="2" creationId="{EFD1D745-FA89-5792-39F8-8B219DE3D691}"/>
          </ac:inkMkLst>
        </pc:inkChg>
      </pc:sldChg>
      <pc:sldChg chg="addSp modSp mod">
        <pc:chgData name="Rahul Mishra" userId="57c6469e-ac64-4888-811b-35f0aabddbad" providerId="ADAL" clId="{2587B58E-4F3B-47AB-B3EB-62407C9160B0}" dt="2025-11-16T03:36:11.200" v="26" actId="27636"/>
        <pc:sldMkLst>
          <pc:docMk/>
          <pc:sldMk cId="2123906958" sldId="649"/>
        </pc:sldMkLst>
        <pc:spChg chg="mod">
          <ac:chgData name="Rahul Mishra" userId="57c6469e-ac64-4888-811b-35f0aabddbad" providerId="ADAL" clId="{2587B58E-4F3B-47AB-B3EB-62407C9160B0}" dt="2025-11-16T03:36:11.200" v="26" actId="27636"/>
          <ac:spMkLst>
            <pc:docMk/>
            <pc:sldMk cId="2123906958" sldId="649"/>
            <ac:spMk id="68611" creationId="{00000000-0000-0000-0000-000000000000}"/>
          </ac:spMkLst>
        </pc:spChg>
        <pc:inkChg chg="add">
          <ac:chgData name="Rahul Mishra" userId="57c6469e-ac64-4888-811b-35f0aabddbad" providerId="ADAL" clId="{2587B58E-4F3B-47AB-B3EB-62407C9160B0}" dt="2025-11-16T03:36:10.812" v="21"/>
          <ac:inkMkLst>
            <pc:docMk/>
            <pc:sldMk cId="2123906958" sldId="649"/>
            <ac:inkMk id="2" creationId="{469EEFF9-77FF-51D3-17C0-935931C430F5}"/>
          </ac:inkMkLst>
        </pc:inkChg>
      </pc:sldChg>
      <pc:sldChg chg="addSp delSp modSp mod">
        <pc:chgData name="Rahul Mishra" userId="57c6469e-ac64-4888-811b-35f0aabddbad" providerId="ADAL" clId="{2587B58E-4F3B-47AB-B3EB-62407C9160B0}" dt="2025-11-16T03:36:11.216" v="27" actId="27636"/>
        <pc:sldMkLst>
          <pc:docMk/>
          <pc:sldMk cId="3506864971" sldId="650"/>
        </pc:sldMkLst>
        <pc:spChg chg="mod">
          <ac:chgData name="Rahul Mishra" userId="57c6469e-ac64-4888-811b-35f0aabddbad" providerId="ADAL" clId="{2587B58E-4F3B-47AB-B3EB-62407C9160B0}" dt="2025-11-16T03:36:11.216" v="27" actId="27636"/>
          <ac:spMkLst>
            <pc:docMk/>
            <pc:sldMk cId="3506864971" sldId="650"/>
            <ac:spMk id="87043" creationId="{00000000-0000-0000-0000-000000000000}"/>
          </ac:spMkLst>
        </pc:spChg>
        <pc:inkChg chg="add">
          <ac:chgData name="Rahul Mishra" userId="57c6469e-ac64-4888-811b-35f0aabddbad" providerId="ADAL" clId="{2587B58E-4F3B-47AB-B3EB-62407C9160B0}" dt="2025-11-16T03:36:10.812" v="21"/>
          <ac:inkMkLst>
            <pc:docMk/>
            <pc:sldMk cId="3506864971" sldId="650"/>
            <ac:inkMk id="3" creationId="{1CF4FFC6-7587-C5C4-4E79-576506C27824}"/>
          </ac:inkMkLst>
        </pc:inkChg>
      </pc:sldChg>
      <pc:sldChg chg="modSp mod">
        <pc:chgData name="Rahul Mishra" userId="57c6469e-ac64-4888-811b-35f0aabddbad" providerId="ADAL" clId="{2587B58E-4F3B-47AB-B3EB-62407C9160B0}" dt="2025-11-16T03:36:11.232" v="28" actId="27636"/>
        <pc:sldMkLst>
          <pc:docMk/>
          <pc:sldMk cId="30575661" sldId="651"/>
        </pc:sldMkLst>
        <pc:spChg chg="mod">
          <ac:chgData name="Rahul Mishra" userId="57c6469e-ac64-4888-811b-35f0aabddbad" providerId="ADAL" clId="{2587B58E-4F3B-47AB-B3EB-62407C9160B0}" dt="2025-11-16T03:36:11.232" v="28" actId="27636"/>
          <ac:spMkLst>
            <pc:docMk/>
            <pc:sldMk cId="30575661" sldId="651"/>
            <ac:spMk id="84995" creationId="{00000000-0000-0000-0000-000000000000}"/>
          </ac:spMkLst>
        </pc:spChg>
      </pc:sldChg>
      <pc:sldChg chg="modSp mod">
        <pc:chgData name="Rahul Mishra" userId="57c6469e-ac64-4888-811b-35f0aabddbad" providerId="ADAL" clId="{2587B58E-4F3B-47AB-B3EB-62407C9160B0}" dt="2025-11-16T03:36:11.124" v="22" actId="27636"/>
        <pc:sldMkLst>
          <pc:docMk/>
          <pc:sldMk cId="3163042840" sldId="653"/>
        </pc:sldMkLst>
        <pc:spChg chg="mod">
          <ac:chgData name="Rahul Mishra" userId="57c6469e-ac64-4888-811b-35f0aabddbad" providerId="ADAL" clId="{2587B58E-4F3B-47AB-B3EB-62407C9160B0}" dt="2025-11-16T03:36:11.124" v="22" actId="27636"/>
          <ac:spMkLst>
            <pc:docMk/>
            <pc:sldMk cId="3163042840" sldId="653"/>
            <ac:spMk id="91139" creationId="{00000000-0000-0000-0000-000000000000}"/>
          </ac:spMkLst>
        </pc:spChg>
      </pc:sldChg>
    </pc:docChg>
  </pc:docChgLst>
</pc:chgInfo>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11-16T02:36:05.676"/>
    </inkml:context>
    <inkml:brush xml:id="br0">
      <inkml:brushProperty name="width" value="0.05292" units="cm"/>
      <inkml:brushProperty name="height" value="0.05292" units="cm"/>
      <inkml:brushProperty name="color" value="#FF0000"/>
    </inkml:brush>
  </inkml:definitions>
  <inkml:trace contextRef="#ctx0" brushRef="#br0">12788 10369 1239 0,'0'0'218'0,"0"0"-56"16,4-2-22-16,-4 2-7 0,0 0 2 0,0 0 3 16,0 0 8-16,0 0 5 0,0 0 14 15,0 0 4-15,0 0 4 0,0 0-1 0,0 0-7 16,0 0-11-16,0 0-5 15,0 0-4-15,0 0 0 0,0 0-18 0,0 0 2 16,0 0-6-16,0 0-6 0,0 0-1 16,0 0-7-16,0 0 2 0,0 0-4 0,0 0 4 15,0 0-5-15,0 0 1 0,0 0 2 16,0 0-4-16,0 0 1 0,0 0-10 0,0 0-12 16,0 0 2-16,0 0-23 0,-11-15 1 15,7 11-15-15,4 4 1 0,-16-8-6 16,7 2-5-16,-2 0-1 0,-5 2-9 15,4-1 2-15,-8 1-6 0,4-1 5 16,-4 2-12-16,-3-1-2 0,-2 2-3 0,5 2 0 16,-3 0-2-16,-4 2-3 0,0 2-1 15,-7 3-1-15,2 3-3 0,-3 4 4 0,3 3-7 16,3 2-2-16,4 5 2 0,-7 5 1 16,9-4-2-16,5 3 5 0,-2-1-7 0,4 1 1 15,4-3 1-15,2-3-4 0,7-5 5 16,-4 1-2-16,3-3 0 0,6-1-4 0,0-2-2 15,0 2 1-15,6-2 5 0,0 0 0 16,1-2-2-16,7 2 3 0,-2 0-2 16,4-3 0-16,3-1 3 0,1 1 1 15,13-1-3-15,-3 4 2 0,3-1-3 16,-1-1 5-16,0 0-4 0,2 2 2 0,-5-2 1 16,-1 4 2-16,-3 0-2 0,-6-3 2 15,-2 1 4-15,-3 0 1 0,-2-1 2 0,0 5 8 16,-3-3 3-16,-1 3 10 0,-2 1 12 15,-3-1 15-15,-1-1-1 0,-4-1 14 0,0-1 7 16,-2 3 12-16,-1-3-3 0,-8 3 3 16,2-3-1-16,-4 3-5 0,-1-3 1 0,-4-1-19 15,0-1-3-15,-3-2-7 16,3-4-6-16,-4 1-5 0,3-2-6 0,0-2-8 0,2 0-5 16,0 0 9-16,3-2-18 15,0 0-19-15,-2 0-17 0,16 0-25 0,-18 1-23 16,5-1-45-16,13 0-45 0,-14 0-45 15,14 0-68-15,0 0-71 0,-16-1-71 16,16 1-82-16,-2-6-115 0,2 6-122 0,6-14 76 16,-3 6-538-16,8 1-657 0</inkml:trace>
  <inkml:trace contextRef="#ctx0" brushRef="#br0" timeOffset="716.66">13041 10381 2981 0,'1'-6'-184'15,"-1"6"36"-15,0 0 32 0,6-6 33 0,-6 6 30 16,0 0 23-16,0 0 19 16,5-4 17-16,-5 4 12 0,0 0 9 0,0 0 4 15,0 0 7-15,0 0 11 0,6-4 7 16,-6 4 5-16,0 0 4 0,0 0-1 0,0 0-1 16,0 0 3-16,6-4 3 0,-6 4 3 15,0 0 2-15,0 0 1 0,0 0 9 0,0 0 11 16,0 0-2-16,0 0 2 0,0 0-5 15,0-7 3-15,0 7-9 0,0 0 3 16,-8-7-2-16,8 7 2 0,-9-9-4 0,3 5-4 16,-2 0-6-16,1 0-8 0,-3 1-3 15,-2-1-7-15,1 0-3 0,0 4-9 0,11 0-1 16,-23 3-8-16,9 0-4 0,0 4-5 16,1 1-3-16,-7 3-5 0,6 1 4 0,1 5-21 15,0-2 13-15,3 1-2 0,1 1-4 16,5-2 2-16,1 1-2 0,1 0-4 15,0-3 3-15,4 4-3 0,3-2 2 16,1 0-1-16,3 1-2 0,3 1 1 0,1-1 5 16,5-2-5-16,2 3 8 0,7 0 5 15,-2-3-2-15,1 3 3 0,3-4 3 0,2 0-2 16,-5 0 0-16,-1-3-3 0,-4-1-2 16,0 0 0-16,-2 1 0 0,0 0 9 15,-2 2 11-15,-2-2 18 0,-1 2 23 0,-1 2 12 16,-6-2 20-16,2 0 2 15,-6 0 17-15,-1 1-4 0,0-1 5 0,-4-1 15 0,-2 3 1 16,-3-2-8-16,-1-1-11 16,-7 4-7-16,1-3-10 0,-1 0-15 0,1-4-13 15,-8 1-2-15,3-2-10 0,-1-4-6 16,0-1-13-16,-3-2-18 0,4-4-22 0,-3-1-24 16,-2 2-29-16,9-2-32 0,-2 1-39 15,3 1-49-15,3-2-72 0,2 1-75 0,1-2-83 16,0 0-87-16,5 1-83 0,1-1-136 15,0 0 72-15,4-2-511 0,3-1-608 0</inkml:trace>
  <inkml:trace contextRef="#ctx0" brushRef="#br0" timeOffset="1332.89">13591 10268 2821 0,'0'0'-130'0,"6"-6"38"15,-6 6 31-15,0 0 30 0,3-4 24 0,-3 4 21 16,0 0 19-16,0 0 23 15,0 0 6-15,0 0 10 0,4-5 5 0,-4 5 0 16,0 0 9-16,0 0 5 0,0 0 10 16,0 0-4-16,0 0 3 0,-5-10-8 0,5 10-15 15,-10-8 10-15,4 4-16 0,-2 0 1 16,-3-1-9-16,-1 2-5 0,1-2-12 0,0 3-1 16,-3 0-12-16,1 2 4 0,-1 0-8 15,2 2 0-15,-6 2-5 0,1 2-1 0,4 1-4 16,-4 0-2-16,1 4 2 0,1 0-14 15,5 1 5-15,5 0-4 0,-3 3-1 16,6 2 2-16,2-3-2 0,0 4 4 16,6 3-9-16,3 6 2 0,7 0 2 0,2-2 0 15,0 0 2-15,5-3-3 0,0 1 4 16,2-3 8-16,-3 0 5 0,3-2 3 16,2 1-2-16,2-3 8 0,-6-1-4 0,-5-3 6 15,2 0 7-15,-7 0 24 0,0-3 18 16,-1 1 26-16,-3 0 18 0,-1 0 18 15,-1 2 1-15,-5-1 4 0,2 0 2 16,-4 0-5-16,-2-3-6 0,0 4-12 0,-1-1-10 16,-5-3-10-16,-2 2-13 0,-1-1-12 0,-2-1-5 15,-3 0-6-15,-1-4-11 0,-2-4-20 16,-4 0-15-16,-2-3-31 0,0 0-19 16,3-3-28-16,3 3-31 0,-1 1-46 0,6-1-56 15,3 1-75-15,-2 0-97 0,2 1-119 16,11 1-141-16,-12-1-47 0,12 1 61 15,-3-3-425-15,3 3-504 0</inkml:trace>
  <inkml:trace contextRef="#ctx0" brushRef="#br0" timeOffset="1616.25">13688 10210 3066 0,'-14'-13'70'0,"3"4"54"0,2 2 42 0,3 2 30 16,-2 2 8-16,4 1-11 0,4 2-14 16,0 0 4-16,0 0 1 0,-7 19-5 15,11-2-16-15,7 12-13 0,1 9-19 0,4 10-11 16,8 4-14-16,-5-1-2 0,6 0-19 16,-5 0-7-16,3 0-3 0,0-3-12 0,-1 0-8 15,-6-4-6-15,0-10-11 0,-1-1-25 16,-1 0-38-16,-5-4-30 0,2-2-48 0,-4-7-60 15,2-4-73-15,-6-2-65 0,1-2-68 16,0-2-82-16,-1-4-104 0,-3-6-46 16,2 1 52-16,-2-1-324 0,0 0-356 15</inkml:trace>
  <inkml:trace contextRef="#ctx0" brushRef="#br0" timeOffset="1916.34">13583 10063 2410 0,'-11'-19'3'15,"-2"3"31"-15,4 4 29 0,0 1 31 0,4-1 37 16,-3 1 14-16,5 5 17 0,-2-2 2 16,3 0-10-16,0 4-9 0,2 4 2 15,9-9 1-15,-2 5-9 0,2 2-3 16,-9 2-4-16,27 4-8 0,-8 1-12 0,0 1-11 16,2 2-10-16,6 8-7 0,-7-5-7 15,0 1-3-15,1 7 4 0,-4-3 5 0,-5-1 2 16,-3 1 4-16,-2 4-8 0,0-1 1 15,-5 0-7-15,-2-2-6 0,-5 0-8 0,-1 3-6 16,3-4-6-16,-7 3-8 0,-2-4-15 16,-1-1-26-16,2-1-32 0,-1-3-44 15,-1-2-48-15,-2-2-56 0,4-1-73 0,0 1-76 16,0-2-97-16,2 2-123 0,-2 1-61 16,3 3 57-16,0 4-336 0,3 0-370 0</inkml:trace>
  <inkml:trace contextRef="#ctx0" brushRef="#br0" timeOffset="2536.5">13991 9626 2373 0,'-41'-24'-75'0,"-6"0"13"0,-8 0 12 16,-2 2 11-16,-4 1 13 0,-8 2 6 0,1 3 8 16,-9 7 9-16,-6 2 5 0,-5 4 1 15,-22 11 0-15,-7 5 4 0,-5 13 4 0,-2 9 5 16,-3 11 5-16,-38 25 11 0,7 7 13 15,12 11 15-15,3 10 13 0,9 10 10 0,5 6 13 16,7 7 17-16,9 9 13 0,13 3 19 16,8 5 8-16,12 5 17 0,27-28-3 15,5 10 0-15,10 4-4 0,11 0-6 16,15-3-11-16,12 1-12 0,12-5-11 0,13-5-12 16,15-11-11-16,17-9-10 0,12-10-10 15,9-9-5-15,16-14-5 0,8-11-15 16,16-15 2-16,12-14-5 0,11-14-5 0,10-13-7 15,3-12-2-15,9-8-8 0,49-23 3 16,-8-11-7-16,0-13 1 0,-6-10-1 0,-9-9-4 16,-6-7-6-16,-2-11-7 0,-10-8-10 15,-13-4-10-15,-7 0-14 0,-15-4-11 0,-24 0-1 16,-38 26-9-16,-18-7-1 16,-16-5 4-16,-23-2 8 0,-21 1 2 0,-22-1 4 15,-21 3-2-15,-19-3 10 0,-37-18-9 16,-17 17 13-16,20 37 2 0,-8 15 3 0,-12 13-4 15,-9 17 1-15,-3 11 0 0,-3 11 0 16,-3 14-1-16,3 8 0 0,1 11-9 0,9 9-26 16,1 8-22-16,8 6-29 0,11-1-34 15,14 0-37-15,16-2-41 0,24-9-51 16,10-2-83-16,19-8-175 0,7-2 2 16,5 1 60-16,8-9-169 0,6 0-128 15</inkml:trace>
  <inkml:trace contextRef="#ctx0" brushRef="#br0" timeOffset="3121.55">14858 10646 1894 0,'0'0'57'0,"-10"6"3"0,10-6-1 15,0 0-5-15,0 0-5 0,18-31-2 0,13-4 1 16,6-6 7-16,21-12-5 0,10-6-4 16,9 0-4-16,8-1-5 0,9-3-1 0,9-3 5 15,7 0-5-15,2 2-3 0,5 2-2 16,-5 2-8-16,-4 0 0 0,-2 5 1 0,-9 4-6 16,-10 4 1-16,-9 6-1 0,-24 13-1 15,-8 4-4-15,-16 9 3 0,-7 5 2 0,-8 0 0 16,-2 1-3-16,-5 2-6 0,-4 2-5 15,-4 5-8-15,0 0-16 0,0 0-26 16,0 0-39-16,-36 15-50 0,7 5-69 16,-5 5-101-16,-3 8-114 0,1 2-157 0,-3 6-76 15</inkml:trace>
  <inkml:trace contextRef="#ctx0" brushRef="#br0" timeOffset="3598.34">14995 10775 1766 0,'-11'-8'77'0,"1"-1"7"16,5 0 15-16,-5 2 20 0,7 2 24 15,-6 0 30-15,7 0 3 0,-3 0 9 0,5 5 1 16,-7-11-4-16,5 6-12 0,-2 0-18 16,4 5-6-16,-4-9-13 0,4 9-19 0,0-10-4 15,0 10-9-15,2-7-8 0,-2 7-2 16,9-3-1-16,-9 3-10 0,25 7 1 0,4 6-6 16,3 1-4-16,17 10-10 0,10 4-9 15,18 7-1-15,9 1-4 0,7 6-1 16,8 2-4-16,6 8 7 0,7-4 4 15,-1 1-3-15,-4-1-3 0,0 1-5 0,2-1 0 16,-4-2-3-16,-9 0-3 0,-9-3-5 16,-6 0-3-16,-8 0 0 0,-18-10 1 0,-8 1-1 15,-4-3-1-15,-7-2 3 0,-12-7-3 16,-3-1 0-16,-4-6 2 0,-5-1-2 16,-5-4 2-16,0-2-4 0,1-1-4 0,-4 1 1 15,1-3-6-15,-3 0-14 16,2-1-26-16,-4 0-47 0,-2-4-68 0,2 5-87 0,-2-5-99 15,0 0-109-15,0 0-137 16,0 0-61-16,-23 0 61 0,23 0-377 0,-19-10-427 16</inkml:trace>
  <inkml:trace contextRef="#ctx0" brushRef="#br0" timeOffset="4148.46">16898 9244 2565 0,'-2'-7'-36'0,"-3"2"22"0,5 5 29 16,-2-7 32-16,2 7 16 0,0 0 10 0,0 0 12 15,0 0 46-15,0 0 25 0,0 0 10 16,5 32-2-16,0-10-5 0,5 7-10 0,-1 6-5 16,1-1-5-16,1 0-12 0,0 2-12 15,-1-1-10-15,1-2-15 0,1-1-6 16,-2-1-11-16,-7-7-2 0,5-2-9 0,-4 0-6 15,-3-4-15-15,1 0-22 0,0-3-28 16,1 2-34-16,-6-5-34 0,3 2-51 16,0-5-42-16,0-1-44 0,-2 0-59 0,2-4-65 15,0-4-46-15,0 0-81 0,0 0-47 16,0 0-249-16,0 0-250 0</inkml:trace>
  <inkml:trace contextRef="#ctx0" brushRef="#br0" timeOffset="4598.16">16894 9114 1966 0,'0'-12'-22'16,"-3"4"26"-16,3 3 16 15,0-2 19-15,0 7 20 0,7-9 15 0,-6 6 4 16,-1 3-1-16,12-6 1 0,-12 6 7 16,13 0 1-16,-13 0-3 0,24 8 2 0,-10-1-6 15,3 5 0-15,4 5-12 0,2 1-4 16,-2 3-6-16,0 1-3 0,-2 1-1 0,0 0-8 15,-4 0-5-15,-4-4-4 0,2 0-4 16,-6 0-1-16,-2 0-2 0,-1 3 7 16,0-2 0-16,-4 1 0 0,0 1 3 0,-2 1-2 15,-2-2-4-15,2 3-2 0,1-7-4 16,-1 0 0-16,-2-3-5 0,4-1 0 0,0 1 1 16,0 0-1-16,4-1 9 15,-1 1 14-15,1 0 7 0,2 1 6 0,0 0 1 16,2 1 1-16,-3 3 1 0,4-2-3 15,1 1 0-15,-2-1-5 0,-1 0-2 0,1-3-5 16,-2 1 15-16,1-3 3 0,-5-2 10 16,4 2 7-16,-2-2 12 0,-3-1 7 0,-1 3 2 15,2-4 2-15,-2-1-5 16,-2 2-8-16,1-1-8 0,-5-1-7 0,0 2-6 0,-1-1-12 16,-3-4-9-16,1-1-23 0,-2-1-32 15,0 0-51-15,11-2-60 0,-25-9-70 16,14 7-81-16,0-6-93 0,1 1-114 0,3-3-172 15,1 3 64-15,4-2-414 16,2 2-472-16</inkml:trace>
  <inkml:trace contextRef="#ctx0" brushRef="#br0" timeOffset="5048.54">17443 9648 2689 0,'0'0'-40'0,"0"0"19"16,0 0 37-16,0 0 49 0,7 8 40 0,-7-8 22 16,7 2 1-16,-7-2 17 0,10 4 6 0,-10-4 4 15,12 2-8-15,-12-2-9 16,11 1-14-16,-11-1-3 0,14-1-8 0,-14 1-10 16,14-4-9-16,-6 2-9 0,0-3-9 15,0 0-6-15,-1 1-7 0,0-1-4 0,2-3-2 16,-6 3-9-16,3-6-5 0,-1 2-3 15,-3-2-2-15,0-1-1 0,-4 0-2 0,2 0-6 16,-2 2 1-16,-3-2-1 0,-3 2-1 16,0 1-2-16,3 2 0 0,-5 2-7 0,1 5 0 15,9 0-9-15,-19 3 1 16,8 6 2-16,-1 1 2 0,1 4 4 0,-2 1 5 16,4 4 10-16,4 0 6 0,1 0 2 15,2 0 10-15,0 4 5 0,4-3 12 0,-2 3 3 16,6-2 0-16,-4-1-4 0,3 0 11 15,2-1-6-15,6 0-7 0,-2-2-3 0,-1 1-10 16,1-2-8-16,2-3-4 0,-1-4-1 16,3 1-21-16,-2-6-32 0,2 1-37 15,1-5-46-15,-1 0-63 0,0-2-84 0,0-3-74 16,1 0-65-16,-1-5-80 0,-1 1-92 16,-2-3-87-16,0 0 77 0,-2 2-393 0,-3-4-435 15</inkml:trace>
  <inkml:trace contextRef="#ctx0" brushRef="#br0" timeOffset="5315.68">17671 9372 2509 0,'-9'-8'-27'0,"1"0"38"16,4 3 37-16,-2 4 40 0,6 1 32 15,-5-6 36-15,5 6 0 0,-10-3 7 0,10 3-5 16,0 0 25-16,0 0 12 0,0 0-4 15,-2 23-9-15,4-6-10 0,6 5-14 16,-3 11-9-16,1 0-11 0,6 4-10 0,-3-1-14 16,2 1-13-16,1 1-11 0,-1-2-7 15,1-2-9-15,-3-1-12 0,2 0-19 16,3 0-26-16,-3-4-42 0,1-7-44 0,-6-3-59 16,3-2-57-16,-1-2-63 0,-3-1-64 15,4-4-81-15,-6 0-86 0,5-1-108 0,-5-4 59 16,3-2-325-16,-6-3-338 0</inkml:trace>
  <inkml:trace contextRef="#ctx0" brushRef="#br0" timeOffset="5615.15">17751 9176 2336 0,'-12'-11'-16'15,"1"3"32"-15,4 2 35 0,-2 2 32 16,4 0 27-16,5 4 2 0,-11-4-7 0,11 4 18 15,0 0 16-15,-8 12 10 0,7 0 1 16,1 3-7-16,1 10-3 0,1 12 2 0,7 2-6 16,1 13-10-16,4 2-14 0,-2-1-2 15,6-2-12-15,-1 2-9 0,-2-5-8 0,7 1-7 16,-8-3-7-16,6-3-9 0,-5-8-6 16,-2-4-4-16,2-2-7 0,-1-2-6 0,-1-1-10 15,-4-4-30-15,1-6-40 0,-2-4-45 16,-3 1-51-16,3-4-46 0,-5-1-53 0,2-2-70 15,-1 0-80-15,-4-6-116 16,3 4-33-16,-3-4 54 0,0 0-194 0,0 0-175 16</inkml:trace>
  <inkml:trace contextRef="#ctx0" brushRef="#br0" timeOffset="6266.64">18076 9780 1979 0,'0'0'67'16,"0"0"23"-16,0 0 22 0,0-8 27 16,0 8 35-16,0 0 30 0,0 0 1 15,0 0 1-15,0 0-9 0,9 26-15 16,-6-16-13-16,1 1-14 0,2 3-10 0,-3 0-14 16,6 1-13-16,-4 4 6 0,3-2-8 15,-5 0-12-15,3 3-10 0,-1 1-4 0,-2-7-5 16,-1 3-6-16,2-5-5 0,-2 0-3 15,-1 1-5-15,-1-5-2 0,0 3-7 16,2-5-2-16,-2 2-9 0,0-8-1 0,2 12-3 16,-2-12-5-16,0 0-5 0,0 0-5 15,0 0-6-15,0 0 0 0,0 0-3 0,7-37-2 16,-5 19-4-16,5-7 1 16,-3 4-3-16,-1 0-2 0,3 0-2 0,-3 5-3 15,3 1 1-15,-2 5-1 0,0 0 1 16,2 1 0-16,-1 4-5 0,-1 1 6 0,-4 4 1 15,13-1-3-15,-13 1 3 0,0 0-2 16,21 6 1-16,-13 0-1 0,2-1 0 0,-5 0-2 16,5 0 1-16,-7 0 1 0,6 2 4 15,-6-2 4-15,3 1 7 0,-6-6 4 0,7 8 5 16,-7-8 5-16,6 8 3 0,-6-8 3 16,3 5-2-16,-3-5-3 0,7 6 2 15,-7-6 1-15,0 0-4 0,0 0-5 0,0 0-4 16,0 0-3-16,13-23-2 0,-9 6-2 15,-1 2-3-15,6-4-2 0,-4 0 3 0,2 6-8 16,-3-1 0-16,2 0-5 16,-3 5-1-16,4 1 4 0,-2 3 0 0,-1 0 0 15,-4 5-1-15,0 0 0 0,0 0 1 16,25 8 3-16,-18 1-1 0,-1 0-3 0,1 4 3 16,-2-1-1-16,2 2-2 0,-1 1 2 15,-1 1 17-15,1-1-4 0,1 0 3 0,-2 1-7 16,2-3 1-16,-3 1-4 0,4-2 1 15,-7 0-6-15,4-1-16 0,-1-2-34 0,-1-3-46 16,-1 0-52-16,-2-6-79 0,2 8-89 16,-2-8-76-16,0 0-92 0,0 0-95 15,0 0-84-15,0 0 66 0,0 0-436 16,0 0-501-16</inkml:trace>
  <inkml:trace contextRef="#ctx0" brushRef="#br0" timeOffset="6700.66">18515 9792 2712 0,'0'0'-52'0,"0"0"32"0,0 0 22 0,0 0 43 16,0 0 53-16,0 0 38 0,0 0 26 15,0 0 11-15,9 27 12 0,-3-13 25 16,2 7 6-16,5 6-8 0,1 4-4 0,-5 2-8 16,6-4-8-16,1 2-7 0,-5-4-4 0,-3-4-12 15,0-6-6-15,-3-3 5 16,3 1 6-16,-7 1 4 0,1-5-5 0,0 0 0 15,-2-1 3-15,0-2-19 0,-2-1-11 16,2-7-12-16,-7 12-11 0,1-7-15 0,6-5-12 16,-14-3-14-16,14 3-11 0,-14-14-16 15,4 2-11-15,0-5-18 0,-1-12-21 0,4 0 8 16,-2 3-1-16,6 3-4 0,-1 6-1 16,2-1-1-16,0 5 3 0,2-2-6 0,4 3 4 15,0 4-7-15,-1-1 4 16,4 4 18-16,0 1-9 0,-7 4 6 0,22-1 1 15,-11 2-5-15,3 5 9 0,2 0-2 0,2 2-6 16,0 1 2-16,7 3-4 0,4 5-1 16,-4-5-1-16,0 0-5 0,-9-3-16 15,4-1-24-15,-6-2-50 0,0 2-46 0,-4-2-41 16,1-1-40-16,-3-1-48 0,-1 1-59 16,1-4-51-16,-8-1-43 0,0 0-39 15,0 0-23-15,0 0-28 0,16-10-49 0,-16 5-33 16,0-3-416-16,1-2-479 0</inkml:trace>
  <inkml:trace contextRef="#ctx0" brushRef="#br0" timeOffset="7100.92">18887 9914 2517 0,'0'-7'-83'0,"-2"2"60"16,2 5 50-16,-2-7 47 0,2 7 49 0,0 0 49 15,-4-7 33-15,4 7 21 16,0 0 18-16,0 0 20 0,0 0 16 0,0 0 1 16,0 0-1-16,0 0-15 0,0 0-5 15,-2 24-18-15,2-24-13 0,6 15-14 0,-2-3-14 16,-1-1-13-16,1-1-14 0,3 0-15 15,-4 1-16-15,3-3-12 0,-3 0-12 0,1 2-10 16,2-3-8-16,-5-1-11 0,1 0-11 16,-2-6-7-16,9 10-6 0,-9-10-6 0,3 7-7 15,-3-7-3-15,0 0 1 0,0 0-8 16,0 0-3-16,23-17-3 0,-15 9-6 0,-3 1 1 16,3-1 0-16,-3 2-6 0,4-2-1 15,-4 4-5-15,1 0 0 0,-1 1 2 16,-5 3 6-16,12-2 5 0,-12 2 2 15,13 2-1-15,-13-2 1 0,20 7 1 0,-9-1-18 16,3 0-18-16,-2 0 0 0,6 0 0 16,2 1 0-16,2-1 0 0,-5-2 0 15,2-2 0-15,0 1 0 0,-1-3 0 0,0-3 0 16,2 1 0-16,-4-2 0 0,0 0 0 16,-1-3 0-16,-3 3 0 0,-3-6 0 0,-4 4 0 15,1-4 0-15,-2 1 0 0,-3 1 0 16,-1 0-59-16,0 8-211 0,-1-11-79 0,-1 5-103 15,-2 0-101-15,0 0-109 16,1 1-143-16,-3 0 65 0,2 0-723 0,4 5-911 16</inkml:trace>
  <inkml:trace contextRef="#ctx0" brushRef="#br0" timeOffset="7633.48">19781 9602 4168 0,'-5'-17'-85'0,"3"5"42"16,1 3 51-16,-3 2 51 0,0 2 25 0,4 5 20 16,0 0 20-16,0 0 25 0,-13 26 16 15,10-4 6-15,-2 13 3 0,3 4-8 0,2 3-21 16,2 2-5-16,4 0-15 0,-2 9-8 16,2-10-12-16,-1-2-14 0,-1-1-8 0,0-3-3 15,-3-2-10-15,4-6-10 0,-5-7-8 16,2-5-9-16,0 1-22 0,-2-5-30 15,2-1-45-15,-1-1-52 0,-1-5-53 16,2-2-86-16,-2-4-66 0,0 0-47 0,0 0-49 16,11-17-41-16,-9 0-57 0,8-11-77 15,0-3 34-15,-7-4-351 0,3 0-382 0</inkml:trace>
  <inkml:trace contextRef="#ctx0" brushRef="#br0" timeOffset="7798.42">19790 9693 2250 0,'-14'-8'-62'0,"7"0"38"16,0 3 49-16,-3 1 34 0,7 1 36 15,3 3 16-15,-11-5 13 0,11 5 3 0,-3-4 4 16,3 4 20-16,0 0-10 0,7-12-6 16,3 7-15-16,1-3-10 0,9-1-29 0,-4 1-37 15,4-2-62-15,1-1-65 16,8-3-73-16,-3 1-81 0,-5 3-104 0,-4 1-150 16,-4 2 29-16,-2 2-161 0,0 2-120 15</inkml:trace>
  <inkml:trace contextRef="#ctx0" brushRef="#br0" timeOffset="8000.61">19738 9895 1889 0,'-9'9'138'0,"4"-3"16"0,-4-1 20 16,9-5 28-16,-5 9 14 0,5-9 2 0,-4 7-16 15,4-7-18-15,0 0-19 0,6 8-16 16,-6-8-19-16,17 4-38 0,-2-4-62 15,4-4-82-15,4 0-102 0,12-4-100 16,-3-2-93-16,0 0-145 0,2-2-3 0,-1 3 49 16,-6 4-134-16,-4 0-79 0</inkml:trace>
  <inkml:trace contextRef="#ctx0" brushRef="#br0" timeOffset="8317.79">20133 9972 1527 0,'-6'17'33'15,"3"1"31"-15,-1-1 36 0,0-1 38 0,2-1 24 16,-2-1 30-16,2 1 22 16,0-1 0-16,2-2-5 0,2-3 2 0,0 2-13 15,2-1-9-15,0 1-16 0,2-5-10 16,1 1-15-16,0-3-14 0,5-1-13 0,0-1-16 16,0-2-7-16,0 0-11 0,1-4-12 15,1 1-6-15,-1-2-11 0,-1 0-10 0,-3 0-4 16,1-2-7-16,-2-2-11 0,-2 1-2 15,-3-6-6-15,-1 2 2 0,0-3 2 0,-4-4-7 16,-2 1 1-16,1-5-4 16,-6 6 2-16,6 1-3 0,-3 3-1 0,2 1 0 15,-3 0-4-15,2 4 0 0,-4 1-13 16,4 5-23-16,-3-1-41 0,8 3-56 0,-15-1-70 16,15 1-79-16,-12 0-97 0,12 0-129 15,0 0-78-15,0 0 65 0,-11 4-282 0,11-4-285 16</inkml:trace>
  <inkml:trace contextRef="#ctx0" brushRef="#br0" timeOffset="8752.76">20509 10151 2122 0,'-2'6'52'0,"-3"1"37"0,4-2 29 0,1-5 45 0,-6 9 41 15,2-6 14-15,4-3 2 16,-3 5-14-16,3-5-19 0,-6 4-16 0,6-4-18 15,0 0-14-15,0 0-15 0,0 0-11 16,0 0-14-16,0 0-11 0,0 0-6 0,0 0-7 16,0 0-8-16,-10-14-5 0,6 7-8 15,2-5-4-15,-1-1-3 0,-1-1 1 0,-2 1 1 16,3-1 8-16,-4 1 1 0,2 4 8 16,-1-3 5-16,3 4 6 0,-1 2 5 0,0-1 1 15,0-1-7-15,3 4-9 0,1 4-8 16,-5-10-10-16,3 6-9 0,2 4-9 15,-2-7-4-15,2 7-3 0,6-10-1 16,0 4-2-16,2 0-2 0,1 0-5 16,1 4 4-16,1-2-5 0,0 1-3 0,5 3 2 15,-16 0-1-15,25 3 2 0,-12 1 1 16,3 2-3-16,-4 2 0 0,1 2-3 0,-1 1 3 16,1 1 1-16,1 2-4 0,-5-4 0 15,3 3-4-15,-2-1 0 0,-1-3-9 0,0 4-17 16,1-1-14-16,1-2-34 0,-3 0-42 15,0-3-68-15,1 0-52 0,-1 0-54 16,-1-2-51-16,5-2-58 0,-1 2-66 16,3-3-127-16,-1-2 29 0,5-2-403 0,-2-3-441 15</inkml:trace>
  <inkml:trace contextRef="#ctx0" brushRef="#br0" timeOffset="9214.33">21158 9321 2593 0,'-1'-14'9'16,"-3"5"26"-16,0 3 30 0,0 2 41 0,4 4 50 16,0 0 34-16,0 0 28 0,-21 12 16 15,18 2 10-15,-1 1-1 0,-5 18-4 0,4 4-13 16,-1 4-8-16,3-1-14 0,-1 3-13 16,0 0-6-16,4-2-11 0,0 2-19 15,-2-2-11-15,2-1-11 0,2-2-9 16,0-3-4-16,-2-4-4 0,0-7-18 0,0-2-12 15,0-5-7-15,0-1-5 0,0-4-14 16,0 1-2-16,2-2-4 0,-2-1-9 0,0-2-6 16,0 2-3-16,0-10-8 0,0 9-16 15,0-9-12-15,0 0-4 0,0 0-9 0,0 0-6 16,0 0-4-16,-19-22-3 0,9 13 0 16,-2-2-7-16,-1 2-5 0,2 2-2 0,-6 2 5 15,-3 3 1-15,4 4 3 16,-7 3 1-16,1 5 8 0,-3 7 4 0,1 3 10 15,1 3 19-15,9 4 10 0,3-5 7 16,6-3 7-16,3-2-1 0,4 2 7 0,3-1-1 16,3-2-4-16,0-1-6 0,5 1-3 15,1-3 3-15,1-1-3 0,-1-3-3 0,-2-1-4 16,3-2-7-16,-3-3-15 0,3 0-21 16,-1 1-43-16,1-3-46 0,-1-1-66 15,-2-1-88-15,2-1-84 0,-4 2-75 0,-1-3-94 16,-9 3-139-16,16 0-12 0,-16 0 69 15,0 0-466-15,7 5-540 0</inkml:trace>
  <inkml:trace contextRef="#ctx0" brushRef="#br0" timeOffset="9864.66">17640 11550 2754 0,'-13'-17'-114'0,"3"5"39"16,1 2 34-16,2 3 36 0,-1 0 35 15,0 2 25-15,1-2 32 0,-1 2 16 16,3 3 22-16,5 2 0 0,-14 0 5 0,14 0 11 16,-13 14 16-16,4 3 7 0,0 13 3 15,4 4-5-15,-3 4-14 0,3 3-14 16,0 3-14-16,5-1-10 0,0-2-11 0,0 2-13 16,7-1-7-16,-5-2-10 0,3-2-7 15,1-2-8-15,-3-4-21 0,1-6-32 0,0-6-26 16,-3-2-45-16,2-3-51 0,-1-3-51 15,0 0-54-15,-4-4-74 0,2-2-66 16,0-6-76-16,-5 5-121 0,5-5 63 0,0 0-240 16,-12-26-231-16</inkml:trace>
  <inkml:trace contextRef="#ctx0" brushRef="#br0" timeOffset="10164.54">17393 11572 1962 0,'-6'-14'-10'0,"4"2"37"16,1 4 20-16,-1 1 13 0,2 2 11 0,0 5 18 15,2-9 21-15,-2 9 24 0,5-3 16 16,-5 3 16-16,21 3 13 0,-2 6 7 0,8 5 8 16,3 8 5-16,4 9-3 0,2 1-15 15,-2 7-17-15,2 2-16 0,-6-1-11 16,1 1-14-16,-6 6-9 0,-3-3-11 0,-5 1-5 16,-6-7 1-16,-1-2-8 0,-4 0 0 15,-6-5-4-15,2-4-5 0,-4 0-5 16,-4 6-5-16,-2-1-8 0,-1-4-6 0,0-3-6 15,-2-8-9-15,0-1-10 0,-1-1-16 16,-1-2-29-16,4-4-26 0,-3-6-37 16,1-1-31-16,0-2-34 0,-5-5-53 0,2-7-40 15,0-2-37-15,-3-13-34 0,1 0-40 16,5-4-36-16,1 2-40 0,6 5-67 0,4 2-25 16,-1 5-230-16,4-5-232 0</inkml:trace>
  <inkml:trace contextRef="#ctx0" brushRef="#br0" timeOffset="10348.31">17703 11871 1903 0,'16'-8'-27'0,"-3"3"39"16,-4 5 39-16,3 0 39 0,-3 5 37 16,3 7 40-16,1-1 34 0,7 11 10 15,-6 5 4-15,4 2-8 0,-3 4-20 0,0 2-18 16,-2 1-14-16,3 7-19 0,-3-11-17 16,0 2-20-16,-1-1-31 0,-3-4-41 0,0-4-56 15,-2-2-61-15,-2-2-72 0,1-7-76 16,-2 3-94-16,-2-1-116 0,-1-2-70 0,-1-1 47 15,2-3-151-15,-2-2-121 0</inkml:trace>
  <inkml:trace contextRef="#ctx0" brushRef="#br0" timeOffset="10530.99">17932 11884 1900 0,'-5'-12'117'16,"-4"3"12"-16,8 3 24 0,-5 0 10 15,6 6 1-15,-4-8-19 0,4 8-19 0,-3-5-31 16,3 5-42-16,-2-5-43 0,2 5-61 16,0 0-87-16,9-5-104 0,-9 5-125 15,18 0-105-15,-18 0-135 0,18 1-107 0</inkml:trace>
  <inkml:trace contextRef="#ctx0" brushRef="#br0" timeOffset="10764.54">18248 12018 1743 0,'0'14'82'0,"-2"0"27"16,2 1 34-16,0-1 45 0,2 3 40 0,0 0 14 15,0 0 15-15,2 5 14 16,0 1-4-16,4-2-9 0,-3 2-5 0,6 9-13 16,1-3-16-16,-1 0-18 0,0 0-18 15,1 1-13-15,-4-6-14 0,-3-3-18 0,1-1-15 16,0 1-13-16,-4-2-14 0,-2-2-28 15,0 1-29-15,-2-1-46 0,-1 1-56 0,-4-3-64 16,0 3-72-16,-4-4-77 0,-1-3-75 16,-1-3-74-16,-3-4-101 0,3-2-103 15,-3-5 54-15,-2-8-352 0,-3-6-403 16</inkml:trace>
  <inkml:trace contextRef="#ctx0" brushRef="#br0" timeOffset="10931.53">18092 11979 2524 0,'-4'-21'13'15,"3"6"45"-15,-5 1 43 0,1 3 39 16,5 3 24-16,-1-1 6 0,-1 4-6 16,2 5-15-16,-6-10-13 0,6 10-18 0,-2-9-16 15,2 9-23-15,0 0-35 0,0 0-49 16,0 0-60-16,0 0-71 0,0 0-81 0,0 0-117 16,8 27-155-16,-5-21-29 0,0 2 61 15,3 1-135-15,-1-1-93 0</inkml:trace>
  <inkml:trace contextRef="#ctx0" brushRef="#br0" timeOffset="11455.35">18281 11611 1970 0,'-2'-10'183'0,"2"3"15"0,-2 2 6 0,2 5 8 16,-4-5 22-16,4 5 39 0,0 0 22 0,8 21 9 15,-3-3-5-15,5 11-14 0,1 4-14 16,0 1-22-16,1 2-25 0,0 3-28 16,3 7-7-16,-2-2-7 0,-1-6-24 15,-3 0-8-15,3-2-17 0,-7-2-43 0,3-1-30 16,0-8-33-16,-5-2-44 0,1-3-50 16,0-1-60-16,-2-4-66 0,-2-1-77 0,2-2-73 15,-4-2-85-15,0-1-68 0,0-4-99 16,2-5-27-16,-6 3-476 0,6-3-568 0</inkml:trace>
  <inkml:trace contextRef="#ctx0" brushRef="#br0" timeOffset="11462.41">18451 12061 2972 0,'1'-10'-33'16,"1"-1"42"-16,0 1 43 0,2-2 40 0,-1-1 25 16,-1 1 22-16,2-5 4 0,3-1-8 15,-2-5-7-15,2-4-13 0,5-4-14 0,-2 0-14 16,-1 0-24-16,0 1-42 0,3 0-51 15,-4 9-57-15,-3 1-57 0,1 5-47 0,-5 1-48 16,1 2-56 93,-2 3-55-109,-2 3-74 0,2 6-45 0,-3-6-182 0,3 6-146 0</inkml:trace>
  <inkml:trace contextRef="#ctx0" brushRef="#br0" timeOffset="11547.65">18440 11822 1846 0,'0'22'52'0,"-1"-1"32"0,2-2 29 0,-1 1 24 0,3 1 20 0,3 4 10 0,-3-3 12 0,1-1-5 0,3-2-15 0,-1 1-5 0,2-1-19 0,0-2-14 0,-1-5-13 16,1 2-14-16,0-1-36 0,-1-5-46 15,1 0-62-15,-3 2-70 0,5-5-84 0,-2-2-104 16,-3-1-158-16,-5-2-22 0,0 0 43 16,22-2-123-16,-22 2-69 0</inkml:trace>
  <inkml:trace contextRef="#ctx0" brushRef="#br0" timeOffset="12230.68">18729 11911 1808 0,'-20'16'180'0,"20"-16"12"16,-5 14 22-16,3-4 36 0,-2 3 24 15,2-1 13-15,0 3-3 0,2-3-12 0,2 4-14 16,2 0-8-16,0 0-16 0,-1-1-17 15,-1-1-10-15,2 0-12 0,1-1-6 0,-4-1-3 16,1 0-3-16,0-3-12 0,2 1-14 16,-4 0-13-16,-2-1-14 0,0-1-10 15,0 1-18-15,-1-3 10 0,-4 2-14 16,2-3-27-16,5-5-25 0,-13 3-28 0,13-3-24 16,-18-8-20-16,9 0-15 0,-2-3-2 15,2-1 0-15,4-2 0 0,1 2 3 16,2 2 2-16,-1-2 1 0,1 2 2 0,2 3 4 15,0 0 5-15,0 7 2 0,5-11 5 16,-3 10 3-16,7-4 3 0,-9 5-3 0,16 0 6 16,-5 0-1-16,3-2 2 0,3 2-1 15,-2-3 0-15,8 1 0 0,2-3 6 0,7-4 2 16,0-2-3-16,0 3 2 0,-1-4 1 16,-2-2 2-16,-4-1 1 0,-4 3-2 0,-6 1 1 15,-3-5 1-15,-3 2-2 16,-4-2 2-16,1 1-2 0,-3 1 1 0,-1 0-1 15,-2 3 4-15,-2-2-5 0,2 5 1 16,-7-3-4-16,5 7-1 0,2 4 1 0,-7-4 1 16,7 4 0-16,0 0-2 0,-18 14 1 15,15-7 1-15,-1 3 1 0,0-2-3 0,4 1 2 16,0 1-2-16,0 0 1 0,2-1 3 16,4 1-1-16,-1 2 10 0,4-3 5 0,-2 3 9 15,0 2 7-15,5-3 13 16,0 4 4-16,0 0 5 0,2-4 21 0,-1 4-2 0,1-1 3 15,-3 3 9-15,3-2-4 16,-3 0-6-16,-2-2 9 0,0-1-6 0,-4 3 2 16,1-2-5-16,-3 3-2 0,-3-4-6 15,4 3-9-15,-4-3-2 0,-2 3-6 0,0-1-6 16,-3-2-8-16,-1 1 0 0,-4-1-12 16,3-2-24-16,-2-1-25 0,-2-3-37 15,0-2-38-15,2 0-59 0,2-4-57 0,-7-6-78 16,1-4-71-16,1-7-74 0,-7-14-70 15,7-5-92-15,-2-16-108 0,2-4 82 0,8-4-527 16,4-5-623-16</inkml:trace>
  <inkml:trace contextRef="#ctx0" brushRef="#br0" timeOffset="12447.89">19083 11410 3142 0,'0'-17'5'0,"-1"4"59"0,-1 1 54 16,-1 4 54-16,1 0 48 0,2 8 29 15,-4-12 13-15,4 7-5 0,0 5-9 0,0 0-25 16,0 0 16-16,0 0 7 0,0 0 1 15,0 25-13-15,6 8-20 0,0 8-20 0,4 10-20 16,-1 2-22-16,1 2-10 0,1 2-15 16,0-2-16-16,3 4-10 0,3-1-14 15,-3-3-47-15,-2-3-59 0,2-5-53 16,-3-9-53-16,-1-1-56 0,-2-3-64 0,-2-8-73 16,-3-6-68-16,3-3-64 0,-4-2-75 15,-1-2-107-15,-1-3-33 0,0-5 63 16,0 0-435-16,0-5-510 0</inkml:trace>
  <inkml:trace contextRef="#ctx0" brushRef="#br0" timeOffset="12598.91">19205 12085 2802 0,'-3'-14'36'0,"-6"6"63"0,7 0 48 15,-1 1 37-15,-1 3 33 0,4 4 15 0,-4-9 0 16,4 9-9-16,0 0-25 0,-5-9-24 16,5 9-15-16,0 0-20 0,0 0-28 15,0 0-60-15,15-7-77 0,-8 4-92 0,7 1-82 16,2-1-56-16,6 3-75 0,5-1-97 15,1-1-170-15,3 5 64 0,7 0-321 16,-2 5-339-16</inkml:trace>
  <inkml:trace contextRef="#ctx0" brushRef="#br0" timeOffset="13000.93">19579 12260 2262 0,'-10'12'79'0,"7"-4"46"0,-6 1 35 15,6-5 40-15,-5 0 29 0,8-4 25 16,-3 8 11-16,3-8-5 0,-8 5-13 0,8-5-12 15,0 0-17-15,-6 5-18 0,6-5-15 16,0 0-9-16,0 0-23 0,0 0-12 0,0 0-13 16,0 0-14-16,0 0-12 15,0 0-11-15,-13-18-7 0,7 4-6 0,4-1-10 16,-4-6-9-16,-3-8-4 0,-2-2 1 16,-1-1-15-16,-1 0-3 0,2 6-5 0,-1 4-4 15,4 2-1-15,1 7-4 0,-2-1 0 16,4 2 7-16,-1 4-14 0,3-1 1 0,-3 3-4 15,2-2-3-15,3 2-3 0,1 6-1 16,-7-9-3-16,7 9-11 0,-4-10 3 16,4 10 2-16,0 0 0 0,0 0-1 0,11-8 3 15,-11 8 11-15,0 0 10 0,20 2 9 16,-20-2 25-16,21 10 4 0,-10-1 31 16,3 1 0-16,-3 0-7 0,5 2-5 15,-1 2-8-15,-1 2-11 0,0 0-3 0,0-3-7 16,-1 1-24-16,2-2-30 0,-1 0-41 15,-3-2-54-15,1 0-66 0,-3-1-83 0,2-2-83 16,1-2-70-16,-3 0-49 0,2-3-44 16,-2-2-37-16,-9 0-56 0,16-4-38 0,-8-1-502 15,-2 2-597-15</inkml:trace>
  <inkml:trace contextRef="#ctx0" brushRef="#br0" timeOffset="13363.96">19746 12028 2917 0,'3'-6'-79'0,"-3"6"58"0,0 0 43 16,0 0 48-16,0 0 55 0,0 0 47 15,0 0 26-15,0 0 14 0,0 0 6 16,0 25 4-16,1-15 1 0,-1-1-5 16,2 5-3-16,0-4-8 0,4 4-11 0,-3-1-9 15,-3-1-14-15,2-1-15 0,-4 2-11 16,2-1-14-16,2 0-12 0,-4-2-14 16,1 1-11-16,-1-3-7 0,-2 2-11 0,0-1-10 15,1-1 0-15,-2-4-21 0,-1 2-8 16,-1-2-21-16,7-4-13 0,-13 0-13 0,13 0-5 15,-12-12-4-15,7-1 3 0,-1-1-2 16,6 0 2-16,-2 1-1 0,0 1 2 0,2 3 2 16,2-1 3-16,0 0 0 15,2 1 9-15,-1 4 4 0,-3 5 8 0,11-7-4 16,0 5-1-16,-11 2-1 0,14 0-4 16,0 2 3-16,1 2 3 0,4 2-4 0,3 1-3 15,0-2-5-15,-1 1-28 0,4-2-38 16,2 2-39-16,0-5-52 0,-3 1-77 0,2-2-88 15,-1-2-83-15,0-1-97 0,-2-2-140 16,-6 2 0-16,1-3 62 0,-7 3-390 0,0-1-451 16</inkml:trace>
  <inkml:trace contextRef="#ctx0" brushRef="#br0" timeOffset="16513.66">21610 9997 2446 0,'-9'-3'-91'0,"9"3"30"0,-21-1 22 16,11 1 27-16,10 0 36 0,-13-2 32 15,13 2 24-15,-13 0 22 0,13 0 12 16,-12-2 6-16,12 2 3 0,0 0-8 0,0 0-5 16,-15 0-17-16,15 0 0 0,0 0-17 15,0 0-3-15,0 0-4 0,0 0-7 0,28 8 0 16,-3-8-8-16,19 0-9 0,6 0-9 15,18 0 4-15,6 0-5 0,5-4-1 0,5 0-9 16,2 0-2-16,22-1 5 0,-21-1-8 16,18-4 2-16,-21 2-1 0,-6 0-4 0,-4-1 1 15,-3 1-2-15,-8-1-8 16,-5 1 7-16,-21 4 2 0,-6-2-5 0,-8 2 16 0,-5 1 21 16,-4 1 13-16,-1 0 6 15,-2-1 14-15,-1 1-6 0,-4 0-8 0,-6 2-7 16,7-5-4-16,-7 5-7 0,8-3-6 15,-8 3-6-15,6-5-4 0,-6 5-23 0,6-4-47 16,-6 4-67-16,0 0-85 0,0 0-76 16,0 0-109-16,0 0-131 0,0 0-63 0,0 0 60 15,0 0-271-15,0 0-267 0</inkml:trace>
  <inkml:trace contextRef="#ctx0" brushRef="#br0" timeOffset="17930.5">23403 9283 2009 0,'10'-4'-35'0,"-2"3"24"0,-8 1 15 0,9-2 22 16,-9 2 31-16,0 0 24 0,0 0 12 16,0 0-9-16,0 0-9 0,0 0-4 0,0 0-7 15,0 0-5-15,-46 10-1 0,24-3 5 16,-13 4 2-16,0-1-2 0,-2-2-3 0,1 5 5 16,-2-5-4-16,5 0-5 15,5-1 1-15,6-3-6 0,1-1 0 0,6 0 7 0,0-1 2 16,2 0 9-16,-1-2-9 15,3 0-7-15,11 0 10 0,-21 0-3 0,11 0-7 16,10 0-10-16,-15-2 0 0,15 2-1 16,-13-2-6-16,13 2-5 0,0 0-3 0,-13 2-15 15,13-2 0-15,-7 9 8 0,5-1 0 16,4 8-11-16,-2 9 3 0,7 12-4 16,-4 6 4-16,5 11 1 0,-3 5-1 0,-3 1-1 15,2 2-1-15,0-1-1 0,-4 4 0 16,0-3 29-16,2-4-3 0,-4-9 2 0,2-5-6 15,2-1 1-15,-2-4 18 16,0-3-2-16,2-7-6 0,2-5-2 0,-2-1 16 16,0-6 7-16,0-3-5 0,-1-1 2 15,1-1 11-15,0 0 4 0,4 1 2 0,-1-3 2 16,3 0 1-16,2-1-1 0,3 1-6 16,0-5-4-16,7 4-3 0,0-4-6 0,3-2-8 15,6-1-4-15,0-2-7 0,-1 0-4 16,14 0-1-16,-4-3-4 0,-8 1-2 0,-5 0-3 15,-4 0-3-15,-1 1-1 0,-4 1-1 16,-4-2-6-16,1 2-3 0,-2-2 3 0,0 2-5 16,-11 0-2-16,12-2 0 0,-12 2-6 15,12-1-21-15,-12 1-32 0,0 0-51 16,10-2-78-16,-10 2-88 0,0 0-98 0,0 0-89 16,0 0-145-16,0 0-21 0,0 0 66 0,0 0-373 15,0 0-405-15</inkml:trace>
  <inkml:trace contextRef="#ctx0" brushRef="#br0" timeOffset="19129.98">23647 9051 2315 0,'-3'-10'-87'0,"1"7"28"16,2 3 29-16,-8-7 30 0,5 2 37 16,3 5 25-16,-5-5 19 0,5 5 7 15,-6-7-1-15,6 7-10 0,0 0-8 0,0 0-8 16,0 0-5-16,0 0-6 0,0 0-2 15,-11 20-2-15,10-4-6 0,-1 2-2 0,0-1-4 16,-1 2 1-16,-1 5-2 0,2-3-2 16,-1 2-2-16,-3-1 24 0,3-1 0 0,-3-1-4 15,-1-3-1-15,4 0-4 16,-3-1-2-16,3-3-5 0,-1-1 3 0,-2-1-6 16,5-3 32-16,-1-1 16 0,0 0 26 15,-3-2 12-15,5-5-8 0,-4 5-15 0,4-5-9 16,0 0-9-16,0 0-8 0,-3-20-7 15,3 6-3-15,0-3-14 0,3-6-1 0,-1-2-4 16,5-10-2-16,-2 2-5 0,1 8-4 16,-2 4-5-16,-3 5 0 0,3 3-3 0,-2 1-4 15,0 0-4-15,0 4-3 0,-1 1-2 16,4 5 0-16,-5 2-1 0,0 0 0 16,17 0 0-16,-8 7 2 0,1 3-7 0,3 2 6 15,1 3-4-15,4 5 1 0,4 1-3 16,-3-2 2-16,1 1-3 0,-2-3 3 15,-5-3-1-15,3-1-3 0,-5-2 5 16,-1-1-8-16,1-1 5 0,-2-1 1 0,-1-1 2 16,0 0 8-16,-3-4 10 0,3 1 2 15,-8-4 5-15,9 0-1 0,-9 0-1 0,16-7-3 16,-11 0-3-16,5-3 0 0,0-4-6 16,-1-5 2-16,0-10-4 0,1-4-1 0,0-2-4 15,-7-4-4-15,3 3 3 0,-3-3-6 16,0 5-1-16,-3 6-25 0,2 5-15 0,-2 7-24 15,0 1-29-15,-2 3-40 0,-1 0-42 16,3 3-37-16,-1 3-47 0,-1 0-54 16,2 6-61-16,-6-3-114 0,6 3-57 15,0 0 45-15,0 0-231 0,0 0-221 0</inkml:trace>
  <inkml:trace contextRef="#ctx0" brushRef="#br0" timeOffset="19579.59">24205 9172 2033 0,'7'6'31'0,"-5"-2"10"0,-2-4 7 0,3 7 31 15,-3-7 29-15,8 1 25 0,-8-1 2 16,0 0-7-16,15 0-4 0,-15 0-11 15,15-4-6-15,-8 2-12 0,6-2-16 0,-6 0-1 16,4 0-7-16,-3-1-10 0,2-1-6 16,-3 0-6-16,0 0-7 0,2-3 2 0,-4 1-5 15,1-2-9-15,-3 2 0 0,-1-4-2 16,0 4 0-16,-4-1-7 0,2 3-9 16,0 6 1-16,-5-9 3 0,-3 7-6 15,8 2-3-15,0 0 9 0,-26 11-3 0,13-3-11 16,1 6 2-16,1 1 0 0,-3 3 4 15,-1 5-3-15,3-2-5 0,4-1 7 0,1-3-5 16,3 5 5-16,1-5 3 0,1 0-6 16,2-2 17-16,-3 1 10 0,6-3-7 0,-1 1 7 15,0-2 6-15,1 0 0 0,1-1-4 16,1-2-1-16,1 3 1 0,0-6-5 0,4 2-2 16,-3-4-13-16,4-2-35 0,1-1-60 15,-1-1-63-15,5-1-78 0,-1-5-96 16,4 0-149-16,1-2-58 0,5-7 40 15,4 1-210-15,-2-1-189 0</inkml:trace>
  <inkml:trace contextRef="#ctx0" brushRef="#br0" timeOffset="19930.91">24722 9077 1868 0,'0'0'-24'0,"0"0"16"16,0 0 32-16,-24 16 36 0,17-8 23 0,2-1 20 15,1 3 5-15,-2 0 5 0,5-1 1 16,-3 1-2-16,2 0 12 0,0 0 0 0,0-3-7 16,2 3 1-16,2-4-4 15,-2-6-4-15,6 13-8 0,-3-7-4 0,3 0-6 16,-1-3-7-16,-5-3-14 0,18 3-3 16,-9-1-7-16,-9-2-3 0,22-5-10 0,-13 2 6 15,0-1-12-15,-3-4-12 0,4-1-5 16,-7 1 7-16,5-6-2 0,-6-1-4 0,-1 1-3 15,2-3-10-15,-3 2 1 0,0 3-3 16,0-2-3-16,-3 2 4 0,3 3-2 16,0 1-8-16,-3 0 0 0,3 8-1 0,-8-9-6 15,8 9-17-15,-7-3-32 0,7 3-34 16,0 0-41-16,-18 8-31 0,17-2-39 0,-5 0-35 16,2 2-41-16,3-2-46 15,-1 1-83-15,2 1-48 0,-2 1-206 0,2-2-155 16</inkml:trace>
  <inkml:trace contextRef="#ctx0" brushRef="#br0" timeOffset="20195.96">24764 9215 1706 0,'4'8'-49'16,"0"4"29"-16,-4 0 28 0,1-2 35 0,-1 2 29 15,2 5 24-15,-2 1 15 0,2-1 10 16,-2 1 5-16,0 1 19 0,-2 5 13 0,2-3 7 16,-2-2 4-16,2-1 8 0,-1 2 3 15,-3-2 4-15,2 0-2 0,-4-1 2 16,5 0 0-16,-8-3-4 0,4 1-8 0,-3-1-9 15,-1-2-7-15,-1-2-7 16,-1 1-10-16,2-3-11 0,-5-1-12 0,-1-1-12 16,-3 0-11-16,4-3-11 0,-2 0-10 15,-1-3-4-15,-2-3-6 0,-1 0-7 0,6-1-8 16,-2-1-7-16,-2-2-28 0,6 0-35 16,0 1-43-16,0 0-56 0,3 1-81 0,2 0-88 15,1-2-92-15,3 1-121 0,-2-1-128 16,3 0 43-16,2-2-420 0,2 1-485 0</inkml:trace>
  <inkml:trace contextRef="#ctx0" brushRef="#br0" timeOffset="20648.03">24972 9182 2866 0,'6'-6'18'0,"-5"2"19"0,-1 4 18 15,6-5 36-15,-6 5 22 0,4-4 11 0,-4 4 4 16,0 0-7-16,0 0 4 0,15 11-11 16,-7-7-8-16,-3 4-12 0,3-2-9 0,0 3 2 15,-2-1-7-15,-3 1-3 0,1 1-3 16,-2-1 0-16,-2-2-1 0,0 6-3 0,-4-1 0 16,0-2-3-16,-3 3-7 0,-1-3-7 15,-3 2-2-15,0-4-5 0,-2 1-2 16,2-1-8-16,-1-4 1 0,1-1 1 15,4-3-2-15,7 0-8 0,-20-7-1 0,13 1 1 16,2-8-4-16,-1 0-5 0,1-1-2 16,5-2-1-16,0 3-4 0,3-1 3 0,-1 4-5 15,0 1 0-15,2 2-2 0,-1 0-4 16,3 4 3-16,-1 2-1 0,-5 2 1 0,18-2-3 16,-18 2 2-16,18 4-2 0,-6-1 1 15,1 2 2-15,3 2-2 0,-1 0-1 16,1 0-1-16,-2-1 1 0,2 0 1 15,1 2-5-15,-3 1-16 0,0-4-36 0,2 0-46 16,-3 0-51-16,1-2-58 0,-5 1-57 0,-2-1-62 16,4-3-78-16,-11 0-125 0,14 0-33 15,-14 0 45-15,11-3-269 0,-4-1-275 16</inkml:trace>
  <inkml:trace contextRef="#ctx0" brushRef="#br0" timeOffset="21195.84">25487 8390 2193 0,'-5'-16'23'0,"-1"6"34"0,3 2 36 0,-1 1 43 15,0 2 40-15,4 5 6 0,-3-8-17 16,3 8-11-16,0 0 25 0,-12 16 19 16,8 1 3-16,-5 16-11 0,1 4-4 0,-2 13-7 15,3 1 2-15,-1 1-14 0,5-8-13 16,-3 8-15-16,1-8-14 0,4 1-11 0,-3-2-10 15,0-2-9-15,2 1-10 0,1-1-7 16,-1-6-11-16,-2-6-2 0,6-6-6 0,-6 2-9 16,2-8-5-16,1-1-7 0,-3-1-3 15,-1-3 0-15,1 0-6 0,3-3-3 16,-5-1-4-16,1-2-26 0,-3-2-16 0,8-4-9 16,-17 2-9-16,17-2 2 0,-22-10 1 15,9 3 2-15,0-5 5 0,3-2 5 16,-3 1 3-16,0-1 1 0,1 0 3 15,0 3 0-15,7 2 3 0,-1 0 0 0,1 3 2 16,1-1-2-16,2 0 5 0,2 7 0 16,4-14 0-16,3 4 5 0,3 0-2 0,3 1 3 15,2-3-3-15,3 0 3 0,-2 2 0 16,2-2 1-16,0 2 0 0,-4 0-2 0,0 4 2 16,-3 3 2-16,0 0 7 0,1 3 6 15,-12 0 7-15,22 4 7 0,-9 4 7 16,-4 4 8-16,3 3 1 0,-1 2-3 0,2 9-3 15,1 3-2-15,-3-2-2 0,1 2-3 16,-3-2-4-16,-2 0-1 0,3-4-2 16,-4-3-6-16,0-1-4 0,-1-4 2 0,-1-1-5 15,1-1 0-15,-3-1-4 0,5-2-20 16,-4-1-39-16,-1 0-46 0,2-3-59 0,-2-1-81 16,-2-5-92-16,0 0-90 0,0 0-92 15,0 0-124-15,0 0 30 0,0 0-440 0,3-22-519 16</inkml:trace>
  <inkml:trace contextRef="#ctx0" brushRef="#br0" timeOffset="21345.97">25551 8799 2640 0,'-2'-14'-71'0,"-1"2"31"16,0 4 24-16,-1 1 32 0,2 0 35 16,1 2 9-16,1 5-1 0,-2-8-7 0,2 8-9 15,-2-7-7-15,2 7-4 0,0 0-20 16,0 0-40-16,0 0-44 0,0 0-42 0,0 0-40 15,19 12-29-15,-10-5-19 0,-1 1-26 16,2 1-416-16,-1 1-141 0</inkml:trace>
  <inkml:trace contextRef="#ctx0" brushRef="#br0" timeOffset="21612.69">25682 8857 1654 0,'8'8'-59'0,"-4"-1"31"0,2-1 45 16,-2 2 34-16,-2 0 40 0,-1-1 25 0,1 1 21 16,0 1 22-16,0 1 10 0,-2 0 14 15,2 2 3-15,-2 1 4 0,0-2-10 16,0 3-6-16,0 0-6 0,2-1-16 15,-2-1-12-15,1 0-12 0,-1 0 2 0,2 1-11 16,0-2-8-16,0-1 1 0,0-2-6 16,-2 0-1-16,3-1-2 0,-3-7 0 0,2 10-2 15,-2-10 1-15,1 8-3 0,-1-8-6 16,0 0-6-16,0 0-7 0,0 0-10 0,21-12-7 16,-13 0-8-16,-1-1-5 0,4-4-9 15,3-12-9-15,-3 3-25 0,2-1-37 16,-1 0-38-16,-1-1-63 0,1 6-59 0,-4 7-55 15,-3 1-64-15,3-1-79 0,-5 6-100 16,2 0-86-16,-3 2 25 0,2 0-337 16,-3 1-369-16</inkml:trace>
  <inkml:trace contextRef="#ctx0" brushRef="#br0" timeOffset="22028.62">26178 8925 2328 0,'-4'7'-9'0,"2"-3"21"0,-2 0 15 0,4-4 20 16,0 0 30-16,-3 10 22 0,3-10 4 15,0 0 15-15,0 0 2 0,0 0-6 16,0 0-7-16,0 0-12 0,0 0-3 16,0 0-11-16,0 0-12 0,32-12-1 0,-23 2-9 15,3 1-16-15,-1-3 0 0,0-1 3 16,-2-1-5-16,0-1-5 0,-3-1-3 15,-3-2-2-15,-3 3-4 0,-2 0-10 0,-1 1 1 16,-5 0-2-16,1 4-1 0,-3 5 0 16,-1 3-2-16,-5 2-2 0,16 0-1 0,-36 11 17 15,13 4 15-15,1 7 19 0,0 0 15 16,8 1 16-16,0 2 17 0,6 0 11 16,5-3 15-16,3-3 0 0,3 5 0 0,-1-7-14 15,6 2-8-15,1 0 2 0,1-4-11 0,3-1-13 16,-1 0-5-16,1-1-11 15,3-1 13-15,-5-5-11 0,2 1-8 0,2 1-4 16,-2-2-13-16,3 1-32 0,-3-2-47 16,1 1-63-16,-1-1-75 0,-4 2-77 0,1-4-79 15,-4 2-78-15,-3 0-92 16,1-1-138-16,-2-1 31 0,-2-4-446 0,0 11-516 0</inkml:trace>
  <inkml:trace contextRef="#ctx0" brushRef="#br0" timeOffset="22733.92">27036 9058 2660 0,'0'10'-98'0,"2"-5"11"0,0 1 49 15,-1 0 43-15,-1-6 31 0,8 6 23 16,-8-6 16-16,5 6 9 0,-5-6 11 0,9 2 7 16,-9-2-3-16,0 0-5 0,14 0-10 15,-14 0-14-15,13-8-1 0,-6 4-6 0,-2-1-1 16,1 0-9-16,-1-2-11 0,1 1 0 16,-1-2 3-16,-3-4-11 0,-1 2 7 0,-1 0-1 15,-1-2-7-15,-1 2 4 16,-3-2-5-16,-1 3-5 0,-3 2 4 0,2 0-7 0,-5 3-5 15,-1 2-2-15,-7 4-6 16,-3 1 10-16,-4 9-6 0,-7 2 6 0,9 4 7 16,-2 3 7-16,2 4 2 0,5-2-2 15,6 0 0-15,3-1 8 0,6-6 5 0,1 1 5 16,4-2 2-16,6-1 2 0,-1 3-1 16,7-5-3-16,1 1-2 0,7-3-5 0,-4-1-2 15,6-4-8-15,-3-1 0 0,1-3-12 16,3 1-21-16,0-5-44 0,4-1-65 0,6-4-76 15,-1 1-91-15,-2-7-95 0,1-2-151 16,-2 3-33-16,-3-5 41 0,-1 5-252 16,-1-7-252-16</inkml:trace>
  <inkml:trace contextRef="#ctx0" brushRef="#br0" timeOffset="23245.47">27668 8226 2036 0,'-8'-10'32'16,"3"4"21"-16,-3 4 10 0,8 2 29 16,0 0 42-16,-26 14 45 0,12 1 34 0,-5 10 25 15,2 8 13-15,-2 14 3 16,0 7 1-16,1 3-15 0,2 1-11 0,5 5-16 0,-5-5-13 16,9 2-14-16,5-2-15 15,-2-4-12-15,4-7-5 0,2-2-11 0,-2-3-14 16,2-2-10-16,1-4-15 0,-1 0-9 15,4-11-15-15,-4-1-4 0,-1-9-7 0,1-1-8 16,-2-2-4-16,2 1-4 0,0-5-5 16,0 0-1-16,-2-8 0 0,0 11-7 0,0-11-5 15,0 0-1-15,0 0-4 0,0 0-6 16,0 0-1-16,0 0-3 0,12-33-1 16,-12 20-6-16,0-3 1 0,-2-1-3 0,0 1-6 15,-1-5 4-15,-8 1-5 0,4 2 3 16,-2 2-2-16,-3 1-4 0,1 5-2 0,-5-1-4 15,-1 6 4-15,3 3 2 16,0 2-1-16,-4 6-6 0,0 2 3 0,0 4 4 16,-3 7 2-16,2 5-7 0,7-4 6 15,7 1-6-15,-1 1 3 0,4-3 2 0,4 2-5 16,2 0 4-16,3-1-4 0,2 1 1 16,-2-4 2-16,4 0 3 0,3-3-4 0,1-2-5 15,-3-2 2-15,-1-2-9 0,5-1-14 16,-4-1-29-16,6-3-37 0,-3-1-50 0,1-1-65 15,0-4-80-15,4 0-92 0,-2-4-115 16,1 1-157-16,3-2-10 0,4-6 65 0,0 1-459 16,3 1-529-16</inkml:trace>
  <inkml:trace contextRef="#ctx0" brushRef="#br0" timeOffset="23812">27963 8988 3069 0,'-23'9'-17'16,"7"4"34"-16,-2-1 40 0,3 2 50 0,0-2 27 15,0 4 22-15,1-3 10 0,1 1 1 16,6-3 7-16,0-2 0 0,4 2-2 0,1-2-3 16,2-1-7-16,0 0-12 15,3 0-7-15,2-3-9 0,2 0-9 0,1-1-16 16,1-1-10-16,-9-3-8 0,19 0-10 15,-19 0-4-15,25-5-14 0,-14 1-6 0,5-2-3 16,-3-4-9-16,-2 2 1 0,-1-3-10 16,1 1-18-16,-3-4-20 0,-4-3-12 0,0 0-13 15,0 3-4-15,-2-1-9 0,-2 1-6 16,-2 2-7-16,2 2 1 0,-4 2 1 16,0-1 4-16,3 6 2 0,-6-3 5 0,7 6 2 15,-7-3 7-15,7 3 4 0,0 0-5 16,0 0 9-16,0 0 2 0,-18 10 2 0,16-3 2 15,0 2 2-15,2-1 2 16,0 8 0-16,0 1 6 0,2 2 1 0,0 1-2 16,1 16 3-16,-1 3 26 0,2 2 23 15,-3 1 3-15,7 11 11 0,-6-7 14 0,-1 0 5 16,1-3 8-16,0 1-2 0,-4-3 8 16,0-2 6-16,-1 1 4 0,-1-5 11 0,-3 0-4 15,-4-6-5-15,4-6 4 0,0-3-6 16,-4-3-5-16,0 1-8 0,-1-1-6 0,-4-5-7 15,1 1 9-15,1-5-26 0,-1 0 0 16,-2-3-6-16,-2-2-5 0,0-1 6 16,1-4-21-16,-2-3-3 0,-1-4 6 15,-6-6-50-15,4-1-54 0,1-5-38 0,6-4-47 16,1-3-50-16,1-1-69 0,3 4-86 16,6-1-79-16,-2 2-96 0,5 4-150 15,2 1 6-15,0-5 59 0,9 2-495 0,0-6-582 16</inkml:trace>
  <inkml:trace contextRef="#ctx0" brushRef="#br0" timeOffset="24228.6">28270 9126 3146 0,'0'0'33'0,"-5"8"22"0,5-8 48 15,0 0 42-15,0 0 38 0,0 0 10 16,0 0-5-16,0 0-11 0,-6 3-16 15,6-3-14-15,0 0-13 0,0 0-10 0,0 0-12 16,0 0-13-16,0 0-4 0,32-6-16 16,-22 1-3-16,4-3-9 0,-3 1-6 0,2-2-5 15,-1 0-6-15,-1-2-4 0,-1 1-8 16,-1-2-1-16,-2-2-3 0,1 1-7 0,-4-3-1 16,-4-1-2-16,0 0-3 0,-1 1-6 15,-6 3-1-15,0 1-4 0,-3 2-3 16,-2 5-1-16,0 1 2 0,-1 4-4 15,-3 0 2-15,-5 7-2 0,0 3-2 0,-4 7 2 16,4 4 3-16,5 3 0 0,-2 0 2 16,9-2 6-16,0-2 7 0,6 1 3 15,1 1 3-15,2-2 1 0,2 0-2 0,1-2-1 16,6 3-4-16,-4-2-2 0,4-1 2 16,1-3-6-16,0-1 0 0,-1-4 0 0,2-2-7 15,3 1-16-15,1-2-39 0,1-2-50 16,-2-2-69-16,2-1-80 0,-1-2-76 0,2-3-92 15,-2-2-85-15,-1 3-143 16,1-3 41-16,0-1-455 0,-2-2-527 0</inkml:trace>
  <inkml:trace contextRef="#ctx0" brushRef="#br0" timeOffset="24744.98">28752 8940 2863 0,'0'0'-31'0,"0"0"21"15,-7-5 25-15,7 5 41 0,0 0 47 16,0 0 40-16,-25 22 23 0,14-10 10 16,4 5 6-16,-4 0-9 0,4 1 5 0,3-3-12 15,-3 5-6-15,2-3-13 0,3-1-17 16,1 1-10-16,1 1-12 0,0-5-6 0,1 1-11 16,6 0-8-16,-3-3-8 15,3-1-5-15,-1-2-6 0,3-1-4 0,-1-2-7 16,1-4-2-16,1-1-7 0,-10 0-4 15,21-1-1-15,-10-2-4 0,3-4-4 0,-1-3-6 16,-1 2 2-16,-1-1-5 0,2 3 0 16,-3 0-6-16,-3 0-4 0,3-1 2 0,-4 2-3 15,0 2 0-15,-6 3 1 0,9 0 0 16,-9 0 1-16,0 0 0 0,13 11-3 0,-7-3 1 16,0 0 1-16,1 3 0 0,0-3-3 15,2 4-2-15,2 0 0 0,-2-3 2 0,7 4-2 16,-1-3 2-16,0 1 6 0,4-3-2 15,-2 1 2-15,1-4-5 0,-1-2 2 16,-4-3-1-16,4 2 1 0,-3-2 1 16,1-2-2-16,-1 1 8 0,-3-1 0 15,0-3 11-15,1 0-1 0,-5 0-2 0,1-4 1 16,-3 0-8-16,2-2-2 0,-4-5 0 16,3-5-1-16,-3 0 2 0,1-4-6 0,-2 3-1 15,2-1-6-15,-2-1-21 0,-1 2-22 16,4 5-33-16,-3 2-40 0,0 1-61 0,0 2-66 15,-2 2-71-15,1 1-70 0,-2 2-89 16,1-1-140-16,0 8-12 0,-2-12 56 0,0 7-386 16,2 5-429-16</inkml:trace>
  <inkml:trace contextRef="#ctx0" brushRef="#br0" timeOffset="25161.66">29454 8479 2763 0,'1'-31'68'0,"-1"7"41"0,-1 5 45 16,1 4 46-16,-2 4 39 0,0-1 9 16,2 3-8-16,0 9-7 0,0 0 29 0,0 0 22 15,0 0 16-15,-6 37-16 0,6 0-11 16,0 8-24-16,0 11-18 0,4 3-28 0,0 1-19 16,-1 0-18-16,9 0-14 15,-4-1-16-15,3 0-4 0,3-5-14 0,1-1-11 16,-2-9-13-16,0-8-22 0,-2-3-28 15,-2-4-44-15,-2-5-43 0,-1-7-54 0,-4-3-36 16,1-2-41-16,2-3-43 0,-5-1-56 16,0-3-60-16,0-5-36 0,0 0-17 0,-7 5-4 15,7-5 11-15,0 0 41 0,-16-15 26 16,7 3 43-16,-2 2 57 0,0 0 52 16,-1 2 53-16,1-1 51 0,4 3 55 0,-1-2 54 15,-2 0 56-15,5 4 36 0,-3-3 32 16,6 2 25-16,2 5 20 0,-5-9 20 0,5 9 13 15,0 0-4-15,9-8-23 16,2-2-24-16,5 5-19 0,2-3-22 0,0 2-17 16,1 0-35-16,0 0-53 0,2 1-74 15,0 1-74-15,0-2-86 0,-4 4-91 0,2-1-71 16,-7 1-85-16,1 2-117 0,-5 0-87 16,-8 0 38-16,0 0-425 0,11 7-489 0</inkml:trace>
  <inkml:trace contextRef="#ctx0" brushRef="#br0" timeOffset="31410.37">23778 10403 2651 0,'-1'-7'-64'0,"-3"0"26"16,4 7 30-16,-4-10 33 0,2 5 37 0,2 5 32 16,-2-9 34-16,2 9 11 15,-3-8-11-15,3 8-8 0,0 0-21 0,0 0-4 16,0 0-11-16,0 0-4 0,-6 22-12 16,4-3 2-16,2 4-8 0,-4 12-8 0,2 1-9 15,0 1-1-15,0 2-6 0,0-4 2 16,2-4-9-16,0-5-1 0,-1 1-5 0,-1-3-2 15,-2 2 0-15,0-3 2 0,2-2-4 16,1-2 1-16,-3-1-6 0,-1-3-4 0,3-3-56 16,-1-2-52-16,1 3-52 0,-2-5-56 15,2 1-64-15,0-4-76 0,2-5-126 0,-3 4-18 16,3-4 38-16,0 0-139 16,0 0-90-16</inkml:trace>
  <inkml:trace contextRef="#ctx0" brushRef="#br0" timeOffset="31828.03">23765 10164 1598 0,'10'-12'-26'0,"-3"6"13"16,1 0 19-16,2 3 22 0,-3 1 11 0,-7 2 11 16,19 2 2-16,-7 3-1 0,1 0-5 15,-2 4-2-15,5 1-3 0,-1 5-5 0,-1 1-1 16,-3-1-4-16,-2 2 1 0,-2 3-4 15,2-1-1-15,-5-1 0 0,-4-1 2 16,1 2-3-16,-2-1 0 0,-5 3 1 16,-1 2 3-16,0-4 15 0,0-1 6 0,-1 0 9 15,0-6 5-15,2-1 17 0,1 0 17 16,-1-4 5-16,1-2-5 0,-1-1-2 0,6-4 3 16,-6 4-2-16,6-4 2 0,-6 2 0 15,6-2-14-15,0 0-6 0,-5 5-14 0,5-5-7 16,-2 7-9-16,2-2-3 0,0-5-1 15,2 15-6-15,1-6-5 0,-1 4-3 16,6-2 3-16,-4 1-8 0,6 1-2 0,-3-1-1 16,0 2-3-16,2-1-2 0,0-1-7 15,-2 0 5-15,-1-2-7 0,0-1 0 16,0-1 4-16,-1-1-6 0,-1 3 6 16,2-6-37-16,-5 3-55 0,3-2-56 0,1 0-64 15,-5-5-84-15,4 9-101 0,-4-9-133 16,3 5 30-16,-3-5-210 0,0 0-191 0</inkml:trace>
  <inkml:trace contextRef="#ctx0" brushRef="#br0" timeOffset="32228.58">24117 10580 1939 0,'0'0'-10'15,"11"-2"12"-15,-11 2 33 0,0 0 43 16,0 0 31-16,0 0 20 0,0 0 12 0,16 7 9 15,-16-7 10-15,9 3-5 0,-9-3-4 16,9 3 0-16,-9-3-4 0,7 2-8 16,-7-2-7-16,10 4-3 0,-10-4-6 0,0 0 1 15,13 0-13-15,-13 0-9 0,0 0-8 16,13-3-7-16,-4 0-12 0,-9 3-3 0,7-9-12 16,-3 3-3-16,-3-2-3 15,1 0-4-15,-2-1-2 0,-2 1-7 0,2-4-6 16,-3 3-4-16,-3-1-1 0,1 3-5 15,-4 0-1-15,-2 4-4 0,0 3-5 0,-5 2 1 16,2 3-3-16,-6 3-3 0,3 4 2 16,-5 5-3-16,0 2 2 0,8 1 1 0,3-4-4 15,0 4 0-15,3-2 4 0,1 2 12 16,3-4 4-16,0 2 0 0,2-3 3 0,2-1 1 16,2-1 3-16,2 1-4 0,1 0 0 15,1-2-2-15,2 0-1 0,3-3-2 0,7 2-19 16,-3-4-43-16,0-2-72 0,4-1-97 15,-2 2-104-15,-4-6-104 0,7 2-117 0,-7-2-75 16,2 0 46-16,-2-2-356 0,-1 2-397 16</inkml:trace>
  <inkml:trace contextRef="#ctx0" brushRef="#br0" timeOffset="32552.63">24379 10553 2376 0,'-4'-6'-28'0,"4"1"31"0,-2-1 33 0,2 6 31 15,0 0 30-15,-3-9 9 0,3 9-12 16,0 0-1-16,0 0 29 0,0 0 18 0,0 0 10 16,-2 24 3-16,0-13 3 0,2 3-9 15,-2 0-11-15,0 3-6 0,2-3-11 0,0 3-8 16,0-2-8-16,2 1-3 0,0 1 2 16,0-2-6-16,0-1-9 0,0-1-3 0,-1-2-1 15,1-1 2-15,2-1 4 16,-2 0 7-16,0-3 12 0,-2-6 8 0,3 8-8 15,-3-8-7-15,10 2-14 0,-10-2-8 16,0 0-10-16,0 0-5 0,24-12-9 0,-15 5-6 16,0-3-5-16,0-5-8 0,3-2-36 15,1-11-35-15,5-1-39 0,-3 0-45 16,-2 2-53-16,0 0-62 0,-2 9-54 16,-2 3-55-16,-6 5-71 0,-1 0-75 0,4 5-107 15,-6 3 41-15,0 2-374 0,0 0-408 16</inkml:trace>
  <inkml:trace contextRef="#ctx0" brushRef="#br0" timeOffset="32777.08">24610 10507 2525 0,'2'-7'-23'0,"-2"7"34"0,3-7 33 0,-3 7 35 16,0 0 20-16,4-6 11 0,-4 6 16 15,0 0 7-15,0 0-6 0,0 0 3 16,16 23-4-16,-12-11-10 0,-3-1-8 0,1 5-12 15,-2 0-12-15,0 4-4 0,-2-4-9 16,2 4-8-16,-1-2-5 0,-1 0-37 0,-3-1-50 16,1 1-59-16,2-2-68 15,-1-3-66-15,1-2-91 0,-2-1-118 0,2 0-79 16,-1-2 38-16,1-4-196 0,2-4-163 16</inkml:trace>
  <inkml:trace contextRef="#ctx0" brushRef="#br0" timeOffset="32943.76">24732 10343 1795 0,'-2'-17'18'0,"0"6"21"0,0 3 25 15,-1 0 24-15,3 2 19 0,-1 0 1 16,1 6-12-16,0-6-12 0,0 6-12 16,0 0-5-16,0-9-30 0,0 9-55 15,0 0-73-15,10-4-96 0,-10 4-147 0,0 0-328 16,0 0-157-16</inkml:trace>
  <inkml:trace contextRef="#ctx0" brushRef="#br0" timeOffset="33344.12">25004 10415 1802 0,'0'0'-29'0,"-10"-4"13"0,10 4 28 15,0 0 32-15,-18 6 22 16,6-2 15-16,2 2 5 0,-1 2 3 0,-1-1-8 16,3 2 5-16,2-1-5 0,-3 0 6 15,4 1-4-15,0 2 0 0,5-3 7 0,-1 2-6 16,2-1-4-16,0 3-7 0,2-2-2 16,-1 3 6-16,1-4-1 0,4 5-7 15,-2 0-1-15,-3-1-3 0,4-1-5 0,-1 3-4 16,-2-2-10-16,-1 1 2 0,1-2-5 15,0 2-4-15,0-1-1 0,-2-2 11 16,0 1 17-16,-4 0 2 0,2 0 1 16,1 0 7-16,-3-2 6 0,-3 0 5 0,4-1 4 15,-5 1 3-15,3-3 7 0,-3 1 2 16,-2-3-7-16,3 1-5 0,-2-3-10 0,-2 0-7 16,11-3-7-16,-18 2-7 0,18-2-9 15,-21-2-11-15,11-2-51 0,-2-2-58 0,5-1-75 16,2 0-82-16,1-1-76 0,2-2-88 15,4-3-108-15,2 2-65 0,-1 1 34 0,9-6-299 16,5 4-313-16</inkml:trace>
  <inkml:trace contextRef="#ctx0" brushRef="#br0" timeOffset="33542.51">25076 10560 2098 0,'6'-4'-52'0,"-1"3"17"0,-5 1 16 0,0 0 31 0,0 0 39 15,13 9 26-15,-13-9 16 16,3 12 9-16,-1-3 5 0,-2 0-4 0,0 6-4 15,0-1-10-15,-2 2-10 0,0 2-2 16,2-1-9-16,-3 1-9 0,1 0-1 0,-4 0-5 16,2 0-8-16,0-2-5 0,-2 0-20 15,3-1-45-15,-3-1-55 0,2-3-61 16,3-2-77-16,-4 0-88 0,1-2-131 0,4 1 15 16,0-8-121-16,0 0-45 0</inkml:trace>
  <inkml:trace contextRef="#ctx0" brushRef="#br0" timeOffset="33693.82">25261 10305 1451 0,'4'-24'-6'15,"0"7"16"-15,-3 4 15 0,2 1 15 16,-3 2 10-16,0 3-4 0,0 1-5 0,0 6-6 16,0-10-7-16,0 10-10 0,0 0-40 15,0 0-62-15,-4-6-88 0,4 6-325 16,0 0-2-16</inkml:trace>
  <inkml:trace contextRef="#ctx0" brushRef="#br0" timeOffset="33959.56">25356 10224 1392 0,'0'-8'89'0,"-2"-1"19"0,2 9 16 16,0-9 24-16,0 9 20 0,0 0 9 15,0 0-8-15,0 0 10 0,0 0 23 0,0 0-5 16,-11 28-6-16,11-7-18 0,-5 10-14 16,-2 6-16-16,4 3-14 0,-5 1-14 0,3-2-9 15,-3 1-9-15,0-1-15 16,-1-2-10-16,1-2-5 0,1-2-19 0,2-8-56 0,4-4-44 16,-3-2-62-16,2-4-49 15,-4 1-56-15,5-6-65 0,-3 0-57 0,0-1-94 16,4-4-45-16,-2 0 25 0,2-5-152 15,0 0-106-15</inkml:trace>
  <inkml:trace contextRef="#ctx0" brushRef="#br0" timeOffset="34111.68">25187 10665 1749 0,'0'-5'54'16,"0"5"26"-16,0 0 23 0,-5-10 29 16,5 10 22-16,0 0 11 0,0-10-2 15,0 10-14-15,9-10-25 0,0 4-10 0,3-3-6 16,5-3-25-16,2 2-57 0,10-5-77 0,-2-1-93 15,5 1-86-15,2-3-31 16,17-1-132-16,4-1-46 0,5 5-135 0,1-1-74 16</inkml:trace>
  <inkml:trace contextRef="#ctx0" brushRef="#br0" timeOffset="34976.83">26249 10055 1631 0,'-9'-7'49'0,"4"2"11"0,-1 0 7 0,6 5 16 0,0 0 22 15,-11 0 31-15,11 0 29 16,-8 13 16-16,2 3 17 0,-1 6-3 0,-2 10-14 16,0 8-18-16,2 9-6 0,0 3-6 15,-1 3-11-15,2-3-10 0,0-6-17 0,1 7-9 16,-1-11-12-16,3-1-5 0,-1-2-13 15,-3-3-8-15,2-2-7 0,-1-8-2 0,3-6-6 16,-3 1-10-16,1-6-2 0,0-1-1 16,-3-2-4-16,5-2-2 0,-5 1-3 0,3-4-2 15,-4-1-2-15,0-1-5 0,2-2-2 16,-2-3-2-16,9 0-1 0,-22 0-3 0,9-6-4 16,0 0 1-16,0-2-9 0,-1-1-6 15,-1-3-4-15,1 1-3 0,5-1-1 16,2-1 4-16,-4 2-5 0,8 0 1 15,1 1-5-15,4 1-7 0,1-2-12 0,8-5-16 16,7-5-27-16,5 1-28 0,11-7-13 16,11 4-30-16,4 0 9 0,12-1 17 15,19-5 15-15,6-1 8 0,4-1 10 0,1 0 12 16,-4 2 3-16,-3-4 10 0,-25 9 8 16,-7 1 5-16,-11-2 10 0,-12 4 15 0,-10-1 20 15,-8 3 24-15,-3-3 15 0,-8 3 26 16,-6-3 21-16,-7-7 18 0,-2 3 9 15,-6 1 8-15,0 2-3 0,-6 3 3 16,2 3-1-16,-3 1-5 0,4 6-1 0,-10 1 1 16,10 5-11-16,-1 4 4 0,2 0-10 15,-9 10-6-15,0 5-6 0,1 6 17 0,-7 5-5 16,8 3-7-16,-1 10-7 0,5-3 0 16,6-5 3-16,5 4-9 0,2-4-4 0,1 4-4 15,3 0-7-15,6 0-4 0,2-6-5 16,1-3-6-16,-2 1-1 0,4-3-1 0,2 0-6 15,5-3 1-15,-3 0-5 0,1-4-3 16,2-1-1-16,0-3-2 0,-2-3-3 16,4-4-2-16,1 2 1 0,-1-5-1 0,3 0-3 15,-3 0-3-15,2-1-1 0,1 2-1 16,1 0-2-16,-1-1 2 0,-1 1-4 16,3 1-3-16,-4 2 2 0,0-1 1 15,1 1 0-15,-3 0-1 0,2 0 3 0,-3 0-2 16,-2 0 1-16,3-2 2 0,-2 2-2 15,-3-2 4-15,3 0 10 0,-3 0 1 0,4-1 11 16,-6-1 10-16,5 0 8 0,-8-3 3 16,14 6 6-16,-7-5-5 0,-7-1-1 0,17 2-3 15,-7-2-10-15,-10 0 0 16,20 0-5-16,-6 2-5 0,-1-2 0 0,-3 2-8 16,3-2 2-16,-4 0-5 0,-9 0-21 0,21 1-41 15,-10-1-56-15,2 0-76 0,-13 0-103 16,23-3-123-16,-10-1-127 0,-1-1-178 15,4 0 40-15,-1 0 83 0,1 1-474 0,-2-1-532 16</inkml:trace>
  <inkml:trace contextRef="#ctx0" brushRef="#br0" timeOffset="35358.98">27422 10603 2965 0,'0'0'20'0,"0"0"17"0,-11-4 16 16,11 4 23-16,0 0 42 0,0 0 52 15,0 0 17-15,-11 15 3 0,11-6-12 0,-2 2-10 16,2 3-7-16,0 1-19 0,-5 4-10 16,5 2-13-16,-1 3-13 0,1 0-10 0,-4 0-13 15,2 1-3-15,0-3-7 0,0 1-10 16,2-4-6-16,-2-1-6 0,2-3 0 0,0-2-7 15,0-4-5-15,0 0 8 0,0-1 0 16,0-4-1-16,0-4-7 0,8 6-4 0,-8-6 0 16,0 0-5-16,25-10-2 15,-14 2-3-15,1-1-3 0,1-7 0 0,-1 1-5 16,4-11-2-16,4 3-5 0,-5-9 0 16,0 1-14-16,-2-1-20 0,1-2-29 0,-1 5-38 15,-4 8-50-15,0 1-60 0,-6 8-73 16,5-1-89-16,-6 5-86 0,3-2-145 0,-1 4 2 15,0 1 59-15,2-1-341 0,-6 6-356 16</inkml:trace>
  <inkml:trace contextRef="#ctx0" brushRef="#br0" timeOffset="36031.83">27914 10773 2280 0,'-4'7'-1'0,"-2"-4"22"0,4 3 9 16,2-6 18-16,-3 4 30 0,3-4 32 16,0 0 27-16,0 0 11 0,0 0-5 15,0 0-16-15,0 0-6 0,0 0-14 0,0 0-8 16,0 0-12-16,21-17-16 0,-14 10-6 16,1-1 1-16,-1-2-10 0,2 1 1 0,-4-3-12 15,2 0-6-15,-3-2-3 16,0 2 1-16,-4-1-5 0,0 2-2 0,-2 0-4 0,0 0-8 15,-3 4-4-15,-3 0 3 0,1 5 1 16,7 2-4-16,-23 2 1 0,7 5-5 16,-2 4 5-16,-6 6 2 0,3 2 9 15,5 3 1-15,-2 0 6 0,7 0 2 0,4-3 11 16,-2 3-8-16,5-5 9 0,3 0-3 16,1 1 5-16,0-2 1 0,1 1 2 0,1-3 3 15,2-3 8-15,3 1 4 0,0-3 4 16,2-1-5-16,2-1-3 0,3 0-10 15,-1-5-3-15,1 0-6 0,1-4-4 0,2 0-6 16,0-1 0-16,-1-2-2 0,-4-5-4 16,2 4-2-16,-1-5-3 0,-1 1-4 0,-1-3-3 15,-1-4 3-15,-2-3-7 16,3-7 3-16,-2-1-5 0,0 3 1 0,-2 6-1 16,-3 6 0-16,-3-1 5 0,5 4 1 15,-6 1-2-15,2 2 1 0,0 0-2 0,-2 7 0 16,0-6-2-16,0 6 2 0,0 0 1 15,0 0-4-15,0 0 7 0,0 0 4 0,0 0 2 16,0 0 5-16,14 13 4 0,-7-9-2 16,-7-4 4-16,21 1-2 0,-6-1 4 0,-15 0 0 15,27 0 3-15,-11-1 11 16,-4 1 3-16,3 0-5 0,-1 1-5 0,-1 1 7 16,-1 3-8-16,1 1 2 0,-1 4-2 15,-1-2-6-15,-4 3-2 0,4 3-5 0,-4-3 0 16,-3 3-5-16,-1 1-3 0,1 1 2 15,-2-1-6-15,0 3 0 0,-2-2-7 16,0-1 0-16,0 2-10 0,0-3-11 0,-2 3-27 16,0-5-31-16,2 0-36 0,0-1-48 15,-4 0-55-15,4-1-73 0,-1-2-67 0,-1-3-97 16,0 1-129-16,2-6-77 0,-4 8 42 16,4-8-460-16,0 0-541 0</inkml:trace>
  <inkml:trace contextRef="#ctx0" brushRef="#br0" timeOffset="36342.75">28553 10104 2985 0,'-7'-15'-16'0,"5"5"19"0,2 0 31 0,-1 2 29 16,1 8 35-16,-6-6 28 0,6 6 47 15,0 0 52-15,-11 17 23 0,3-3 4 0,-2 17-10 16,-1 4 6-16,-4 13-5 15,2 8 19-15,-3-3-27 0,3 1-23 0,2 0-24 0,-3-2-12 16,5-2-22-16,3-9-7 0,-4 0-16 16,8-3-16-16,-1 0-14 0,1-4-4 0,0-6-19 15,0-6-6-15,0-2-37 16,0-3-32-16,1-3-49 0,-1 1-37 0,0-3-31 16,2-2-40-16,0 0-36 0,-3-4-58 15,1 1-65-15,2-7-51 0,-3 6-34 0,3-6-19 16,0 0-3-16,0 0 4 0,0 0-8 15,-21-17-7-15,13 7 18 0,1 4-437 0,-1-3-335 16</inkml:trace>
  <inkml:trace contextRef="#ctx0" brushRef="#br0" timeOffset="36492.58">28266 10800 2150 0,'-7'-4'-98'0,"0"1"42"0,-2 0 41 15,9 3 45-15,-5-3 50 0,5 3 40 0,0 0 38 16,-6-6 34-16,6 6 24 16,0 0 7-16,0 0-7 0,9-12-12 0,-2 7-22 15,0-1-18-15,3 0-14 0,3 0-18 16,-1-1-12-16,4-2-38 0,4 1-64 0,-1-1-76 15,-1-1-101-15,13-1-76 0,4-2-55 16,1 3-96-16,2 1-135 0,0-3 27 0,-4 2-229 16,3 0-215-16</inkml:trace>
  <inkml:trace contextRef="#ctx0" brushRef="#br0" timeOffset="36876.12">28804 10636 1884 0,'-5'4'-5'0,"-2"2"18"0,2 0 22 15,-1-1 27-15,6-5 32 0,-9 6 21 16,5-2 16-16,4-4 11 0,-5 5-4 16,5-5 9-16,-5 3 6 0,5-3-5 0,0 0 1 15,0 0-9-15,-6 4-10 0,6-4-11 16,0 0-12-16,0 0-6 0,0 0-14 0,0 0-4 16,0 0-9-16,18-12-10 0,-18 12-6 15,9-9-7-15,-5 3-5 0,0-2-1 0,-3 2-8 16,1-2-4-16,-2 2-2 0,0 6-1 15,-7-13-10-15,-1 11-4 0,8 2-7 16,-23 0 5-16,7 2 2 0,-5 6 7 0,-4 5 13 16,0 5 17-16,2 0 17 0,2 3 15 15,4 1 16-15,2-5 10 0,5 1 10 16,0 0-1-16,5-4-3 0,-1 1-12 16,6-3-4-16,-1 1-5 0,2-4-7 0,-1 3-7 15,8-2-13-15,-3-2-15 0,6-1-28 16,1 0-50-16,1 0-57 0,7-5-78 0,-5-2-78 15,4 0-86-15,0 0-69 0,6 0-33 16,4-4-67-16,7-4-101 0,0-3 33 0,-4 1-355 16,2-2-396-16</inkml:trace>
  <inkml:trace contextRef="#ctx0" brushRef="#br0" timeOffset="37309.04">29109 10643 2379 0,'6'-7'24'0,"-5"-1"44"0,3 6 24 15,0-1 18-15,-4 3 26 0,0 0 39 16,4-8 31-16,-4 8 41 0,0 0 40 15,0 0 11-15,0 0 11 0,-1 23-1 0,-2-13-4 16,-1 3-5-16,-1 3-15 0,-1 3-15 16,-3 2-27-16,0-1-32 0,0-1-27 0,0 1-19 15,-1-3-18-15,1 4-13 0,-1-2-15 16,0-1-13-16,3-5-11 0,-1 3-13 0,1-4-13 16,-3-3-68-16,2 0-60 0,1-2-44 15,2-2-44-15,5-5-36 0,-6 6-40 16,6-6-45-16,0 0-40 0,0 0-33 0,13-19-20 15,-2 3-14-15,12-9-8 0,4-8 14 16,3-5 35-16,3 2 37 0,-5 3 32 16,-5 8 46-16,-2 1 49 0,-7 8 46 15,-3 5 35-15,-3 2 28 0,-2 5 50 0,-5 3 44 16,-1 1 42-16,0 0 38 0,0 0 31 16,-15 15 27-16,5-5 24 0,3 2 14 0,-1 2 12 15,0 1 16-15,5-1 15 0,-3 1 10 16,4-2 30-16,0-1-8 0,4-1-6 15,2 1 6-15,2 3-16 0,3-4-27 0,3 0-9 16,3-2-19-16,2 3-23 0,4-2-19 0,-2-4-16 16,2 1-22-16,0-1-39 0,1 0-79 15,-4-2-94-15,-1 0-100 0,-2 0-83 16,-5 0-92-16,0-1-88 0,-5 1-120 16,-1 0-180-16,-4-4 42 0,0 0 74 0,-14 16-533 15,-1-7-626-15</inkml:trace>
  <inkml:trace contextRef="#ctx0" brushRef="#br0" timeOffset="38475.89">20465 12221 2900 0,'-19'-3'-187'0,"3"1"26"0,-1 2 41 16,4-1 25-16,-2 1 34 0,1-1 25 0,1 1 21 15,-1-2 22-15,5 0 20 16,9 2 8-16,-17 0-1 0,17 0-4 0,-13 0-1 16,13 0-2-16,0 0 3 0,-8 5 32 15,8-5 9-15,0 0 4 0,40 12-7 0,-4-6-4 16,8-2-6-16,5 0-7 0,20 0-2 15,4-2-3-15,1-2-3 0,-1 0-5 0,-3 0-4 16,-4-2-2-16,-7-2-3 0,-9 0-3 16,-8 2 2-16,-12 2-6 0,-3-5-2 15,-5 5-3-15,-8 0 5 0,2-1-4 0,-1-1-3 16,-3 0-2-16,-5 0 0 0,2 1 0 16,-9 1-1-16,16-4-6 0,-9 2 4 15,-7 2-1-15,13-6-1 0,-8 4-5 16,-5 2-28-16,7-4-42 0,-7 4-66 0,8-4-84 15,-8 4-85-15,0 0-192 0,0 0 33 16,0 0-124-16,0 0-86 0</inkml:trace>
  <inkml:trace contextRef="#ctx0" brushRef="#br0" timeOffset="39212.6">21904 12063 1619 0,'9'-15'-5'0,"0"4"15"0,2-1 26 0,-2 3 23 16,-4 1 31-16,5 1 27 0,-4-1 9 15,0 4 4-15,-3-4 0 0,1 6-15 16,-4 2-9-16,6-7-11 0,-6 7-7 16,0 0-6-16,0 0-9 0,-17-4-7 0,-3 8-4 15,-3 0-13-15,-13 3-1 0,-3 3-1 16,-2-2-10-16,-1-1-4 0,1 1 4 0,0-2 11 16,5-2 4-16,8 0 7 0,4-2 7 15,2-2 3-15,5 0 13 0,-3-2-9 0,4 0 4 16,0-1 6-16,1-4-10 0,1 1-3 15,3 2-7-15,0-1-7 0,3-1-5 0,0 2 2 16,3-2-2-16,-2 2-3 0,7 4-4 16,-13-4-8-16,13 4-10 0,0 0 1 15,0 0-1-15,-1 17 7 0,2-1-3 0,1 9 5 16,5 11 10-16,-3 8 5 0,-1 15 10 16,-1 0 2-16,-4 3 9 0,0 5-4 0,-5 0 3 15,-5 2 5-15,-3-1-5 16,-1 3-4-16,-7 11-5 0,1-16 13 0,-6 11 5 15,4-19-5-15,1-4 5 0,3-1 1 16,-1-5-7-16,0-3-8 0,2-10-4 0,5-6-5 16,-1-4-5-16,5-4-8 0,5-6 1 15,-3-3-1-15,5-3 10 0,1-1 4 0,-3-1 7 16,3 0 2-16,2-1 3 0,5 0-13 16,1-1 0-16,1 2-5 0,4-2-5 15,5 2-4-15,3-2-4 0,5 2-2 16,10-2-5-16,5 0-4 0,3-1 2 0,-3-1-10 15,4 0-3-15,-3-3 0 0,-6 2 5 16,-6-2-2-16,-1 0-4 0,-4 0-2 0,0 0 1 16,-2-2-3-16,-4 2 3 0,-2 0 2 15,-1 0-3-15,-1 0 7 0,-3 0-4 0,-10 0-4 16,18-3 2-16,-18 3-2 0,14 0-4 16,-14 0-4-16,11-1-5 0,-11 1-26 0,10-2-45 15,-10 2-56-15,0 0-64 0,0 0-93 16,12-2-119-16,-12 2-118 0,0 0-192 0,0 0 0 15,0 0 79-15,0 0-521 0,-22-9-624 16</inkml:trace>
  <inkml:trace contextRef="#ctx0" brushRef="#br0" timeOffset="43608.15">22361 11817 3005 0,'-2'-10'-118'0,"2"5"39"0,0 5 37 0,-1-10 31 15,-2 4 29-15,3 6 32 0,-4-10 27 16,4 10 15-16,-4-8 15 0,4 8-7 16,-1-7-18-16,1 7-9 0,0 0-1 0,0 0-7 15,0 0 14-15,0 0-10 0,-2 22 12 16,2-5-1-16,-2 2-7 0,2 8 20 0,-2 9-2 15,0 0-3-15,-2 0 7 0,4 1-4 16,-1-9-10-16,-3-3-7 0,-1-1 22 16,3-6-11-16,2 0 9 0,-3-3-4 0,1-1 11 15,2-4 11-15,-4-2 10 0,2 1 10 16,0-2 0-16,2-7-9 0,-1 5 1 16,1-5-26-16,0 0-6 0,0 0-10 0,0 0-6 15,-11-21-9-15,11 8-7 0,0-6-8 16,1 0 3-16,-1-5-8 0,6-1-8 0,-1-8-3 15,1 8-3-15,0 4-1 0,-3 3-4 16,4 3-10-16,-4 5-6 0,3-1-3 16,0 4 1-16,1 4-2 0,-1 1 7 0,-6 2-10 15,23 7 2-15,-10-2-2 0,6 7 0 16,4 5-2-16,0 2 2 0,4 2 2 0,-2-3-2 16,1-1-3-16,2 1 3 15,-3-3-1-15,-2-2 0 0,-5-5 0 0,-3-1 0 16,-2 0 2-16,-1-3-1 0,-1 2 2 15,-1-4 1-15,-10-2 1 0,16 2-2 0,-16-2 2 16,24-6-6-16,-15 1 5 0,3-3-4 16,-5-1 3-16,4-1-3 0,-3-2-2 0,0-2 0 15,-1 0 0-15,-1-2 0 0,-2-3 9 16,1-4-8-16,0-1 0 0,-3 2-5 0,1-2-2 16,-3 2-1-16,2 1-3 0,-2 4-24 15,2 1-34-15,-2 4-38 0,0 2-54 0,-2 2-53 16,2 1-65-16,0 7-53 15,-3-7-65-15,3 7-79 0,0 0-150 0,0 0-21 16,0 0 64-16,0 0-381 0,-11 15-438 16</inkml:trace>
  <inkml:trace contextRef="#ctx0" brushRef="#br0" timeOffset="43942.64">22837 11918 2400 0,'4'7'-127'16,"-1"-2"21"-16,-3 0 46 0,1 3 55 0,-1 0 33 15,2 5 30-15,2-1 26 0,-2 1 12 16,1 3 22-16,-1-3 8 0,2 3 9 0,1-3 8 16,-3 3 15-16,7-4 0 15,-4-1-1-15,1 0-5 0,-1-3-6 0,5 1-1 16,0-1-8-16,-5-1-8 0,6-2-9 16,-1 1-13-16,2-3-9 0,-1 0-10 0,3-2-9 15,-5 0-7-15,-9-1-2 0,19 0-12 16,-19 0-4-16,17-2-16 0,-9-3 5 15,-1 0-2-15,1 0-6 0,-4-3-5 0,-3-1-4 16,1-1-2-16,-2-2-6 0,-2-2 2 16,-1-1-5-16,-3 0-1 0,2 6-5 0,-1-2 2 15,-3 5-6-15,-2 0-7 0,3 1-29 16,7 5-47-16,-21-1-48 0,10 2-63 0,1 4-72 16,-2 1-98-16,1-2-162 15,4 4-63-15,-1-3 54 0,0 3-309 0,6-1-324 0</inkml:trace>
  <inkml:trace contextRef="#ctx0" brushRef="#br0" timeOffset="44475.98">23432 12080 2426 0,'0'0'48'0,"5"-2"-1"0,-5 2 10 16,0 0 31-16,0 0 41 0,0 0 44 15,0 0 27-15,0 0-3 0,12 12-4 16,-10-4-10-16,2 1 3 0,0 1 4 0,-1 2-6 16,-3 0-16-16,4 0-13 0,-2 0-3 15,0-1-12-15,-2-1-6 0,2 2-3 0,-4 0 1 16,0-1-6-16,0-2-11 0,0 0-9 16,0-1-10-16,1-1 3 0,-1 1-8 0,2-8-1 15,-2 10 9-15,2-10 5 0,-2 4-8 16,2-4-6-16,0 0-15 0,0 0-2 0,0 0-7 15,-2-29-3-15,6 12-11 0,1-3 9 16,3 1-24-16,-1-1 22 0,2 6-6 16,-4 0-6-16,1 2-5 0,1 2-13 15,1 4-5-15,0 2 1 0,1 2-9 16,-9 2 2-16,21 3 6 0,-6 4-8 0,1 0 0 16,-2 3-1-16,2 1-6 0,1 0 6 15,-1 2-7-15,-4-3 8 0,4 1-8 0,1 1 4 16,-3-2-1-16,-1-2-3 0,0-1 4 15,-3-1 10-15,-1-2 16 0,1 0 9 0,-3-2-4 16,3-2-2-16,-10 0-2 0,17-4-9 16,-8 0 2-16,1-3-7 0,-4 2 3 0,3-4-8 15,-1-1-1-15,-3-4-1 0,4-3-2 16,-4-3-5-16,4-9 1 0,1 0-5 0,-4-4-4 16,0 1-12-16,-3 5-18 0,3-8-24 15,-4 9-40-15,-2 5-31 0,2 4-37 16,-2 2-46-16,1 3-58 0,-2 0-77 15,-1 3-90-15,-2 2-84 0,0 2-97 0,4 5-103 16,-9-5 51-16,9 5-557 0,-10-1-683 16</inkml:trace>
  <inkml:trace contextRef="#ctx0" brushRef="#br0" timeOffset="44891.97">24056 11997 3118 0,'0'4'-127'0,"0"3"22"0,0 1 53 16,5-2 48-16,-1 0 55 0,-4-6 44 16,7 7 28-16,-7-7 8 0,9 7 11 15,3-5 4-15,-12-2-3 0,19 4-2 0,-7-5-6 16,-12 1-8-16,25-1-7 0,-12-3-11 16,0 2-8-16,-1-3-11 0,3 0-8 0,-2-3-10 15,-2 2-4-15,-1 1-11 0,2-3-3 16,-3-2-4-16,-2 0-8 0,2 3-3 0,-4-3-2 15,1 2-5-15,-4 1-7 0,-1 2-1 16,-1 5-5-16,-1-9-3 0,1 9 1 16,0 0-4-16,-24 4-2 0,12 1 5 0,-15 11-4 15,2-2 4-15,2 3 11 0,1 2 4 16,6-1 11-16,5-1 17 0,-1 0 7 16,4-1 13-16,3 1-3 0,-3-2 2 15,8-1-3-15,-1 0-2 0,2-1-4 0,1 3-5 16,4-3-7-16,-1-1-3 0,5 0-8 15,0-2-12-15,3-1-26 0,1 1-56 0,4-4-32 16,1 0-85-16,5 1-71 0,0-3-95 16,-3-2-113-16,6-2-128 0,-4 0-78 0,0 0 52 15,1-2-422-15,1-2-496 16</inkml:trace>
  <inkml:trace contextRef="#ctx0" brushRef="#br0" timeOffset="45408.51">24615 12126 2589 0,'0'0'-80'0,"-7"-4"27"0,7 4 30 16,0 0 32-16,-18 0 44 0,18 0 38 0,0 0 29 16,-14 7 23-16,14-7 18 0,-12 7 7 15,6-3 4-15,2 2 5 0,4-6-4 0,-7 7-2 16,5-2-11-16,2-5-3 0,-4 9-9 16,4-9-7-16,0 8-13 0,0-8-8 0,0 0-8 15,6 7-8-15,0-3-11 0,-6-4-7 16,12 0-13-16,-12 0-7 0,20-2-6 0,-20 2-6 15,21-7-6-15,-10 2-2 16,-2 0-6-16,2-2-4 0,-6 0-7 0,3 0 0 16,-5-1-6-16,1-2-2 0,-2-3-1 15,0 2 0-15,-2 1-6 0,0 2 0 16,0 8-1-16,-2-17-8 0,2 12 1 0,0 5 1 16,0 0-4-16,0 0 5 0,0 0-3 15,-20 16 3-15,11-3 1 0,2 8 0 0,-2 8-4 16,-1 5 4-16,2 1-2 0,-1 4 1 15,1 1 1-15,0 11 12 0,-1-1 45 0,1-11-4 16,-1 1-10-16,1-1 35 0,0-2-9 16,1-4-5-16,0 2-1 0,-3-4 28 0,4-6-6 15,-1-4 0-15,-4-1 8 16,4-3 3-16,-2 0-4 0,0-1-3 0,-3-3-3 16,0 1 6-16,0-5-4 0,1 1-12 15,-2 0-9-15,0-4-2 0,-2-1-6 0,-1-1-5 16,1-3-12-16,0-1-1 0,-2-4-9 15,-4-2-2-15,-10-6-4 0,12 0-7 0,-5-4-9 16,4 3-18-16,3-1-37 0,4 3-51 16,-5-4-54-16,7 5-49 0,0 1-63 15,3-3-83-15,1 2-94 0,1-2-95 0,6 0-114 16,2 0-116-16,3-5 67 0,6 0-629 16,7-7-774-16</inkml:trace>
  <inkml:trace contextRef="#ctx0" brushRef="#br0" timeOffset="45840.58">24867 12167 3544 0,'5'-7'-86'16,"-1"2"31"-16,1 1 36 0,-5 4 43 0,0 0 36 16,7-4 26-16,-7 4 21 0,0 0 4 15,0 0 1-15,0 0-2 0,0 0-11 0,18 11 14 16,-15-7 0-16,1 3-1 0,0-1-5 15,-3 0 0-15,-1 0 3 0,0 3-1 16,0-1 1-16,-3 0 1 0,-1 1-9 16,-2-1-7-16,-4 2-12 0,-1 1 2 0,-3-3-16 15,1 0-5-15,0-1-6 0,2 0-5 16,-2-2-3-16,2-3-8 0,0 2-3 0,4-4-4 16,7 0-4-16,-14-6-1 0,10-3-6 15,3-3-3-15,4-2-4 0,1-3 0 0,4-4-4 16,1 3 1-16,1 3 2 0,-5 3-8 15,5 0 3-15,0 3-9 0,-1 1 6 16,-1 4 4-16,1-1-4 0,1 4 5 0,-10 1 3 16,21-2 0-16,-21 2-1 0,25 3-3 15,-12 1 3-15,3-1-2 0,-4 1-2 16,1-1-3-16,3 2 0 0,0 2-16 16,-3-2-35-16,0 2-53 0,-1-3-61 0,-3 1-68 15,-2 1-69-15,3-1-64 0,-2-3-75 16,-3 1-89-16,5-1-104 0,-10-2 48 0,15 0-401 15,-15 0-457-15</inkml:trace>
  <inkml:trace contextRef="#ctx0" brushRef="#br0" timeOffset="46343.39">25381 11821 2608 0,'4'-27'-58'0,"-6"6"35"0,2 3 49 0,-4 3 47 16,3 3 38-16,-1-2 45 15,-2 5 27-15,0-3 14 0,3 2-1 0,-3 3-10 16,-1 3-5-16,5 4 17 0,0 0 15 0,0 0-3 15,0 0-2-15,-15 25-12 0,10-12 0 16,1 5-9-16,0-1-7 0,0 6-23 16,0 1 5-16,0 1-15 0,3 1-17 0,-1 8-11 15,-4-5-14-15,6-5-5 0,0-2-16 16,0 2-6-16,0-1-12 0,-2-4-7 0,2 0-10 16,0-2 0-16,0-2-13 0,-1 1-12 15,-1-3-12-15,-1 0-10 0,-3-3-6 0,4 0-11 16,-1-1-8-16,-3-1-4 0,3-3 0 15,-5 0 0-15,2-3 5 0,6-2-3 16,-11 2 4-16,11-2 0 0,0 0 3 16,-18-7 0-16,18 7 5 0,-9-2-3 0,9 2 2 15,0 0-1-15,0 0 0 0,-8-3 7 16,8 3-4-16,0 0 4 0,0 0-2 0,0 0 7 16,27-4-2-16,-16-1 0 0,3 4 3 15,1-5 2-15,1 3-4 0,-2-2 5 16,4 1 10-16,-3-1-2 0,-1-1 0 0,-3 4-2 15,-2-2 3-15,-2 1-2 0,-7 3-4 16,14 0 6-16,-14 0 0 0,18 5 1 0,-11 3-4 16,1-1 3-16,-1 5-4 15,-2 0 3-15,0 0-4 0,1 5-2 0,-3-1 3 16,1-1-5-16,-2 4 0 0,0-1-2 16,-2-1-22-16,-2 2-55 0,0-1-65 0,-2 0-91 15,1-1-87-15,-1-2-83 0,-3 1-97 16,6-6-122-16,-5-1-25 0,2-5 68 0,3 2-443 15,1-6-497-15</inkml:trace>
  <inkml:trace contextRef="#ctx0" brushRef="#br0" timeOffset="46490.95">25433 12085 2779 0,'-4'-19'-52'0,"2"0"32"16,-1 6 40-16,-2 1 40 0,1 0 20 15,3 1 19-15,-3 1-6 0,0 2-4 16,2 3-14-16,2 5-8 0,-1-14-12 15,-1 8-36-15,2 6-41 0,0-6-55 0,0 6-73 16,0 0-87-16,0 0-111 0,0 0-120 16,0 0 32-16,-11 16-117 0,10-6-56 0</inkml:trace>
  <inkml:trace contextRef="#ctx0" brushRef="#br0" timeOffset="46790.65">25401 12160 1626 0,'2'5'60'16,"-2"-5"11"-16,3 6 12 0,-3-6 21 15,9 4 26-15,-9-4 19 0,9 7 11 16,-4-2 13-16,3 2 3 0,-3 3 7 0,4 0-5 16,0 1-5-16,-2 1-7 0,1 1-3 15,-3-1-7-15,2-1-4 0,-2-1-8 0,1 0-6 16,-3 2-2-16,3-4-6 0,-4 1-1 16,1-3-1-16,0 0-8 0,1 0 6 0,-4-6-3 15,4 7 0-15,-4-7 6 0,1 8 2 16,-1-8 3-16,6 6-3 0,-6-6-8 0,0 0-13 15,0 0-4-15,0 0-18 0,0 0-15 16,13-19-2-16,-7 7-12 0,2-3-25 0,-3-4-39 16,6-9-52-16,1 1-65 15,1-6-74-15,-1 2-83 0,-1 1-91 0,2 0-87 16,7 5-96-16,-1 2-101 0,6 2 49 16,1 5-446-16,1 2-525 0</inkml:trace>
  <inkml:trace contextRef="#ctx0" brushRef="#br0" timeOffset="47174.71">26057 12071 2818 0,'-11'12'-67'0,"4"-1"27"0,-5 2 40 15,5-3 53-15,-1-1 46 16,3-2 22-16,1 0 23 0,-2 0 2 0,2-1-1 16,0-1 2-16,4-5-5 0,-4 9 9 15,4-5 0-15,0-4-9 0,0 6 1 0,0-6-7 16,0 0-6-16,0 0-12 0,0 0-11 15,16 4-12-15,-16-4-8 0,0 0-8 16,24-12-9-16,-12 3-6 0,-3 0-9 0,2-2-5 16,3-6-4-16,-4-1-3 0,-1-1-8 15,3-8-4-15,-7 3-1 0,3 5-3 0,-6 6-5 16,-1 1 0-16,-1 1-2 0,-3 4-9 16,3 7 5-16,-15-3 1 0,15 3 14 0,-29 10 12 15,10 1 13-15,-4 9 15 0,3 4 21 16,-2 2 0-16,8-1 6 0,0 1 9 0,4-2-2 15,7-5-9-15,1 1-2 16,2-4-5-16,2 1-7 0,1 0-14 0,3-1-3 16,0-1-8-16,1-3-1 0,3 2-7 15,1-3-15-15,1-3-18 0,-1-1-54 0,4 0-56 16,1 0-70-16,-2-4-84 0,-1 0-101 16,1-3-107-16,0 0-127 0,1-2-140 15,-5-2 46-15,1 4-573 0,-2-4-711 0</inkml:trace>
  <inkml:trace contextRef="#ctx0" brushRef="#br0" timeOffset="47874.95">26807 11991 3242 0,'0'0'-145'0,"0"0"45"0,0 0 49 15,0 0 45-15,0 0 31 0,0 0 26 16,5 25 28-16,-3-19 18 0,-2-6 16 16,7 12 4-16,-4-7 0 0,1 0-2 0,0-2 5 15,1 1 1-15,1 0-2 0,-6-4-11 16,14 6-5-16,-7-6-10 0,-7 0-12 0,0 0-5 16,31-4-12-16,-24 2-5 0,3-2-2 15,-3 0-5-15,1 1-5 0,-3-1-1 0,3 1-4 16,-4-2-2-16,-4 5 2 0,10-10 0 15,-8 6-4-15,-2 4-1 0,-2-7-6 16,2 7-1-16,0 0-7 0,0 0-1 0,-25 8 14 16,10 1 0-16,-3 3 3 0,4 2 3 15,-8 7 2-15,5 2-1 0,2 0 4 16,5-3-4-16,2-1-4 0,7-3-1 16,-3 0-6-16,6 0 0 0,1-1-2 0,5 3-1 15,4-3-3-15,1 1-4 0,8 3-3 16,8-5-2-16,-3-1-16 0,7-1-16 0,3-3-42 15,0-1-70-15,3-4-61 0,2-1-77 16,-7-3-80-16,8-6-99 0,-1-2-141 0,-3-2-19 16,-1-5 56-16,-6-7-331 0,5-1-362 15</inkml:trace>
  <inkml:trace contextRef="#ctx0" brushRef="#br0" timeOffset="48712.9">27550 11714 2378 0,'-4'-17'18'0,"2"3"27"0,-2 4 25 15,1 4 35-15,1-1 13 0,0 3 36 0,2 4 37 16,0 0 26-16,-13 12 10 0,6 3 3 16,2 7 2-16,-4 10-3 0,1 7 4 0,2 4-20 15,-3 9-5-15,-1-1-5 0,5 0-12 16,-2-8-11-16,4-2-17 0,-5 0-13 0,5-3-17 16,-3 1-11-16,6-9-8 0,-4-6-19 15,0-1-4-15,2-3-7 0,0-3-11 0,-2-1-9 16,6-4-2-16,-4-1-7 0,0 0-4 15,2-3-5-15,0-1-6 0,-1 0-3 16,1-7-9-16,-6 8-10 0,6-8-19 16,0 0-15-16,0 0-13 0,0 0-23 15,-25-18-12-15,18 7-16 0,-1-4-6 0,-4-2 0 16,1 0 6-16,-3 2 5 0,3 1 6 16,0 3 9-16,-3 3 6 0,3 2 0 0,-1 4 9 15,1 2 5-15,11 0 4 0,-27 8 9 16,15 0 2-16,-1 3 8 0,6 0 9 0,0 1 1 15,-1 4 5-15,7 0 0 0,1-3 0 16,1-1 0-16,7 1 4 0,-1 1-2 0,7-1-4 16,1-2 4-16,2-2-4 0,5 0 4 15,2-3-1-15,2-1-13 0,10-1-23 16,-3-2-20-16,-7-2-28 0,14-4-36 16,-5-3-5-16,0-1 10 0,-3-1 3 0,-7-1 5 15,-5 0 4-15,0-1 5 0,-6 1 22 16,0 2 11-16,-3 1 21 0,-1 0 20 15,-2 0 27-15,-3-1 14 0,-1 6 10 0,-4 2 9 16,2-5 19-16,-2 5 17 0,0 0 15 16,0 0 7-16,0 0 2 0,0 0 0 15,-27 10-9-15,23-5-2 0,-1 0-11 16,-1-1-8-16,6-4-7 0,-5 8-5 0,1-4-6 16,4-4-3-16,-6 4-6 0,6-4-4 0,0 0-1 15,-4 6-3-15,4-6 1 0,0 0-2 16,0 0-6-16,0 0 1 0,0 0-4 15,27-4-1-15,-27 4-4 0,14-3-2 0,-14 3-1 16,14-3-6-16,-14 3 1 0,11 4-1 16,-2 2 0-16,-4 1 1 0,1 7 1 0,-1 6 16 15,1 2 21-15,0 11-4 0,-4-4 27 16,0 6 7-16,0-5 8 0,-4-5 21 16,-2 2 13-16,-2 4 7 0,0 1 3 0,-1-6-1 15,0-7 5-15,-4 1 2 0,4-3 1 16,-2-2-2-16,-3 1-4 0,-1-4-10 15,0 1-2-15,-1-5-15 0,-1 1-11 16,1-3-9-16,0 0-81 0,2-2 0 0,-3-2 0 16,1 0 0-16,1-2 0 0,13 0 0 15,-27-4 0-15,16 2 0 0,1 0 0 0,1-4 0 16,1-3 0-16,5 3 0 0,-1-2 0 16,4-2 0-16,2 3 0 0,2-5 0 0,3 0-253 15,2 3-85-15,5-4-82 0,3 1-89 16,-2 0-109-16,12-3-139 0,4 3-14 0,1 0 86 15,6 2-621-15,10-5-764 0</inkml:trace>
  <inkml:trace contextRef="#ctx0" brushRef="#br0" timeOffset="49276.47">28215 12175 3309 0,'4'-4'-138'0,"-4"4"47"0,0 0 29 15,6-4 34-15,-6 4 26 0,0 0 33 16,0 0 48-16,0 0 33 0,0 0 19 0,-2 20 15 15,-2-11 2-15,3 1 13 0,-2 2-3 16,1 0-7-16,0 1-10 0,0-2-9 16,2-1-9-16,2-1-10 0,-2 1-8 0,0 0-7 15,0-2-8-15,2 1 0 0,0-2 2 16,1-2-3-16,-3-5-6 0,7 13-7 0,-2-11-6 16,-5-2-7-16,18 3-7 0,-18-3-5 15,18-1-4-15,-6-4-5 0,1-1-4 0,-2 3-2 16,2-2-5-16,-2 2-3 0,-2-1 0 15,-9 4-4-15,14-5-4 0,-14 5-4 16,11-3-2-16,-11 3-5 0,0 0 3 16,0 0 6-16,17 6-1 0,-11 0 0 0,-1 2-5 15,1 1 1-15,0 1-1 0,0 0 1 16,-2 0-3-16,3 1 1 0,0 0 1 16,2-2 4-16,-4 0 12 0,3-2 11 0,-1-1 13 15,1 1 7-15,2-3 9 0,1-1-2 16,-1-1-9-16,-10-2-1 0,16 0-6 0,-16 0-6 15,22-5-4-15,-13-1-4 0,-2 1-7 16,4 0-3-16,-4-3-18 0,-2-1-28 0,3-3-27 16,-2 0-46-16,4-5-66 15,-3-2-80-15,0 1-101 0,5-2-97 0,-2 3-123 16,-3-3-147-16,-1 5 48 0,0 3-521 16,1 0-646-16</inkml:trace>
  <inkml:trace contextRef="#ctx0" brushRef="#br0" timeOffset="49556.11">29100 11783 3271 0,'-2'-14'-6'0,"-3"4"29"16,3 2 30-16,-1 2 39 0,3 6 37 16,-6-5 29-16,6 5 29 0,0 0 12 15,-17 17 3-15,11-3-5 0,-3 5-11 16,0 10-12-16,-2 7-10 0,4 2-7 0,0-2-15 15,1 3-15-15,0-2-10 0,4 0-16 16,-4-3-9-16,4 2-9 0,1-7-8 0,-1-3-10 16,0-1-8-16,-4 8-14 0,3-6-25 15,1-3-40-15,-5-4-55 0,4 1-53 0,-1-4-61 16,-3 0-68-16,-1-2-70 0,-2-1-67 16,1-4-68-16,-2-2-66 0,-3-2-63 15,3-1 26-15,-1-5-300 0,-1-2-350 16</inkml:trace>
  <inkml:trace contextRef="#ctx0" brushRef="#br0" timeOffset="49707.99">28787 12361 2208 0,'-12'-10'-11'0,"3"1"56"0,3 2 50 0,2 0 55 16,0 1 56-16,1 1 34 16,3 5 28-16,-8-12-1 0,8 12-19 0,2-12-24 15,2 6-22-15,1-1-21 0,7 0-15 16,1 0-20-16,7-1-18 0,4 2-41 0,15 1-66 16,2 1-72-16,5 0-76 0,5 2-71 15,18 6-88-15,-2 0-121 0,5-2-197 16,-4 3 32-16,4-1 75 0,-8 2-227 15,1-2-217-15</inkml:trace>
  <inkml:trace contextRef="#ctx0" brushRef="#br0" timeOffset="49907.8">29801 12218 2122 0,'0'0'54'0,"-18"4"23"0,7-1 45 15,1 2 45-15,-1 2 28 0,4 3-5 16,-4-3-18-16,4 5-21 0,2-2-12 15,1 5-16-15,0-3-9 0,1 2-8 0,1-1-14 16,2 1-11-16,2-3-36 0,-2 2-62 16,0-1-57-16,0-2-61 0,1 2-61 0,-1-5-70 15,0 1-72-15,2-3-106 16,-2-5-41-16,0 0-194 0,4 7-173 0</inkml:trace>
  <inkml:trace contextRef="#ctx0" brushRef="#br0" timeOffset="50010.95">29812 12225 1795 0,'-4'-11'-50'16,"4"3"7"-16,-1 2 11 0,1 6 4 0,-2-11 8 16,2 11-18-16,0-7-48 0,0 7-53 15,2-6-88-15,-2 6-158 0,9-7 102 0</inkml:trace>
  <inkml:trace contextRef="#ctx0" brushRef="#br0" timeOffset="50339.98">30061 12098 1118 0,'-20'13'36'0,"10"-9"22"0,-1 4 28 0,0 3 30 15,-5 1 25-15,1 0 6 0,1 1 4 16,2 0 1-16,0 3-7 0,4-2-1 16,1 1-5-16,3 1-2 0,2-5-13 0,2 3 0 15,2-2 5-15,0 3-3 0,2-2 7 16,1-1-3-16,1 1 7 0,-3-2-4 0,4-2 3 15,-2 2-3-15,-1-2-10 0,-2 1-11 16,2-2 3-16,-1 1-9 0,-1-2 6 0,0 0-2 16,-2-7 4-16,0 15-3 0,0-10-1 15,0-5-8-15,-6 15-5 0,3-8-11 16,-3 2-8-16,1 0-6 0,-5 0-8 16,-2-2-8-16,1 5-2 0,-3-6-11 15,3 2-5-15,-2 1-51 0,0-1-70 0,-3-2-106 16,3 0-134-16,-3 3-171 0,3-1-186 15,6-4 49-15,1 0 86 0,6-4-346 0,0 0-374 16</inkml:trace>
  <inkml:trace contextRef="#ctx0" brushRef="#br0" timeOffset="50773.81">30798 12320 2636 0,'0'0'48'0,"-14"-3"-7"16,14 3 0-16,-20 5 17 0,20-5 11 0,-16 12 3 16,9-4-4-16,-4 1-7 0,4 6-3 15,1-1-6-15,-1-1-4 0,-3 5-3 0,2-3 7 16,1-1 23-16,-2 3 5 0,-3-2 13 16,1-1 7-16,-3-2-5 0,-1 0-3 15,-1-1-10-15,0-2-2 0,-4 0-12 0,7-3-5 16,0-4-5-16,0 1-5 0,2-3-9 15,11 0 1-15,-20-9-6 0,15 3-8 16,1-6-10-16,1-5 1 0,6 0-3 16,1-5-7-16,5-12 2 0,4 3-5 0,1 2-2 15,-1 4 6-15,-1 9 5 0,-3 1 3 16,0 3 6-16,3 0 2 0,-1 6 10 0,-2 2-1 16,3 4 4-16,-12 0 0 0,25 6 3 15,-10 2-5-15,1 3-5 0,-1 1-3 16,-2 3 3-16,8 7-7 0,-4 3-3 0,0-3-6 15,1 2 2-15,-6-2-22 0,2 0-24 16,-3-3-15-16,-1-2-54 0,-2 0-42 0,-1 1-56 16,1-5-60-16,-5-3-59 0,1 0-67 15,-2-4-106-15,1 1-72 0,-3-7 37 16,3 4-200-16,-3-4-210 0</inkml:trace>
  <inkml:trace contextRef="#ctx0" brushRef="#br0" timeOffset="51008.49">31032 11851 2026 0,'-4'-29'32'0,"0"7"33"16,0 2 40-16,1 5 34 0,-1 4 23 0,-1 0 1 15,4 5-24-15,1 6-8 0,-6-5 27 16,6 5 12-16,-13 19 6 0,-1 10-1 0,5 13-14 16,-2 13-6-16,-1 7-7 15,3 0-16-15,-1 3-8 0,2 0-16 0,1 4-8 0,-3-1-9 16,7 4-10-16,-1-3-7 15,-1-2-8-15,5-6-11 0,0-2-46 0,-3-2-49 16,-3-15-58-16,3-4-69 0,-1-9-65 16,0-4-76-16,0-8-88 0,3-5-145 15,-1-1-18-15,2-5 45 0,0-6-197 0,0 0-204 16</inkml:trace>
  <inkml:trace contextRef="#ctx0" brushRef="#br0" timeOffset="51246.15">31253 11833 2089 0,'0'-12'73'0,"-3"1"0"0,3 6 22 16,0 5 66-16,0 0 51 0,0 0 26 0,-25 18 16 15,9 5 7-15,-1 8 0 0,-2 13-4 16,-1 3-21-16,2 4-24 0,0 3-20 0,4 2-20 16,-2 4-16-16,3 1-13 0,-1-1-13 15,3 1-17-15,4-3-10 0,-5-2-20 0,8-12-38 16,-2-3-46-16,1-3-64 0,-2-4-76 15,6-7-65-15,-1-6-61 0,2-4-60 16,-2-5-54-16,4 0-35 0,0-3-56 16,4-3-108-16,0-6 58 0,3 2-220 15,-9-2-233-15</inkml:trace>
  <inkml:trace contextRef="#ctx0" brushRef="#br0" timeOffset="51776.86">31287 12599 2036 0,'0'0'30'0,"0"0"36"16,0 0 36-16,0 0 46 0,0 0 45 0,-19 23 25 15,15-19 10-15,1 2 1 0,3-6 0 16,-6 10-13-16,6-10-7 0,-5 9-12 16,5-9-9-16,-1 6-12 0,1-6-14 0,0 0-7 15,0 0-14-15,1 9-12 16,-1-9-7-16,0 0-14 0,12 2-10 0,-12-2-11 16,0 0-5-16,22-2-7 0,-22 2-9 15,15-3-5-15,-8-3-5 0,-2 2-9 0,4-3-3 16,-4-5-4-16,3 0-4 0,-5-2-6 15,4-3-9-15,-7 0-5 0,2 3-2 0,-4 1-10 16,-1 1-11-16,-1-2-13 0,-1 5-7 16,-3 2-8-16,-4 3-13 0,3 1-11 15,9 3-19-15,-23 0-19 0,23 0-22 0,-22 8-23 16,8-2-25-16,3 3-25 0,2-3-15 16,2 2-5-16,2 0-4 0,3-1 3 0,2-7 10 15,-2 12 19-15,2-12 18 0,7 8 15 16,2-4 17-16,-9-4 20 0,16 5 16 15,-5-2 17-15,1 1 24 0,0-3 29 0,1 5 48 16,2-2 30-16,1 2 21 0,-1-1 14 16,0 0 1-16,-2 2 26 0,1-1 16 15,1 0 18-15,-4-1 6 0,1-2 4 16,-3 3 2-16,3-3 2 0,-1 2-7 0,-1-2 1 16,0 3-10-16,1-3-7 0,-2 2-1 15,3-1-10-15,1-1-11 0,-2 2-10 0,3-1-14 16,1 1-4-16,1-2-8 0,0 2-10 15,2 0-10-15,-4-1-2 0,6-1-8 16,-3 1-14-16,-2-4-27 0,3 1-30 16,-2 1-46-16,0-2-61 0,-3 0-62 15,-13 0-68-15,27-2-67 0,-15-1-98 0,-3 1-130 16,-2 1-91-16,-7 1 47 0,0 0-326 16,0 0-404-16</inkml:trace>
  <inkml:trace contextRef="#ctx0" brushRef="#br0" timeOffset="55922.55">22191 13412 2215 0,'0'0'-211'16,"0"0"30"-16,0 0 25 0,6-6 21 16,-6 6 21-16,0 0 27 0,0 0 14 15,2-5 18-15,-2 5 16 0,0 0 11 0,0 0 6 16,0 0 24-16,3-6 6 0,-3 6 7 16,0 0 5-16,5-4 9 0,-5 4 11 15,0 0 13-15,0 0 5 0,2-7 2 16,-2 7 4-16,0 0 7 0,0-9 2 0,0 9-4 15,-2-8-3-15,2 8-7 0,-3-7-4 16,3 7-4-16,-4-10-6 0,3 6-3 0,1 4-4 16,-8-8 0-16,5 3-10 0,3 5 2 15,-10-8-6-15,6 4-3 0,-4 2 0 0,8 2-2 16,-13-5-3-16,6 3 1 0,7 2-7 16,-18-1 3-16,18 1-3 0,-17 1 0 0,4 1 1 15,-3 3-2-15,1 5 10 0,-2 1 5 16,-7 7 14-16,1 7 2 0,0 2 16 15,-2 10-2-15,6-5-3 0,4-2 19 16,2 3-4-16,1 0 12 0,4-3-9 16,6-2 8-16,2-3 5 0,6-2 3 0,1 4 4 15,7 1-5-15,3-5 5 0,2-2-3 16,2 0-2-16,3-4-8 0,-8-3-1 0,4-6-3 16,-4 1 0-16,4-4-8 0,-4-1-5 15,4-3-5-15,-1-1-4 0,-1-1-6 0,4-3-8 16,-1-3-2-16,-1 0-4 0,2 1-3 15,-3-3 0-15,-1 1-3 0,-4 0-3 16,1-3-3-16,-1 2 2 0,-5-1-2 0,2 0-1 16,-1 0-5-16,-4-2-2 15,1 2-9-15,-1 1 6 0,-1-3-1 0,-4 0 2 16,3-1-5-16,0-1 3 0,-2 1-3 16,-1-1 2-16,1-1 2 0,-2 1-5 0,-2-2 0 15,2 1 2-15,-1-2-2 0,-7 2-6 16,6-3 4-16,-4 3-1 0,0-1 1 0,1 3 4 15,-3 1-3-15,0-2-3 0,1 3 2 16,-3-1-1-16,3 4-1 0,-1-1-1 0,-1 5-3 16,-1-4 3-16,3 6 0 0,7 2 2 15,-19-6 1-15,9 6-4 0,10 0 3 16,-21 2-5-16,10 0 2 0,-1 0 2 16,-1 4 4-16,-5 5-6 0,6 3 1 15,-12 4 2-15,3 1-1 0,5 2 1 0,3 1 4 16,2-3-4-16,6 0-1 0,-1-1 1 15,5-1 5-15,-2-3-6 0,3-2 8 0,4 0 1 16,0 0 8-16,3-2 2 0,3 0 8 16,4-3 2-16,-2-1 6 0,2-2-3 0,-1-2-4 15,5-2 3-15,-2-2-1 0,4-2-8 16,-4-2 4-16,6 0-6 0,1-3 0 0,4-3-1 16,-1-2 1-16,-3 3-6 0,-4 0 1 15,6-3 2-15,-5 2-4 0,0 2 0 16,-5 3-3-16,2 1 2 0,-3 4 2 0,1 0-1 15,-1 2 4-15,-2 2-6 16,6 1 5-16,-1 4 2 0,-2 3-3 0,2 1 2 16,0 2 2-16,-2 1-1 0,5 8 3 15,-7-5 2-15,-1 0 3 0,-3 3 0 0,-2-3 14 16,-1-1 6-16,2 1 11 0,-4-2 9 16,-2-1 5-16,-1-1 5 0,-1-2 0 0,2 0 0 15,0 0 1-15,0-4 10 0,-4 0 6 16,2-7 15-16,4 11 15 0,-4-11 20 0,2 7-11 15,-2-7-3-15,0 0-10 16,0 0-10-16,0 0-12 0,7-22-2 0,1 8-14 16,0-6-9-16,8-6-5 0,-4 0-9 15,1 6-5-15,-1 2-4 0,-1 1-12 16,2 3-3-16,-2 3-4 0,0 3-1 0,1-2-4 16,-3 5-5-16,2 2-26 0,-11 3 5 15,18 0-1-15,-18 0-4 0,21 8-1 0,-10-1 1 16,0 0 4-16,-1 2-4 0,1-1-4 15,-2 2-5-15,2 2-10 0,-2-1 0 0,-2 1-10 16,3 0-22-16,0-2-10 0,-5 1-10 16,1-1-17-16,-3-1-24 0,4-1-33 0,-3 1-34 15,-1-1-46-15,1-1-67 0,-4 0-58 16,4 0-73-16,-4-2-94 0,0-5-162 16,0 9 35-16,0-9-462 0,0 0-582 15</inkml:trace>
  <inkml:trace contextRef="#ctx0" brushRef="#br0" timeOffset="56206.3">23122 13525 2895 0,'0'0'-108'0,"-9"0"12"16,9 0 17-16,0 0 44 0,-24 12 36 15,14-2 29-15,-1 4 22 0,-3 3 7 16,-1 7 11-16,4-1 3 0,5-2 10 16,-2-1 7-16,7 1 2 0,-3 0-5 0,4 1 9 15,2-5-6-15,1 5-6 0,7-2-5 16,-2-1-10-16,-1-2-6 0,4 0-8 0,-2-5 0 16,4 2-12-16,-2-4-35 0,3-1-60 15,-1-2-76-15,0-1-103 0,2-2-124 0,-3-1-185 16,3-3 33-16,1 0-188 0,0-1-189 15</inkml:trace>
  <inkml:trace contextRef="#ctx0" brushRef="#br0" timeOffset="56692.83">23573 13513 1819 0,'-14'0'-61'0,"3"2"17"0,1 0 22 16,10-2 17-16,-15 6 36 0,10 1 19 16,-3 0 14-16,2 2 11 0,-1 3 17 0,3-1 2 15,0 2 8-15,2-1 10 0,2 1 11 16,2-1 5-16,2 0 3 0,1 3-6 16,3-3 3-16,-2 0-7 0,4-3-6 15,1-1 0-15,-1-2-12 0,3 2-10 0,0-5-9 16,1-1-6-16,-2-2-16 0,-12 0 4 15,27 0-7-15,-15-2-8 0,1-3-5 0,-2 1-2 16,1-4-5-16,-1-2-3 0,-3 3-4 16,-2-5-2-16,0 0-9 0,-4-3 2 15,-2 1 1-15,-2-1-6 0,-2 0-3 0,-2 1 7 16,-2 0-6-16,1 4 0 0,-2 3 2 16,-7 4 1-16,1 1-3 0,-4 5 13 0,-4 6 8 15,-8 5 5-15,1 5 7 0,-5 8 8 16,11-3 13-16,1 1 5 0,6 4 3 0,-1-2 10 15,7 0 7-15,6-3 0 0,1-1-1 16,2-6-7-16,4 3 1 0,2 2-4 16,-1-3-4-16,8 0-5 0,1-2-5 15,7 4-8-15,-2-5-7 0,5-7-2 0,-2-2-6 16,5 0-14-16,0-5-30 0,0 2-54 16,-3-4-62-16,-1 0-90 0,4-2-101 15,-2-2-125-15,2 0-167 0,-3-2-73 0,-2-3 73 16,-3 5-394-16,-4-4-465 0</inkml:trace>
  <inkml:trace contextRef="#ctx0" brushRef="#br0" timeOffset="57055.55">24207 13681 2667 0,'-4'-4'5'0,"4"4"-1"15,0 0 35-15,0 0 51 0,0 0 50 16,9 24 18-16,-6-15 25 0,1 7 3 0,2-1 1 16,1 3-6-16,1 2-3 0,0-1-4 15,-3 1-9-15,3-1-11 0,-1 0-9 0,1-2-1 16,0 0-8-16,1 0-3 0,-4-3-8 16,2-2-1-16,-1-4-5 0,-3 1-5 15,1-1 4-15,0-2-5 0,-4-6-13 0,10 8-5 16,-10-8-10-16,13 0-4 0,-13 0-9 15,14-6-11-15,-3-2-3 0,0 0-10 16,-2-3-1-16,3-5-13 0,-3-1-3 16,5-9-18-16,-1-2-28 0,0-2-38 0,1 1-43 15,-3 0-41-15,-1 4-50 0,-3 8-58 16,-1 3-70-16,-2 5-69 0,-2-1-71 0,-1 4-96 16,-1 6-85-16,0-6 41 0,0 6-370 15,0 0-444-15</inkml:trace>
  <inkml:trace contextRef="#ctx0" brushRef="#br0" timeOffset="57272.59">24640 13666 2495 0,'6'-8'8'0,"-2"5"34"16,-4 3 15-16,3-5 29 0,-3 5 24 16,0 0 29-16,0 0 35 0,0 0 21 0,0 0-6 15,16 16-14-15,-12-5-14 0,-1 3-18 16,1 1-12-16,0 3-12 0,-2-1-11 0,-2 9-12 15,0-7-10-15,0 6-9 0,-2-6-13 16,0 0-17-16,0 3-42 0,-2-5-48 16,3 1-67-16,-1-1-60 0,-2-1-62 15,0-5-64-15,0-1-65 0,2-4-98 0,-2-1-73 16,4-5 26-16,0 0-174 0,0 0-174 16</inkml:trace>
  <inkml:trace contextRef="#ctx0" brushRef="#br0" timeOffset="57423.69">24712 13675 1752 0,'8'-32'-26'15,"-5"5"38"-15,0 5 43 0,1 4 34 0,-2 1 26 16,0 4 11-16,0-3 2 0,-1 4-12 16,-1 2-14-16,0 0-14 0,2 3-13 15,2 2-23-15,-4 5-19 0,4-7-47 16,-4 7-53-16,12-3-56 0,-12 3-76 0,11 0-69 16,-11 0-106-16,17 0-195 0,-17 0-70 0</inkml:trace>
  <inkml:trace contextRef="#ctx0" brushRef="#br0" timeOffset="57755.16">24994 13476 1460 0,'0'0'-28'16,"0"0"4"-16,0 0 15 0,0 0 29 15,0 0 34-15,-20 12 24 0,12-6 18 16,-4 3 18-16,1 3 5 0,-3 2 11 0,3 1 3 16,-2 0 8-16,1-1-8 0,3 3 1 15,4-3 0-15,-4-1 2 0,8 3-13 0,-3-3 3 16,4-1-2-16,0 0-1 0,4-1-1 15,-3 1-8-15,5-1-2 0,0 6-7 0,0-4-8 16,-1-2-8-16,3 3-15 16,-3-1-3-16,2-3-6 0,-3 4-3 0,-3-5-6 15,5 3-1-15,-6-2-6 0,2 3-4 16,-2-4-3-16,0 0 6 0,-4 1-8 16,0 0-2-16,1-3 0 0,-6 2 6 0,4-3 3 15,-4 3-3-15,-1-4-2 0,-2 4-5 16,1-6-1-16,0 2-8 0,-1 1 0 0,1-4-1 15,11-2-3-15,-21 2-5 0,21-2-26 16,-20-4-53-16,11 0-86 0,2 0-97 0,-1-2-116 16,5 0-132-16,-4 3-118 0,7 3 49 15,-5-7-304-15,5 7-348 0</inkml:trace>
  <inkml:trace contextRef="#ctx0" brushRef="#br0" timeOffset="58056.88">25132 13590 2327 0,'-8'-17'17'0,"7"5"23"0,-4 2 25 0,1 1 15 15,2 1 10-15,2 8 0 0,-1-4 19 16,1 4 38-16,0 0 4 0,0 0-5 15,1 29-8-15,1-10 7 0,0 3-3 16,0 7-9-16,3 6-13 0,-4 2-11 0,1-1-14 16,0 1-9-16,0-2-4 0,-2-4-14 15,0 0-23-15,0-5-33 0,-2 0-63 0,-2-1-68 16,4-3-71-16,0-5-77 0,0 1-83 16,0-5-115-16,-1-1-69 0,1-4 37 0,0-3-171 15,0-5-164-15</inkml:trace>
  <inkml:trace contextRef="#ctx0" brushRef="#br0" timeOffset="58222.73">25256 13358 1802 0,'0'-20'-12'0,"-2"5"7"0,-2 3 15 16,0 1 16-16,3 3 1 0,-1 1-2 15,2 7-4-15,-3-10-7 0,3 10-14 0,-2-7-20 16,2 7-34-16,0 0-60 0,7-4-60 15,-7 4-352-15,0 0-30 0</inkml:trace>
  <inkml:trace contextRef="#ctx0" brushRef="#br0" timeOffset="58473.13">25641 13168 1619 0,'4'-4'83'0,"-4"4"-2"15,0 0 0-15,0 0 41 0,0 0 50 0,0 0 41 16,0 27 14-16,-6-7-3 0,-2 15-2 16,-2-1-16-16,1 15-16 0,1 3-16 0,1 0-18 15,-1-1-14-15,3-8-17 0,-1-2-10 16,1-2-11-16,0 0-10 0,1-1-10 0,0-1-9 16,1-11-28-16,1 1-28 15,-4-5-53-15,5 0-56 0,-1-4-61 0,-5 0-62 16,5-4-73-16,-3 0-81 0,1-4-141 15,0-2-30-15,-1-1 47 0,-2-2-154 0,6-1-143 16</inkml:trace>
  <inkml:trace contextRef="#ctx0" brushRef="#br0" timeOffset="58640.04">25439 13796 1930 0,'-2'-8'102'0,"2"8"26"0,0 0 26 15,-4-12 42-15,4 12 23 0,0 0-10 16,4-12-20-16,-1 7-17 0,7-3-16 15,0 3-22-15,5-4-13 0,4 2-35 0,-1-1-72 16,6 2-88-16,0-2-91 16,0 1-136-16,8-1-109 0,6-1-114 0,2 6 38 15,-2-3-143-15,2 3-128 0</inkml:trace>
  <inkml:trace contextRef="#ctx0" brushRef="#br0" timeOffset="58988.22">25991 13801 1746 0,'-9'4'38'0,"1"0"11"0,8-4 22 16,-8 4 38-16,8-4 31 0,0 0 27 15,0 0 1-15,0 0-4 0,0 0-10 16,0 0-20-16,0 0-13 0,0 0-11 16,0 0-19-16,0 0-6 0,12-22-4 0,-5 17-15 15,1-2-5-15,-3 0-7 0,4 0-11 16,-6-1-3-16,3-2-10 0,-1 0-15 0,-1 3-7 15,-2-7-3-15,0 6 7 0,1 1-6 16,-6-1-2-16,3 2-1 0,-6-2-2 16,6 8-1-16,-11-4 4 0,4 4 0 0,7 0-2 15,-23 8 11-15,12 2 15 16,-5 3 5-16,5 3 14 0,-1-1 13 0,3 5 5 16,-1-3-2-16,4 3-3 0,2-1-6 0,4-2-4 15,2 2-2-15,3 3-6 0,0-1-6 16,4-2-14-16,1-1-25 0,0-4-39 15,3 1-67-15,3-2-72 0,-4-5-83 0,1 0-87 16,10 0-41-16,2-3 10 0,13-1-59 16,9-4-322-16,-4-3-252 0</inkml:trace>
  <inkml:trace contextRef="#ctx0" brushRef="#br0" timeOffset="59421.07">26615 13453 2129 0,'0'-37'20'0,"-4"0"44"0,-3 12 52 0,6 0 49 0,-5 5 42 15,1 1 23-15,-1 4 10 16,2 3-8-16,1 2-22 0,-2 4-6 0,5 6 22 16,0 0 8-16,0 0-10 0,-32 24-7 15,17 3-6-15,1 6 1 0,3 3-1 16,2 1-14-16,-3 12-18 0,4-8-22 0,1-1-17 16,1-1-13-16,5-1-9 0,-4-3-30 15,5-4-13-15,0-4 1 0,0-3-14 0,3-2 2 16,-3-1-18-16,0-8-9 0,2 3-21 15,-1-5-16-15,-1 0-8 0,0-1-10 0,0-3-4 16,0-7-14-16,0 10-29 0,0-10-22 16,0 0-11-16,-6 3 8 0,6-3 7 0,0 0 3 15,0 0 6-15,-31-6 6 16,31 6 9-16,-24 0 7 0,9 3 5 0,-2 4 7 16,-1 0 15-16,6 1 20 0,-4 3 19 15,3 1 17-15,3 0 14 0,2-2 11 16,3 0 12-16,-1 1 7 0,4 0 8 0,2-1-1 15,0-2 8-15,2 1-11 0,4-3-6 16,-3 0-5-16,3 2 9 0,1-3-21 0,4-1-9 16,-4-1-2-16,4 0-62 0,-1-1-65 15,-1 2-92-15,3-4-122 0,-12 0-133 0,13 2-142 16,-13-2-179-16,0 0 61 16,11 0 81-16,-11 0-463 0,0 0-544 0</inkml:trace>
  <inkml:trace contextRef="#ctx0" brushRef="#br0" timeOffset="60171.71">26979 14034 2818 0,'-4'8'32'16,"4"-8"21"-16,-8 5 14 0,8-5 27 16,-10 8 37-16,10-8 33 0,-5 4 9 0,5-4-3 15,-6 5-1-15,6-5-6 0,0 0-17 16,-6 3-11-16,6-3-13 0,0 0-8 0,0 0-9 15,6 9-7-15,-6-9-13 0,10 3-6 16,-10-3-5-16,11 1-11 0,-11-1-1 0,13-1-6 16,-13 1-7-16,13-3-4 0,-2-2-6 15,-4-2 0-15,0-4-3 0,1 1-4 0,-5-3-3 16,6-7-5-16,-6-3-4 0,-3 0 0 16,0-4-2-16,-3-10-3 0,-4-2 0 15,2 5-4-15,-3 3-1 0,5 6 1 16,-7 4 0-16,2 4-3 0,1 2 0 15,-3 1 0-15,-2 5 0 0,3 1-2 0,-4 0-2 16,5 4 0-16,-1 0 3 0,1 1-3 16,3 1 1-16,5 2-5 0,-12-4 2 0,12 4-2 15,0 0 4-15,-8-4 1 0,8 4 1 16,0 0-1-16,0 0 2 0,0 0-1 0,40 13 0 16,-22-9 0-16,5 2-4 0,5 4 2 15,5 0-2-15,-5 5 2 0,3-1-4 0,-2 2 2 16,-4 2-2-16,2-2 1 0,-2 2-3 15,-5-3 2-15,-6-1 1 0,2-1 2 16,-1 1-3-16,-3 3-1 0,-3-6 0 16,0 1 2-16,1 0-3 0,-2-1-7 0,-3-2-20 15,1 2-30-15,-2-2-62 0,2 3-90 16,-2-4-109-16,-2-2-130 0,-1-1-168 16,-1-5-23-16,8 7 73 0,-8-7-348 0,11 3-398 15</inkml:trace>
  <inkml:trace contextRef="#ctx0" brushRef="#br0" timeOffset="60804.69">27668 13865 2758 0,'0'0'86'16,"0"0"42"-16,0 0 39 0,0 0 39 0,0 0 19 16,0 0-2-16,0 0-14 0,0 0-18 15,0 0-18-15,0 0-18 0,-34-6-16 0,34 6-13 16,0 0-15-16,0 0-10 0,10-13-12 15,-10 13-7-15,7-10-11 0,-1 3-7 0,-3 0-10 16,1-2-5-16,0-3-7 0,-1 2-5 16,-2-2-7-16,-1-2 0 0,0 2-6 15,-1 0-3-15,-4 4-5 0,3-1-4 0,-3 3-4 16,-1 4 1-16,6 2-4 0,-21 2 0 16,8 6-1-16,-5 3 2 0,-2 11-3 0,1 1-2 15,1 4 2-15,1 1 1 16,5 1-2-16,5 1 4 0,3-7 0 0,2-1-2 15,2-3 0-15,0 0-1 0,2-1-2 16,2-3 1-16,0 1 3 0,-1-1 0 0,8-3 3 16,-4-2 3-16,0-3 2 0,3-3 0 15,3 2-3-15,-2-4 1 0,5-4-2 0,1-1 1 16,2-4-3-16,1-3 1 0,5-5-1 16,-3-2 0-16,1-1 3 0,-2-1 6 0,-2 3 2 15,-6 5 13-15,-2 0 5 0,-1 4 2 16,-2 0-3-16,-2 3-4 0,-1 0-6 15,-5 4-3-15,9-2 4 0,-9 2 3 0,0 0-4 16,11 17 1-16,-8-7 1 16,1 3-4-16,-2-1-2 0,1 4-5 0,1-1-2 15,3 1 1-15,-4 0 2 0,3 0-4 16,-1-2-3-16,-1-4 2 0,0 0-2 0,-1-1 0 16,1-3 1-16,1 1 1 0,0-2 2 15,3-1-2-15,-3-2-1 0,-5-2-4 0,22-6 1 16,-11 3 0-16,1-6 1 0,2-1-3 15,2-5-4-15,3-7-1 0,-2-2 0 0,0-4-3 16,0-3-12-16,1 0-14 0,-1 0-9 16,-4 0-20-16,2 2-16 0,-1 0-24 15,-5 8-31-15,-1 6-39 0,-5 3-70 16,3 4-71-16,-4 3-64 0,-4 0-76 16,2 5-106-16,0 0-76 0,0 0 51 0,0 0-355 15,0 0-414-15</inkml:trace>
  <inkml:trace contextRef="#ctx0" brushRef="#br0" timeOffset="61038.76">28387 13751 2457 0,'1'-10'36'0,"-1"3"40"0,4 1 27 16,-4 6 22-16,0-7 27 15,0 7 3-15,0 0-7 0,0 0-3 0,0 0 24 16,0 0 1-16,0 0-12 0,0 26-18 15,0-8-14-15,0 1-11 0,0 0-11 0,0 18-10 16,-4-11-8-16,3-2-13 0,1-2-4 16,-2 5-12-16,0-4-29 0,0 2-24 0,0-2-44 15,0-5-67-15,0-1-71 0,2-3-68 16,-1-1-90-16,-1-3-102 0,0-1-144 16,2-6 47-16,0-3-257 0,0 0-280 15</inkml:trace>
  <inkml:trace contextRef="#ctx0" brushRef="#br0" timeOffset="61204.63">28478 13714 2227 0,'0'-19'43'0,"-2"3"30"0,0 7 41 15,0-3 35-15,2 4 22 0,-1 1 4 16,1 7-16-16,-2-10-22 0,2 10-9 0,-2-8-17 16,2 8-28-16,0 0-38 0,4-11-37 15,-4 11-59-15,0 0-66 0,14-2-69 0,-14 2-71 16,12 0-52-16,-12 0-47 0,17 0-71 15,-17 0-226-15,18 4-150 0</inkml:trace>
  <inkml:trace contextRef="#ctx0" brushRef="#br0" timeOffset="61521.71">28630 13617 1623 0,'0'0'-47'16,"0"0"23"-16,0 0 26 0,0 0 28 16,0 0 29-16,0 0 24 0,-16 24 18 0,6-15 14 15,-1 1-2-15,1 0 1 0,6-1-2 16,-6-1-4-16,9 2-3 0,-3-1 0 0,2 1-1 15,2 2 7-15,0-3 0 0,0 0 6 16,2 2 16-16,2 1 10 0,-1-1 5 16,3 3 8-16,-1-3 2 0,-2 6-3 15,1-2 1-15,0 2-7 0,-1 0 9 0,1 0 5 16,-2 1-16-16,-2 1-11 0,0 2 12 16,0-3-8-16,-2 1-5 0,-2-2-3 0,1 4-5 15,-3-2-11-15,-2 0-9 0,-2-2-9 0,-1 0-15 16,-1-3-8-16,-1-1-5 15,2-1-11-15,-3-2-11 0,2 0-32 0,-2-3-32 16,1 0-47-16,4-2-71 0,-2-3-96 16,2-4-101-16,9 2-84 0,-9-10-73 0,7-2-31 15,6-3-8-15,9-12-17 0,6-4-453 16,8 0-473-16</inkml:trace>
  <inkml:trace contextRef="#ctx0" brushRef="#br0" timeOffset="61704.63">28680 13865 2559 0,'15'-16'-64'15,"-1"3"76"-15,-5 0 66 0,-1 3 68 16,-3 2 52-16,2 1 38 0,-4 2 15 0,1-2 2 15,-4 7-13-15,6-10-19 0,-6 10-21 16,0 0-21-16,0 0 11 0,0 0-2 16,0 0-21-16,15 18-15 0,-11-7-13 15,-2 7-15-15,1-1-12 0,-1 6-11 16,2 1-9-16,-4 1-9 0,2 0-26 0,-2 0-31 16,0 0-39-16,0-5-43 0,-2 3-49 15,2 2-67-15,-2-6-74 0,0-2-68 0,0 0-76 16,-1-2-81-16,-1-4-111 0,0-1-19 15,3-5-416-15,-2-2-492 0</inkml:trace>
  <inkml:trace contextRef="#ctx0" brushRef="#br0" timeOffset="61859.82">28846 13882 2638 0,'3'-24'-20'0,"-3"8"38"0,2 3 33 16,1 2 25-16,-3 2 15 0,0 1 18 0,0 8-11 15,-3-12-6-15,3 12-6 0,3-10-20 16,-3 10-2-16,0-7-40 0,0 7-35 0,4-3-56 15,-4 3-81-15,0 0-115 0,0 0-160 16,0 0-63-16,0 0-193 0,0 0-173 0</inkml:trace>
  <inkml:trace contextRef="#ctx0" brushRef="#br0" timeOffset="62087.65">29102 13410 2054 0,'1'-10'79'15,"-1"3"4"-15,0 1-4 0,0 6 18 0,0 0 44 16,0 0 33-16,0 0 5 0,-19 27-9 16,12-11-11-16,3 7-12 0,-2 0-14 15,2 9-13-15,-4 0-12 0,7-3-15 0,1-4-11 16,0 0-9-16,1-1-7 0,-1 3-28 16,2-2-28-16,2 1-39 0,-2-2-42 0,-2 0-54 15,0 0-48-15,0-4-53 0,-4 1-63 16,0-1-83-16,-1 1-89 0,-2-2-11 15,-2-6-163-15,0 5-133 0</inkml:trace>
  <inkml:trace contextRef="#ctx0" brushRef="#br0" timeOffset="62240.07">28924 13970 1714 0,'-5'-8'13'0,"-2"1"33"0,3 0 37 16,-1 0 29-16,-1-3 27 0,6 2 6 0,-3-1 6 16,1 1-9-16,2 8-4 0,2-14-11 15,0 9-16-15,-2 5-16 0,7-12-15 16,-2 8-14-16,8 1-32 0,-1 1-29 0,6 1-34 15,2-1-48-15,9 2-68 0,1 0-78 16,15 2-92-16,-4-1-141 0,4 1-210 16,-2-2-160-16</inkml:trace>
  <inkml:trace contextRef="#ctx0" brushRef="#br0" timeOffset="62421.77">29649 13805 1852 0,'1'-4'64'0,"3"-1"31"0,-4 5 17 0,0 0 20 16,0-8 16-16,0 8 0 0,0 0-3 15,0 0-11-15,0 0-14 0,0 0-14 0,0 0-14 16,-9 21 3-16,4-8-20 0,3-1-5 16,0 3-10-16,1 2-5 0,-1 2-37 0,0 3-44 15,-2 0-60-15,2-1-57 16,-1 4-75-16,1-7-103 0,-4-1-182 0,5-1 32 16,-4-4-126-16,3 0-95 0</inkml:trace>
  <inkml:trace contextRef="#ctx0" brushRef="#br0" timeOffset="62572.57">29710 13779 1710 0,'-6'-10'37'0,"-1"5"8"0,6 0 11 0,1 5 8 16,-6-8-2-16,6 8-6 0,0 0-12 15,-4-8-25-15,4 8-45 0,0 0-48 16,8-6-83-16,-1 5-104 0,3-2-275 15,0 0-39-15</inkml:trace>
  <inkml:trace contextRef="#ctx0" brushRef="#br0" timeOffset="62903.84">29953 13730 1456 0,'0'0'16'16,"0"0"7"-16,0 0 0 0,0 0 21 0,-15 15 25 15,7-9 16-15,1 2 5 0,-3 2-4 16,-1 5-4-16,0 1-1 0,-1-1 3 15,0 2-1-15,5 2 2 0,-1 1-5 0,0-1-5 16,7 2 5-16,1-3 3 0,-2 3 14 16,5 1 11-16,-1 3 38 0,6 4 41 0,0 0 9 15,3-5-9-15,-5-5-16 16,2-2-15-16,-3 0 6 0,-1-3 1 0,0-1-7 16,-1-2-6-16,-1-1-4 0,2 0-2 15,-2-3-2-15,0 0-2 0,-2-7 0 0,4 12-2 16,-4-12-2-16,-2 10-12 0,2-10-1 15,-8 7-21-15,8-7-11 0,-11 6-12 16,11-6-11-16,-19 0-30 0,19 0-56 0,-25-8-78 16,10 2-107-16,1-2-112 0,-2-3-121 15,2-1-162-15,-1 0-89 0,6 1 64 0,0 3-445 16,6 3-539-16</inkml:trace>
  <inkml:trace contextRef="#ctx0" brushRef="#br0" timeOffset="63603.94">30214 14071 3209 0,'6'-6'108'0,"-6"6"20"0,4-6 25 15,-4 6 29-15,0 0 5 0,0 0-7 16,0 0-19-16,0 0 33 0,0 0-5 16,0 0-19-16,7 20-17 0,-7-13-14 0,4 3-16 15,-2 1-11-15,0-1-10 0,0-2-10 16,-2 1-10-16,2 1-6 0,-1-2-9 0,-1 1 8 15,0 0-20-15,0-9 1 0,0 12-8 16,0-6-7-16,0-6 2 0,0 12-4 16,0-12-7-16,0 0-2 0,0 9-2 15,0-9 8-15,0 0-20 0,0 0-10 0,0 0-8 16,0 0 1-16,0 0 0 0,23-24-6 16,-15 17 0-16,-2 0 4 0,4 1 6 0,-7 0-7 15,-3 6-7-15,11-8 5 0,-4 6-1 16,-7 2 1-16,0 0 1 0,16 2 1 15,-16-2 0-15,14 10 0 0,-4-3 1 0,-5 5 1 16,2-2-4-16,4 4-19 0,0 1-7 16,0 3-23-16,5 3-34 0,-4-1-48 15,2-5-44-15,7 6-38 0,2-2-28 16,-8-5-20-16,4-2-18 0,-1 0-13 0,1-4-16 16,-1 1-2-16,4-4 3 0,-8 0 7 15,2-5 28-15,-3 0 40 0,1-2 63 16,-3-1 74-16,-4-1 49 0,2-3 52 0,-2 1 47 15,-3-1 37-15,-4 7 30 0,3-12 25 16,-1 6 28-16,-2 6 2 0,2-8 9 0,-2 8 8 16,2-9 2-16,-2 9-7 0,0-8-8 15,0 8-9-15,0 0-6 0,4-10-10 16,-4 10-12-16,4-3-13 0,-4 3-16 16,0 0-9-16,4-9-10 0,-4 9-9 0,6-7-9 0,-6 7-10 15,5-10-5-15,-1 4-6 16,-4 6-12-16,9-11-13 0,-2 5-10 0,-2 0-7 15,1 2-4-15,-6 4-4 0,11-9 0 16,-7 5 0-16,-4 4-2 0,8-6-1 16,-8 6-2-16,0 0-3 0,7-6 3 0,-7 6-9 15,0 0 8-15,0 0 0 0,0 0-1 16,0 0 4-16,0 0 1 0,0 0-2 0,0 0-5 16,0 0-16-16,0 0-18 0,0 23-23 15,0-23-28-15,-4 8-43 0,3-2-33 0,-3 0-37 16,4-6-40-16,-2 11-43 15,0-7-54-15,-3 2-58 0,5-6-94 0,0 0-21 16,0 0-234-16,0 0-241 0</inkml:trace>
  <inkml:trace contextRef="#ctx0" brushRef="#br0" timeOffset="63837.86">31005 13803 1973 0,'15'-53'-46'0,"5"-2"46"0,-4-4 36 0,0 8 54 15,-3 15 45-15,-6 2 43 0,-1 10 28 16,-1 5-14-16,-2 4-14 0,-1 5-23 0,-2 6 1 15,0 4 31-15,0 0 5 0,-12 29-13 16,3 2-18-16,-2 5-16 0,1 3-11 16,-1 12-12-16,0-3-12 0,2 5-12 15,0 1-10-15,2-1-9 0,1-10-6 16,-2 10-13-16,2-11-27 0,1-1-30 0,-3-2-34 16,3-5-34-16,-4-1-39 0,2-8-37 15,0-2-39-15,1-3-40 0,-2 2-49 0,-3-8-52 16,3 1-34-16,-2-4-8 0,1-3-15 15,0 0 20-15,-2-4-367 0,6 2-218 0</inkml:trace>
  <inkml:trace contextRef="#ctx0" brushRef="#br0" timeOffset="63970.44">30862 14289 1893 0,'-6'4'-16'0,"6"-4"57"16,0 0 48-16,0 0 30 0,0 0 25 15,0 0 29-15,-6-15 20 0,6 15 17 0,16-16 4 16,-7 6-8-16,2-1-12 0,5-1-18 16,0 0-18-16,-1-1-21 0,-1-1-15 15,4 2-25-15,3-8-43 0,-4 6-58 16,-3 2-67-16,-1 3-79 0,-1 1-91 0,-3 0-136 15,-2 1-201-15,-3 1 30 0,-4 6-212 16,6-6-251-16</inkml:trace>
  <inkml:trace contextRef="#ctx0" brushRef="#br0" timeOffset="65704.27">21822 14974 1979 0,'5'-19'-33'0,"1"4"18"0,-3 3 18 16,1 2 6-16,1 3 3 0,-1 1-3 16,1 2 14-16,-5 4 5 0,19 3 10 15,-6 4 2-15,0 3-1 0,5 5 2 0,-1 7-4 16,-2 2 1-16,3-1-1 0,-11-3 4 15,2-1 8-15,-3-2 6 0,-4 2 3 16,1-2-1-16,-6 1-5 0,-1-1 2 0,0 0-2 16,-5 0 0-16,2-5-2 0,-3 2-2 15,-2-5-2-15,1 1-3 0,3-5 3 16,-1-3 0-16,1-1-6 0,8-1-7 16,-17-8 0-16,8-2-6 0,1-7 0 0,2-5-3 15,-2-11-5-15,3-4 2 0,1-1-4 16,2-3 4-16,1 4-6 0,2 6-3 0,-1 8-2 15,0 5-2-15,0 1 0 0,0 6-3 16,2 1-1-16,2 5-3 0,-4 5 3 16,9 0-3-16,-9 0 2 0,21 19 2 0,-10-2-3 15,9 7 4-15,-3 3-2 0,4-3 1 16,0 5-2-16,0-1-2 0,3 0 7 0,-3-2-5 16,4-3 1-16,-3 0 0 0,-6-7 0 15,-2-3 0-15,-3-3 3 0,-3-2 5 0,2-1 11 16,-5-2 8-16,3-1-1 0,-1-3-5 15,-7-1 1-15,0 0-6 0,23-11 4 16,-10-3-10-16,-1 0 2 0,1-11-6 16,1-7 3-16,-1-4-3 0,-4-2-9 15,3-14-6-15,-1-6-22 0,-1-4-17 0,-2-6-5 16,-3-3-4-16,1-3 5 0,-4 0 5 16,-4 4 3-16,-2 3 5 0,-1 4 3 0,-5 10 4 15,0 4 3-15,3 12 0 0,-2 6 5 16,0 8 1-16,4 4-2 0,-1 8 4 0,3 4 1 15,-3 3 2-15,6 4 3 0,0 0 19 16,-21 31 5-16,11 0 11 0,2 8 10 16,3 17 15-16,-1 4 6 0,2 5 5 15,4 2 4-15,-1-1 2 0,1 3-1 16,3-1-3-16,6-2-2 0,3 1-8 0,3-7 9 16,8-7-6-16,2-5-2 0,6-2-2 15,3-5-8-15,2-4 1 0,4-5-4 0,-3-6-2 16,-7-8-5-16,3-4-4 0,-9-7 2 15,-1-4-6-15,-2-3 1 0,2-3-13 0,7-7 6 16,5-5-2-16,-9-3-2 0,5-12-4 16,-2-3-5-16,-4-1 8 0,-3-10-5 15,-1-4-3-15,-3-4-3 0,-6-3-13 16,-1-9 2-16,0-3-3 0,-6 2-1 0,1-2 1 16,-4 7 0-16,-2 19 3 0,-2 5 2 15,0 8-8-15,-2 10 5 0,2 7 4 16,-5 6 2-16,7 5-7 0,0 0 3 0,-39 33-1 15,24-3 2-15,-2 13 1 0,0 4-2 16,5 3 18-16,5 1 1 0,1 4 0 0,4-9 2 16,4 0-2-16,2-2 3 0,1-2 8 15,3-1-1-15,4-6 6 0,1 0-8 16,1-4 10-16,2-2-4 0,0-6-3 0,-1-6 1 16,-1-5 4-16,0-2-5 0,6-4 4 15,-4-3-7-15,6-3-2 0,3-1 1 0,0-5-3 16,-5 0-8-16,1 0 4 15,-3-5 4-15,-2-1-1 0,0-2-7 0,-5-1-3 16,-3-7 3-16,-5 2-8 0,-3-4 0 16,-2-1-2-16,-9-9-9 0,-2 2 0 0,-1 1-2 15,-5 2 1-15,1 4-2 0,-5 1-6 16,-1 9-5-16,2 3-13 0,3 8-13 0,-1-1-15 16,0 7-21-16,-1 2-29 0,0 4-27 15,2 3-38-15,-4 7-45 0,5-1-63 16,6-3-82-16,2 3-174 0,0 2 37 0,6-5-165 15,1 1-169-15</inkml:trace>
  <inkml:trace contextRef="#ctx0" brushRef="#br0" timeOffset="66803.31">23209 14928 1795 0,'0'0'-7'0,"0"0"3"0,0 0-1 16,0 0 42-16,0 0 25 0,0 0 19 16,-8 22 16-16,8-13 5 0,-4 4 4 0,2-1 2 15,2 2-8-15,0 1 4 0,0 1-1 16,2-1-2-16,2 0 1 16,0-1-8-16,0-1-11 0,2-2 0 0,-2 1-1 15,-1-3-11-15,5-1 0 0,0-1 0 16,-1-2-6-16,4 1-6 0,3-5-6 0,-14-1-6 15,29-1-9-15,-12-2-5 0,-2-1 0 16,2-1 4-16,-1-1-7 0,-3 2-3 0,-2-2-2 16,-1 2-5-16,-3 1-4 0,-7 3 1 15,16-5-3-15,-16 5 1 0,11 0-2 16,-11 0 10-16,0 0-9 0,9 8 3 0,-3 0-4 16,-4 1-2-16,0-3 3 15,4 0-5-15,-2 4 4 0,-3-3-6 0,5 3 0 0,-2-3 4 16,-1-2 1-16,-1 2 3 0,7-4 5 15,-6 2 6-15,3-1 8 0,-6-4-5 0,0 0-2 16,25 0 4-16,-12-6-3 16,2 3-9-16,-2-5 3 0,1 1-4 0,1 0 0 15,-1-3-2-15,-3 5-5 0,0-3 2 16,-3 4-1-16,2-2-4 0,-5 3-1 16,-5 3-2-16,14-6 1 0,-14 6-1 0,7-2 0 15,-7 2-1-15,0 0-1 0,0 0 2 16,0 0-5-16,21 2-1 0,-21-2 2 0,8 6 3 15,-8-6-3-15,9 5 1 0,-9-5 0 16,9 4 1-16,-9-4-2 0,12 3-3 0,-12-3 8 16,15 0-7-16,-15 0-7 15,21 0 4-15,-8-3-6 0,3-3-18 0,1 0-6 16,-2 2-5-16,-2-3-17 0,5-2-1 16,-5 2 4-16,1 2 7 0,-1-3 0 0,-6 5 5 15,1-3 7-15,0 3-1 0,-8 3 1 16,13-4 4-16,-13 4 1 0,8-3 3 15,-8 3 4-15,0 0 6 0,0 0 1 0,0 0-1 16,13 10 6-16,-13-10-3 0,4 11 2 16,-3-7 1-16,-1-4 0 0,6 13 2 0,-1-9 1 15,-3 2 5-15,-2-6-2 0,7 11-5 16,-2-5-6-16,1 0 2 0,-1 0 2 16,8-2-11-16,-2-1-39 0,2-3-5 15,2 0 1-15,5-1-8 0,3-3-12 16,1-1-16-16,8-7-7 0,-1 0-1 0,-3-4 10 15,1-1 7-15,-4-1 8 0,-6-9 8 16,-2 2 10-16,-5-4 8 0,-3-2 9 0,-2-4 16 16,-5 8 17-16,2 2 19 0,-4 8 20 15,0-1 18-15,-2 4 5 0,0 2-1 0,0 3-4 16,1 1-5-16,1 8 18 0,-10-2 12 16,10 2 8-16,-15 12-4 0,4 4 2 15,1-1-4-15,-2 5 9 0,5-3-2 16,1 6-9-16,1-3-4 0,1 1-5 0,0-3 2 15,-2 1-10-15,4-4 0 0,0-1-5 0,0-3-4 16,2 0-3-16,0-3-3 16,0 2-2-16,-1-2-2 0,-1-2-4 0,2-6 1 15,-2 9 1-15,2-9-9 0,-4 10 16 16,4-10 2-16,0 10-1 0,0-10-4 0,-2 8 0 16,-1-2-1-16,3-6 0 0,-7 9 1 15,5-3 1-15,2-6 6 0,0 0 10 16,-3 10 4-16,3-10-2 0,0 0-2 0,0 0 5 15,0 0-13-15,0 0 1 16,0 0-4-16,0 0-2 0,3 7-3 0,-3-7-5 0,0 0-2 16,0 0-16-16,20 0-23 15,-20 0-37-15,0 0-37 0,13 0-49 0,-13 0-47 0,6 4-46 16,-6-4-51-16,0 0-66 16,0 0-108-16,0 0-92 0,0 0 42 0,13-8-155 15,-9 5-156-15</inkml:trace>
  <inkml:trace contextRef="#ctx0" brushRef="#br0" timeOffset="67902.82">17536 13532 1745 0,'-54'2'-45'0,"4"4"15"0,-11-2 21 16,-1 3 24-16,3 1 15 0,1 1 9 16,19-2 7-16,4 0 13 0,10-6 26 15,9 1 18-15,7 0 6 0,9-2 8 0,0 0-7 16,74-19-13-16,-2-2-8 0,42-9-6 16,26-7-7-16,59-13-6 0,7 3-10 15,15-7-7-15,3 3 5 0,17 0-15 0,-9 3 0 16,-11-1-6-16,-9 8-2 0,-15 0-15 15,-57 16-10-15,-10 0-17 0,-16 5-22 0,-36 6-18 16,-13 3-6-16,-9-2 6 0,-19 7-1 16,-10 2-2-16,-9-1-11 0,-5 2-30 0,-8 1-43 15,-3-1-37-15,-2 3-58 16,0 0-109-16,0 0-289 0,0 0-125 0</inkml:trace>
  <inkml:trace contextRef="#ctx0" brushRef="#br0" timeOffset="70503.78">18003 13646 412 0,'24'-17'101'0,"1"-1"16"0,-2-1 9 0,-2 0-27 16,-4 4 11-16,-2 3-11 15,-3 3-5-15,-1 1-14 0,-2 1-11 0,0 2-4 16,-4 1-10-16,-5 4-3 0,0 0-3 15,0 0-6-15,-14 24-3 0,-20 5-6 0,-7 5-5 16,-24 12 3-16,-4 5-4 0,-11-2 3 16,-4 5 6-16,-4 0 20 0,-7 3 13 15,-2 0 6-15,-10-1 1 0,-1-4 8 0,3-3 8 16,6-1 5-16,7-5 0 0,10-7-1 16,25-10-2-16,8-4-7 0,5-4-10 15,13-6-4-15,8 0-9 0,6-7-3 16,4 1-5-16,1 0-7 0,5-3-5 0,0 0-3 15,-2-1-16-15,9-2-28 0,0 0-36 16,-11 4-36-16,11-4-43 0,0 0-59 16,-2 5-74-16,2-5-93 0,0 0-141 0,-1 6-112 15,1-6-95-15</inkml:trace>
  <inkml:trace contextRef="#ctx0" brushRef="#br0" timeOffset="71252.58">15845 15080 1476 0,'0'0'-75'0,"2"-11"45"15,0 1 33-15,-2 2 28 0,4-2 27 16,-2-1 22-16,-1 1 21 0,3 1 14 0,1-1 16 15,-5 3-10-15,0 7-8 16,3-11-12-16,-3 11-2 0,0 0 10 16,0 0 7-16,24 13-4 0,-15 3-6 0,6 8-11 15,-2 3-10-15,2 1-9 0,-1 3-7 16,3-2-6-16,-2 2-6 0,-4 0-4 0,3 1-5 16,-3-3 2-16,0 2-5 0,2-2-12 15,-8-6-4-15,1-3-4 0,-3 1-1 0,1-4-5 16,0-3-3-16,-2 1-33 0,-2-4-27 15,2 0-33-15,0-2-39 0,0-2-62 16,-2-2-82-16,0-5-89 0,0 0-152 16,0 0 25-16,0 0-47 0,0 0-26 0</inkml:trace>
  <inkml:trace contextRef="#ctx0" brushRef="#br0" timeOffset="71502.86">15962 14872 1383 0,'7'-11'-45'0,"0"3"18"0,4-4 18 0,0 8 21 16,2-4 8-16,1 4-3 0,2 0 0 16,4 3 6-16,-5 1-6 0,6 1-1 15,-4 1-3-15,2 1 2 0,-4 3 0 0,7 3 2 16,-8-3 7-16,-2 2 2 0,-1 3 10 16,-1-1 10-16,-3 1 7 0,0 2 0 15,-7 0-1-15,0 2-1 0,0-2-3 16,-7 3-5-16,3-2-3 0,-3-2 1 0,1-1-7 15,-1 2-5-15,-1-1-3 0,0-4-1 16,1 1-3-16,0-3-13 0,-2 0-24 16,4-3-42-16,5-3-64 0,-13 3-76 0,13-3-399 15,-10 0-96-15</inkml:trace>
  <inkml:trace contextRef="#ctx0" brushRef="#br0" timeOffset="71852.74">16375 14928 1491 0,'6'-2'-70'0,"-6"2"14"16,0 0 51-16,19 8 29 0,-14-1 23 15,2 2 26-15,-2 3 13 0,3 2 16 0,-3 1-1 16,2 1 9-16,0 2 2 0,2 1 6 16,-1-2-11-16,-3-1 12 0,3-1-9 15,-4-1-10-15,5 0 5 0,-3-2 1 0,0-3-5 16,2 1-2-16,-3-3 5 0,3-1-2 15,-3 0-11-15,5-4-7 0,-10-2-11 0,15 3-8 16,-15-3-6-16,21-5-2 0,-11 3-7 16,-3-4-3-16,1 2-3 15,-2-1-4-15,-1-3-8 0,-3 1-8 0,-2-2-9 16,-2-2 2-16,-5-3-2 0,0-1-4 16,-9-3-7-16,-3 1-6 0,0 0-3 0,3 5-7 15,5 4-17-15,-4-2-13 0,2 3-27 16,0 0-30-16,1 2-42 0,4 5-41 0,8 0-65 15,-19-2-66-15,19 2-121 0,-9 0-61 16,9 0-132-16,0 0-126 0</inkml:trace>
  <inkml:trace contextRef="#ctx0" brushRef="#br0" timeOffset="72302.58">16552 15077 1546 0,'10'10'-76'15,"-1"0"54"-15,-1-3 18 0,-3 1 33 16,4-2 24-16,-2 1 20 0,0-3 21 0,-1 2 11 15,4 0 6-15,-1-2 2 0,-1 0-1 16,1 0 0-16,3-2-3 0,-3 1-7 0,3-3-5 16,-1 3-8-16,-11-3-12 0,22 0-6 15,-22 0-3-15,20-6-7 0,-10 4-8 0,-1-2-6 16,1-4-1-16,-5 2-6 0,2-3-1 16,-4-2-5-16,-3-4 2 15,0-2-5-15,-1-7-2 0,-6-8-3 0,0-1-10 0,-3 2 1 16,3 6-5-16,-1 6 6 0,0 1 11 15,3 4 1-15,-1 3-5 0,4 3-4 16,-6-2 1-16,4 1-6 0,2 1-2 16,2 8 1-16,-3-8-2 0,3 8 0 0,0 0 0 15,0 0-2-15,0 0 0 0,0 0-2 16,0 0-1-16,0 0-1 0,0 0-1 16,25 16-3-16,-20-7 6 0,4 1-4 0,2 2 1 15,0 3-1-15,-2 2-2 0,1 1-1 16,3 7 6-16,-1-4-7 0,-3-3 1 0,2 1 2 15,1 0-2-15,-2-1 3 0,-1 1-1 16,1-2 1-16,-1-3-1 0,1 1-5 16,-2-4 2-16,-1 1-15 0,1 1-15 15,-1-3-25-15,1-1-23 0,0-3-33 16,-3-2-28-16,5-1-45 0,-5-3-41 0,-5 0-35 16,18-5-23-16,-11-3-34 0,1-4-30 0,0-9-220 15,-5-1-67-15</inkml:trace>
  <inkml:trace contextRef="#ctx0" brushRef="#br0" timeOffset="72519.59">16970 14800 1420 0,'-10'-41'-65'0,"-3"-6"52"16,3 9 38-16,1 6 39 0,1 1 24 0,0 7 17 16,3 9 20-16,-1 1 7 15,4 3-15-15,-1 1-12 0,1 5-11 0,2 5 18 0,0 0 22 16,0 0 2-16,0 0-9 0,17 30-1 16,-4-3-1-16,0 4-5 0,2 0-4 15,3 2-2-15,-1 8-37 0,4-1 10 16,-2 1 1-16,0 0-10 0,-4-6-14 15,1-4-10-15,-1 3-6 0,0-4 3 0,-2 1-39 16,0-3-34-16,-3-1-38 0,0-4-51 16,-5-5-49-16,-1 0-61 0,-1-7-78 0,-3 1-88 15,-1-3-121-15,-1-2 39 0,0 0-85 16,-2-5-57-16</inkml:trace>
  <inkml:trace contextRef="#ctx0" brushRef="#br0" timeOffset="72668.33">16943 15030 1579 0,'-8'-7'44'0,"7"3"24"0,-3-3 17 16,4 7 10-16,-2-12 6 0,2 12 2 16,7-12-6-16,-1 3-8 0,3 1-9 15,9-4-11-15,-1 3-1 0,11-5-13 16,3 0-31-16,-1 1-44 0,3-3-69 0,3 1-87 16,0 1-89-16,8-5-167 0,-7 3-104 15,8-1-39-15</inkml:trace>
  <inkml:trace contextRef="#ctx0" brushRef="#br0" timeOffset="73119.71">17602 14369 1524 0,'-3'-10'46'16,"1"6"7"-16,2 4 2 0,-4-8 1 0,4 8 10 15,0 0 48-15,0 0 27 0,0 0 7 16,9 32 11-16,-1-10 1 0,1 11 15 15,3 3 2-15,-1-2-11 0,1 3 2 0,-3 0-2 16,3-1-13-16,0 0-19 0,-3-2-14 16,2 1 2-16,-3-4-18 0,1-8-10 0,-1-2-9 15,-5-3-9-15,6-1-11 0,-4-3 3 16,-3-3-15-16,4-1-3 0,-3 1-4 16,-1-4-3-16,0 1-4 0,2-3-5 15,-4-5-9-15,4 6-4 0,-4-6-5 16,0 0-28-16,0 0-3 0,0 0-9 0,0 0-11 15,-28-17-2-15,19 11 1 0,-3-2 3 16,-4 0 4-16,1 4 4 0,-1 0-9 0,2 3 8 16,14 1-2-16,-29 2 8 0,13 4 2 15,3-1-4-15,6 4 13 0,-7-1 4 0,10 2 0 16,-1 1 11-16,3-3 8 0,2 2 0 16,4 1 2-16,-1-3-7 0,1 1 9 15,6 0-1-15,-1-5-5 0,6 4-1 0,1-2-1 16,-1-4 7-16,2 2-27 0,-2-4-27 15,4 0-51-15,6-1-18 0,2-5-57 16,11-1-66-16,0-4-55 0,1 1-84 16,-3-4-128-16,-2-1-19 0,-2-3-219 0,1 0-225 15</inkml:trace>
  <inkml:trace contextRef="#ctx0" brushRef="#br0" timeOffset="73352.95">18113 14599 1969 0,'-10'-12'-20'0,"6"7"36"16,1-2 19-16,-3 2 12 0,6 5 14 0,0 0 11 15,-11-2 30-15,11 2 15 0,0 0 7 16,-8 19 16-16,4-1 9 0,2 1 6 16,0 5 5-16,2 2 2 0,-1 13 3 15,1-1-10-15,0 5-14 0,0-2-11 16,0-1-16-16,0 1-8 0,0-2-10 0,1-1-13 16,-1-2-8-16,2-7-8 0,0-4-6 15,-2-2-7-15,2-3-16 0,-4 1-39 0,2-4-28 16,-2 1-56-16,0-3-52 0,1-1-52 15,-3-2-61-15,-2-5-71 0,0 1-81 16,0-5-114-16,6-3 0 0,-14-1-208 0,2-6-216 16</inkml:trace>
  <inkml:trace contextRef="#ctx0" brushRef="#br0" timeOffset="73535.71">17785 14835 1936 0,'-7'-14'4'0,"1"5"37"15,0-1 33-15,0 5 29 0,5-2 31 16,1 7 9-16,-6-7 2 0,6 7-18 15,-4-8-16-15,4 8-3 0,0 0-7 0,0 0-16 16,0 0-7-16,0 0-10 0,25 13-1 16,-14-1-6-16,0-4-32 0,3 4-34 0,3 1-58 15,2 7-73-15,-2-3-95 0,-1-3-122 16,-3 1-158-16,-1-7 30 0,-1 4-75 16,-4-3-59-16</inkml:trace>
  <inkml:trace contextRef="#ctx0" brushRef="#br0" timeOffset="73968.69">18063 14614 1693 0,'-5'-7'90'16,"5"7"15"-16,-6-7 10 0,6 7 9 0,0 0 1 16,0 0 8-16,0 0 24 0,0 0 19 15,0 0-7-15,0 0 1 0,11 33-11 0,1-16 0 16,-4 2-11-16,1-2 7 0,-2 4-14 15,6-3-14-15,-2 9-8 16,-2-6-14-16,-4-2-8 0,4-3 3 0,-6-3-1 0,1 3-4 16,0-4-5-16,-1-3-7 15,-1 1-5-15,0-2-8 0,0-1-1 0,3 0-6 16,-5-7 0-16,3 10 6 0,-3-10-6 16,0 0-5-16,0 0-7 0,0 0-7 0,0 0-7 15,0 0-8-15,-15-38-10 0,9 17-11 16,2-14-7-16,4 4-2 0,-1 6 0 15,1 0-2-15,0 5-1 0,0 1-1 0,0 5-3 16,0 0-3-16,1 4 3 0,1 4 0 16,4-2 0-16,-6 8 1 0,16-4-1 0,-16 4 1 15,0 0 2-15,28 10 8 16,-17-3-4-16,2 1-2 0,1-1 0 0,-3 2 1 16,5-1 0-16,-5 0 0 0,3 3-1 15,-3-2-22-15,-2-1-36 0,1 0-58 16,-1-1-66-16,1 0-68 0,-5 2-82 0,4-3-113 15,-6 0-194-15,1-1 50 0,-4-5-326 16,7 8-399-16</inkml:trace>
  <inkml:trace contextRef="#ctx0" brushRef="#br0" timeOffset="74902.71">18427 14490 2528 0,'-7'-3'11'0,"7"3"14"0,0 0 7 0,0 0 7 16,-12-2 8-16,12 2 41 0,0 0 20 16,0 0 10-16,5 23 3 0,-2-14-8 15,3 6-11-15,-1 0 14 0,5 2 6 0,-2 1-18 16,-1 0-5-16,1-2-16 0,-3 1 3 16,4-2-1-16,-4 1 5 0,-1-3-4 0,0 1-2 15,-3-4-1-15,-1 2-11 0,0-2-5 16,0 1-4-16,-3-3-8 0,-1 2-4 0,0-1-3 15,-2-4-8-15,-2 2 0 0,-3-1-6 16,2-2-3-16,-5-4 3 0,14 0-14 16,-25-8-3-16,14 1-15 0,-3-4-14 15,-6-10 0-15,4-3-10 0,5 3 10 16,2 4-8-16,3 2 2 0,0 3-1 0,2 1-7 16,1 3 1-16,3 0 5 0,0 8 1 15,2-11-6-15,1 6 7 0,5 0 7 0,-8 5-1 16,15-4-2-16,-4 2 1 0,-11 2 1 15,23-4 7-15,-11 4-4 0,0-2 5 16,1 2 1-16,-13 0-2 0,21 0 2 0,-21 0 13 16,15 0 6-16,-15 0 11 0,15-3 8 15,-15 3 13-15,11-2 11 0,-11 2 0 0,12-6-7 16,-8 0-6-16,2-2-7 16,-3 0-4-16,3-1 1 0,-1-1-8 0,4-2 1 15,-6 1-3-15,1 3-3 0,3-1-3 16,-5 1-4-16,-2 8-4 0,7-12 2 0,-5 7-2 15,-2 5-2-15,3-9-2 0,-3 9-2 16,0-9 3-16,0 9-4 0,0 0-1 16,4-8 0-16,-4 8 0 0,0 0 1 0,6-7-6 15,-6 7 4-15,0 0 3 0,7-5-4 16,-7 5 4-16,0 0-1 0,7-5 0 0,-7 5-1 16,0 0 0-16,12-5 2 0,-12 5 0 15,8-5 3-15,-8 5-4 0,9-7 2 0,-1 2-3 16,-8 5 1-16,11-9 2 0,-7 6-3 15,2-2-1-15,-6 5-1 0,10-8-4 16,-10 8-2-16,5-4 2 0,-5 4 0 16,10-2 1-16,-10 2 1 0,0 0-2 15,0 0 0-15,25 5 1 0,-18-4 0 0,-7-1 0 16,16 8 1-16,-7-5 0 0,-9-3-4 16,16 5 4-16,-11-1 1 0,-5-4-5 0,13 5 3 15,-13-5-9-15,10 3-4 0,-10-3-9 16,9 4-2-16,-9-4-2 0,0 0-4 0,0 0 2 15,13 1-14-15,-13-1 8 0,0 0 2 16,14-10-3-16,-8 3 0 0,-1 0 8 16,3-2 4-16,-2 0 2 0,2 0 2 15,-3 0-4-15,1 3 3 0,-1 1-6 16,2 1 10-16,-7 4 4 0,11-5 2 0,-11 5 6 0,0 0-4 16,21 14 11-16,-14-2-3 15,4 3 4-15,2 2 0 0,-1 7-3 0,-1-3 2 16,5 4-2-16,-7-4-4 0,3-3 4 15,-2-2 2-15,-5-3-9 0,4 1-25 0,-4-2-33 16,3-1-49-16,-5-2-31 0,3-1-33 16,-3-4-44-16,1 2-63 0,-4-6-50 15,0 0-60-15,0 0-67 0,0 0-33 0,0 0-212 16,-4-23-199-16</inkml:trace>
  <inkml:trace contextRef="#ctx0" brushRef="#br0" timeOffset="75037.75">18938 14166 1864 0,'-1'-12'-6'15,"-3"2"15"-15,0 2 9 0,1 2 7 16,3 6 4-16,-2-8-4 0,2 8 0 16,0 0-3-16,0 0-3 0,0 0 1 0,0 0-1 15,0 0-10-15,0 0-31 0,0 0-62 16,9 27-91-16,-4-18-151 0,-3 1-175 0,6-1-5 16</inkml:trace>
  <inkml:trace contextRef="#ctx0" brushRef="#br0" timeOffset="75268.49">19256 14190 1452 0,'0'0'43'0,"0"0"17"16,0 0 26-16,-27 16 25 0,18-6 16 16,0 0 14-16,2 3-1 0,-2 0-2 15,4-1-3-15,1 0-1 0,0-1-4 0,4 2-2 16,0-2-9-16,2-2-24 0,4 1 2 15,-1 0-7-15,2-3-9 0,0 1-16 0,0-1-14 16,-1-2-36-16,-1 4-49 0,4-3-67 16,-5 1-82-16,-1 4-113 0,-3-1-176 15,0 3-9-15,-3 1-156 0,-8 7-133 16</inkml:trace>
  <inkml:trace contextRef="#ctx0" brushRef="#br0" timeOffset="75619.91">16532 16308 1653 0,'-12'-21'-21'0,"3"3"47"15,-1-1 46-15,6 0 35 0,-2 1 40 16,1-1 40-16,-1 1 28 0,2 3 20 0,2 1-3 16,1 3-25-16,1 1-21 0,0 2-20 15,0 8-12-15,0 0-5 0,0 0-15 0,0 0-9 16,24 27-14-16,-10-3-11 0,2 5-6 16,4 2-13-16,-1 9-7 0,1-1-7 15,1 0-9-15,-7-4-26 0,1-3-39 0,-2 1-33 16,-5-1-45-16,0 0-36 0,-5-8-48 15,1-5-40-15,-6-1-34 0,0-1-30 16,-1-3-34-16,-3-4-26 0,-1-3-31 16,-1-3-38-16,-4-1-291 0,12-3-188 0</inkml:trace>
  <inkml:trace contextRef="#ctx0" brushRef="#br0" timeOffset="75851.78">16442 16171 1853 0,'-2'-30'-8'0,"2"5"40"0,4 3 36 16,2 1 28-16,-1 1 22 0,4 1 16 15,1 1 27-15,2 3-14 0,1 1-6 0,2 2-13 16,3 3-8-16,-3 5-11 16,2 2-7-16,0 0-8 0,-2 4-12 0,0 1-11 15,3 3 0-15,-5 2-12 0,1 2 4 16,-3 1-15-16,-2 1-1 0,1 3-7 0,-4 1-1 16,-3-3-2-16,3 3-12 0,-4-3-8 15,-2-1-17-15,0 2-29 0,0-5-41 16,-2 3-48-16,2-6-64 0,-2-1-85 0,2-5-118 15,0 0-159-15,0 0 43 0,0 0-111 16,0 0-110-16</inkml:trace>
  <inkml:trace contextRef="#ctx0" brushRef="#br0" timeOffset="76284.81">16996 16080 1722 0,'8'3'20'0,"-3"1"14"0,-5-4 19 15,0 0 26-15,9 3 27 0,-9-3 9 0,0 0 0 16,0 0-9-16,0 0-10 0,13 2-9 16,-13-2-4-16,0 0-11 0,0 0-8 15,17-9-6-15,-9 6-4 0,-8 3-11 0,11-8-3 16,-8 2-6-16,-3 6-2 0,4-10-1 16,-1 3-4-16,-3 7-4 0,-9-19-2 0,-2 4 0 15,-2 0-6-15,-8-6 3 16,2-2-5-16,-2 4-1 0,0 5 6 0,7 2 4 15,-2-1 2-15,4 5 6 0,1 1-5 16,1 1 1-16,0-1-3 0,5 3-1 16,5 4-6-16,-10-9 0 0,7 5-4 0,3 4-3 15,-9-8 3-15,9 8-1 0,0 0 2 16,0 0 2-16,0 0 2 0,14-12-1 16,-4 10-2-16,-10 2 3 0,23 2 4 0,-23-2 0 15,30 5 3-15,-12 0-5 0,2 2 3 16,1 2-3-16,8 4-1 0,-2 1-1 0,0 0-7 15,-7-2 5-15,-3 1-3 0,0-1 0 16,6 5 2-16,-3-5-6 0,-8 1-8 16,2-3-22-16,-3-1-32 0,0 1-35 15,1-2-53-15,1 0-59 0,-2-3-78 16,-2 2-46-16,0-6-110 0,-9-1-51 0,19 0-110 16,-19 0-95-16</inkml:trace>
  <inkml:trace contextRef="#ctx0" brushRef="#br0" timeOffset="76685.6">17385 15879 1657 0,'0'0'29'16,"0"0"21"-16,0 0 25 0,0 0 24 0,0 0 17 16,-25 15 11-16,22-9-3 0,-1-1 5 15,4-5-2-15,-4 14-4 0,4-6-4 0,0-8 2 16,0 13-7-16,2-7-5 0,-2-6-8 16,6 12-16-16,-6-12-2 0,3 8 0 15,-3-8 0-15,8 4 0 0,-8-4-8 16,0 0 1-16,14 0-12 0,-14 0-3 15,0 0-9-15,22-8-6 0,-20 2-2 0,-2 6-3 16,12-10-6-16,-9 4-5 0,-1 0 9 16,2-1-11-16,-4 7 12 0,5-10 4 0,-5 10 6 15,2-9-5-15,-2 9-1 0,0 0-12 16,7-3 9-16,-7 3 3 0,0 0-8 16,7 20 1-16,-1-11-3 0,-1 5-5 0,3 1-1 15,0 3-2-15,1-1 10 0,-1 0-3 16,2 0 8-16,-5-2 10 0,-1-1 8 0,0-2 9 15,-2 2 8-15,-2 0 2 16,-6 1-1-16,1-1-3 0,-8 4-6 0,1-1-8 16,-12 2-4-16,-1 3-6 0,-3-5-7 15,-5 1-6-15,1-3-6 0,-2 1-30 0,0-2-33 16,0-2-46-16,-1-3-78 0,-2-1-86 16,10-3-90-16,-2-5-130 0,2-4-192 15,-9-4 16-15,1-5 65 0,-5-12-288 0,1-4-344 16</inkml:trace>
  <inkml:trace contextRef="#ctx0" brushRef="#br0" timeOffset="77420.56">11588 15282 2114 0,'-8'4'-182'0,"4"0"20"16,4-4 21-16,2 10 12 0,6-3 14 15,7-3 36-15,12-2 25 0,21 0 21 0,24-10 11 16,39-11 22-16,11-10 4 0,22-4 6 15,53-21-2-15,7-6-5 0,8-1 5 0,5-4 3 16,3 0 2-16,-8-2-1 0,-8 3 3 16,-14 3-10-16,-18-1 4 0,-50 19-1 15,-12 2-7-15,-17 7-6 0,-27 11-13 0,-13 3-21 16,-17 6-23-16,-15 5-24 0,-5 3-35 16,-13 4-210-16,-4 0 153 0</inkml:trace>
  <inkml:trace contextRef="#ctx0" brushRef="#br0" timeOffset="78351.89">11642 15724 841 0,'-7'-24'-25'0,"2"4"28"0,-1 2 27 16,1-2 17-16,1 3 15 0,2 3 1 15,-1 1 4-15,2 1-11 0,1 5-5 0,0 7-2 16,0 0 9-16,0 0 20 0,19 24 10 15,-3 5 7-15,-2 5 10 0,2 12 4 0,-1 5 6 16,3 4 9-16,-6 3-3 16,1 3 0-16,3 3-4 0,-5 0-8 0,1 1-6 15,-1-1-10-15,-2-2-9 0,2-3-12 16,-4-1-3-16,0-1-4 0,4-5-4 16,-4 1-5-16,0-14-10 0,-3 0-6 0,2-1 1 15,0-2-7-15,1-2-4 0,1-7-3 16,-3-10 2-16,-1 4-6 0,3-9-3 0,-4 1 1 15,5-5-3-15,-1-2-2 0,3 0-1 16,3-2-2-16,2-4 0 0,10-8-7 16,14 0-2-16,11-9-10 0,10-3-5 0,8-3-1 15,32-6 2-15,6-6 4 0,10 5-4 16,10-8-2-16,14-3-2 0,44-10 1 0,8-3-6 16,2 6-1-16,0-2-1 15,-2 4-5-15,-3-2 0 0,0 1-1 0,-43 16-1 16,0-3 2-16,-4 5 1 0,-11 0 3 15,-9 7 1-15,-11 3 4 0,-14 2 1 16,-29 9 3-16,-11-4 0 0,-16 9 3 0,-9 2-2 16,-7-2 9-16,-8-1 7 0,1 3 6 15,-6-1 9-15,2-1 8 0,-3 1 4 0,-11 2 10 16,18-4 5-16,-9 2-4 0,0-2-7 16,1-2 0-16,4 0-8 0,-5-5-3 0,-4 5 3 15,5-6-4-15,-4 1-6 0,-2-1 2 16,-1-2 9-16,-1-3-8 0,-4-2 0 15,-3-13 0-15,-3-4-3 0,-4-14-5 16,-8-6 1-16,4-12 1 0,-9-18-8 16,2-9 3-16,-6-5-5 0,2-6 6 0,2-1-4 15,-2-4 0-15,1 0-1 0,1 3-9 16,2 3 5-16,0 11 1 0,0 10-1 16,8 22 2-16,0 9 6 0,-3 8-8 0,7 11 4 15,0 7-6-15,5 4-5 0,-2 7 2 16,4 3-3-16,3 3-3 0,-1 2 1 0,-2 2 1 15,4 6-8-15,0 0 2 0,0 0 4 16,0 0 7-16,0 0 0 0,0 0-2 16,0 0-3-16,-2 26 3 0,2-15-2 15,2 0 0-15,0 3 0 0,0-2 5 16,-2 2-5-16,-4 3 2 0,0-2 5 0,-6 6-7 16,-1 3 5-16,-5 1-13 0,-8 3-6 15,-8 4-13-15,-9 1-13 0,-2 2-22 0,-9-1-19 16,-18 10-21-16,-7 4-22 0,-6-2-37 15,-1 2-40-15,-4 3-42 0,2-2-68 16,-1-1-151-16,-1-3-75 0,3-3-47 0</inkml:trace>
  <inkml:trace contextRef="#ctx0" brushRef="#br0" timeOffset="78884.28">12714 15262 1404 0,'-1'-22'-53'0,"-1"1"35"0,-4 7 30 0,3 1 17 15,0 3 18-15,1 3-3 0,-2-2-6 16,4 1-5-16,0 8-6 0,0 0 1 16,0 0 5-16,0 0 2 0,2 39 15 15,4 0 2-15,4 16 4 0,1 8 4 16,3-1 2-16,-1 4 5 0,-1 2 0 0,2-1-5 16,-1 2-3-16,3-1-4 0,-1 2-2 15,-1-3-7-15,-1-2-5 0,0-3-4 0,-1-2-1 16,0-2-8-16,0 0-1 0,0-6-3 15,-5-3-4-15,3-7 0 0,-1-4-5 16,-1-2-18-16,0-5-25 0,-1-6-34 0,-1-6-46 16,1-3-67-16,-3-3-78 0,4-4-416 15,0-4-165-15</inkml:trace>
  <inkml:trace contextRef="#ctx0" brushRef="#br0" timeOffset="79239.75">13563 14855 1658 0,'3'-18'-115'0,"-1"4"41"15,0 3 20-15,0 3 8 0,0 1-3 16,-2 7 11-16,0 0 37 0,0 0 35 0,0 0 18 15,32 32 22-15,-9 9 14 16,6 11 14-16,3 20 2 0,4 7 10 16,2 3 2-16,1 6-3 0,0-4 16 0,5 1-9 15,0-9-8-15,1 1-7 0,2-8-9 16,-6-1-11-16,-2-16-4 0,-5 1-10 0,0-3-8 16,-3-1-2-16,-4 1-14 0,-2-3-2 15,-9-6-6-15,0-7-5 0,-5-3-18 0,-2-2-11 16,1-6-18-16,-8-7-29 0,0-2-34 15,-2-1-50-15,-2-6-72 0,-1 1-88 16,-4-4-123-16,7-4-61 0,-18-4-63 16,4-4-37-16</inkml:trace>
  <inkml:trace contextRef="#ctx0" brushRef="#br0" timeOffset="79567.56">13951 14722 1575 0,'8'-19'18'0,"-3"3"4"0,3 3-1 0,-3 3 1 16,5 3 0-16,0 3 16 0,1 4 20 0,-11 0 22 15,50 19 7-15,-12 10 4 16,2 7-10-16,13 22-3 0,-1 5-2 0,-1 7 22 15,1 2 3-15,3-1-8 0,-2 2-14 16,3-1-5-16,-3 0-1 0,3-3-12 0,-6-4-5 16,-2-4-2-16,-12-14-7 0,-5-3-7 15,-2 1-4-15,-4-2-14 0,-9-3-10 16,-4-4-19-16,-3-4-23 0,-7-3-28 0,-2-5-37 16,-2-4-47-16,-5 3-70 0,-1-6-81 15,-3-2-168-15,-11 6-157 0,-3-7-117 0</inkml:trace>
  <inkml:trace contextRef="#ctx0" brushRef="#br0" timeOffset="80202.6">12521 15336 1558 0,'-13'-4'-89'0,"0"2"33"15,0 2 20-15,13 0 24 0,-24 0 12 0,24 0 6 16,-22 4 20-16,12-1 6 0,-1 6 3 16,0-1 5-16,1 3 6 0,1 1-7 15,1 2 0-15,5-3 11 0,-2-1 1 0,3 3-3 16,7-1 2-16,-2-2 4 0,7 1-3 16,1-1 0-16,4-2-8 0,4 0-4 15,2 2-2-15,0-4-6 0,2 1-3 0,-2 2-1 16,0-2-2-16,0 0-2 0,0-1-4 15,-4 1 0-15,3 0-5 0,-6-2 1 16,-3 1-2-16,0-2 2 0,-2-2 2 16,-2 1-2-16,2 1 7 0,-4-1 0 0,-5-3 1 15,7 9-3-15,-5-1 0 0,-4-3-1 16,1 3-4-16,-9 2-1 0,-2 0-2 16,-1 3-1-16,-6-1-3 0,-6 5-22 0,3-6-23 15,4 0-31-15,-1-7-37 0,4 1-67 16,1-5-62-16,5-2-419 0,2-3-149 0</inkml:trace>
  <inkml:trace contextRef="#ctx0" brushRef="#br0" timeOffset="80585.38">13012 15071 1658 0,'7'-12'-79'0,"-3"1"26"0,0 3 19 0,-3-2 21 15,1 5 25-15,-2 5 12 0,4-10 14 16,-4 10 0-16,0 0 2 0,0-8-2 0,0 8-5 16,0 0-6-16,0 0-3 0,0 0 2 15,-17 16 2-15,10-5-1 0,1-1-4 16,-2 3-4-16,3-1 4 0,-1-2-6 0,2 2-4 16,3-3 2-16,-1 3-1 0,-1-4-3 15,6 1 2-15,-1-1 0 0,-1 0 1 16,3 1-1-16,2-1-3 0,-3 0 4 15,5 2-3-15,-2-2 1 0,2-1 1 0,-3-1-4 16,4 5-1-16,2-4 0 0,-6 0-1 16,2 0 1-16,3 0-2 0,-4 0 2 15,0-2-3-15,-1 2-1 0,-1-1 1 0,0 1 4 16,-3 3-2-16,-1-2-1 0,0 3-1 16,-3 3 0-16,-3 0 0 0,-3 3-3 0,1 0-8 15,-5 0-11-15,-1-2-12 16,-1 2-26-16,-6 0-20 0,2-5-48 0,4-2-59 15,-5-2-61-15,6-3-254 0,-4 1-1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11-16T02:38:03.622"/>
    </inkml:context>
    <inkml:brush xml:id="br0">
      <inkml:brushProperty name="width" value="0.05292" units="cm"/>
      <inkml:brushProperty name="height" value="0.05292" units="cm"/>
      <inkml:brushProperty name="color" value="#FF0000"/>
    </inkml:brush>
  </inkml:definitions>
  <inkml:trace contextRef="#ctx0" brushRef="#br0">23703 3268 1319 0,'-16'-4'215'0,"16"4"-15"0,-6-5 0 0,6 5-17 16,0 0-5-16,-7-11-22 16,7 11 4-16,0 0-7 0,-4-4-18 0,4 4 1 15,0 0-16-15,0 0-9 0,0 0-10 16,0 0 12-16,0 0 11 0,0 0-3 16,-12 24 9-16,12-7 9 0,-2 0-4 0,1 7 11 15,-1 0-2-15,0 2-9 0,-4 8-1 16,5 2-4-16,-1-7-9 0,0-2-11 0,-2 6-7 15,-1-4 5-15,4-5-10 0,-1 0-9 16,0-3-6-16,-4 1-10 0,5-6-6 16,-1 0-6-16,0-2-5 0,-2 1-8 0,2-4-5 15,-1 0-5-15,1-1-3 16,-1-2-5-16,1-1-6 0,0 1-41 0,2-8-40 0,-3 8-58 16,3-8-72-16,-8 2-69 15,8-2-68-15,0 0-70 0,-7-14-78 0,3 6-139 16,-1-3-8-16,4-1-386 0,-3-2-479 15</inkml:trace>
  <inkml:trace contextRef="#ctx0" brushRef="#br0" timeOffset="366.63">23445 3333 2605 0,'-19'-2'-92'0,"9"2"51"16,10 0 35-16,-16-3 30 0,6 1 31 15,10 2 16-15,-19-2 28 0,19 2 4 0,-16 0 10 16,16 0 0-16,-11-1-3 0,11 1 1 16,0 0 4-16,-7-6 4 0,7 6-12 0,0 0-18 15,0 0-4-15,25-16-12 0,-7 9-2 16,15-5-9-16,5 0-10 0,9-2 1 0,5-1-11 15,2 1 1-15,-3-3-7 0,-2 3 1 16,-9 2-9-16,-4-1-3 0,-1 4 4 16,-11 0-11-16,-2 2 0 0,-7 0 1 15,-2 2-1-15,-2 1-1 0,1-1-8 16,-6 2-21-16,-6 3-37 0,13-6-51 0,-13 6-52 16,8-3-54-16,-8 3-63 0,0 0-77 15,0 0-132-15,0 14-72 0,-2-7 39 0,2-7-87 16,-14 19-97-16</inkml:trace>
  <inkml:trace contextRef="#ctx0" brushRef="#br0" timeOffset="697.81">23278 3830 1693 0,'-22'13'41'15,"8"-1"31"-15,0-3 37 0,3-2 29 0,0 0 23 16,0-1 12-16,6-1 19 0,-1-2 6 16,6-3 8-16,-5 8 19 0,5-8 6 15,0 0 1-15,0 0-11 0,26 2-16 0,-26-2-18 16,42-10-18-16,-6 2-18 0,4-1-12 16,2-2-15-16,7-2-14 0,-1-1-12 0,-8 2-7 15,-4 0-9-15,1 1-9 0,-3 1-9 16,-3 1-8-16,-8 0-6 0,-5 2 1 15,0 2-14-15,-3-1-20 0,-1 2-38 16,-5-2-46-16,2 5-61 0,-3-2-68 0,1 0-68 16,-9 3-84-16,13-3-112 0,-4 1-199 15,-9 2 51-15,13-2-360 0,-13 2-445 16</inkml:trace>
  <inkml:trace contextRef="#ctx0" brushRef="#br0" timeOffset="1182.61">23886 3607 2640 0,'-2'-8'-14'16,"2"8"32"-16,-2-6 21 0,2 6 9 16,0 0 4-16,0 0 7 0,0 0 14 0,0 0 13 15,0 0 2-15,0 0-2 0,11-5 11 16,-11 5 1-16,0 0 12 0,0 0-8 15,0 0 3-15,19 13-1 0,-19-13 3 0,8 6-4 16,-8-6 0-16,3 7 1 0,-3-7 4 16,6 4 2-16,-6-4 4 0,0 0 12 0,5 5 12 15,-5-5 14-15,0 0 10 0,0 0-12 16,0 0-15-16,0 0-13 0,16-14-15 16,-12 4-7-16,1-2-5 0,4-2-10 0,-4 1-15 15,3 1-3-15,-1-1-9 16,0 3-3-16,0-1 2 0,0 3-14 0,-1 2-4 15,-1-2-6-15,4 4-6 0,-9 4 5 16,13-4-8-16,-13 4-5 0,21 4 2 0,-12 0-5 16,4 4 4-16,-1 2-7 0,-1 0-3 15,5 1 5-15,-7 4-6 0,0-2 3 16,3 3-5-16,-1-3 8 0,-1 1-7 0,-4 0-3 16,3-2-1-16,-3 1 0 0,0 1 3 15,2-7-2-15,-4 3-1 0,-1-1-11 0,3-2-20 16,-4 0-43-16,1-2-50 15,1 2-56-15,-4-7-61 0,4 6-61 0,-4-6-74 16,8 4-99-16,-8-4-115 0,0 0-87 16,0 0 55-16,18-12-388 0,-7 3-480 0</inkml:trace>
  <inkml:trace contextRef="#ctx0" brushRef="#br0" timeOffset="1401.85">24423 3442 2639 0,'0'-4'-35'0,"0"4"52"0,0 0 35 0,-3-11 22 15,3 11 9-15,0 0 12 0,0 0 7 16,0 0 23-16,0 0 30 16,0 0 9-16,0 0-9 0,-1 26 2 0,1-14-2 15,1 6-15-15,-1-1-14 0,0 4-14 0,0 0-4 16,3 0-14-16,1 1-8 0,-2-3-10 16,0 0-12-16,-1 0-9 0,1-4-17 15,-2-1-40-15,4-1-51 0,-4-1-47 0,2-1-53 16,-2-2-45-16,2-3-48 0,-2-1-81 15,0-5-85-15,0 0-111 0,0 0-16 16,0 0-238-16,0 0-266 0</inkml:trace>
  <inkml:trace contextRef="#ctx0" brushRef="#br0" timeOffset="1565.64">24447 3338 1944 0,'0'-19'-40'0,"-2"2"52"15,1 2 36-15,-1 1 29 0,0 1 12 16,-2 1 13-16,0 3 1 0,4 0-5 15,-3 0-11-15,1 1-6 0,2 8-11 0,-4-13-8 16,4 13-9-16,-3-8-15 0,3 8-50 16,0 0-59-16,0 0-77 0,0 0-94 0,0 0-144 15,0 0-283-15,0 0-163 0</inkml:trace>
  <inkml:trace contextRef="#ctx0" brushRef="#br0" timeOffset="2130.44">24648 2906 1805 0,'2'-12'24'0,"-2"3"39"0,0 2 25 16,0 7 4-16,0 0-10 0,-2-7-5 0,2 7 15 16,0 0 24-16,0 0 2 0,-2 29-2 15,2-12-6-15,-2 7-15 0,0 15-2 16,4 2 4-16,-2 5-18 0,2 0-3 0,0 10-3 15,0-11-8-15,-2 1-8 0,1 1 0 16,-1-2-11-16,-1-2-1 0,-1-2-5 0,0-4-8 16,0-8-3-16,0-2 1 15,0-7-5-15,1-1-3 0,-1-5 0 0,2-3 5 16,-2 2-4-16,-1-5-6 0,3-8 4 16,-2 9-7-16,2-9-4 0,0 0-1 15,0 0 6-15,0 0-10 0,0 0 3 0,-15-24-4 16,10 13 0-16,-3 0-2 0,0-2 1 15,3 3 1-15,-5-1-1 0,2 3-5 0,2 2 1 16,-3 0-6-16,9 6 3 0,-9-6 2 16,9 6-1-16,-10-4 0 15,10 4 3-15,0 0 2 0,-9-3-1 0,9 3 8 16,0 0-1-16,0 0 2 0,11-12 2 16,-1 5 1-16,1-1-3 0,7-2-2 0,-4 0 1 15,8 0-4-15,-6-1 3 0,4 1-3 16,-8 2 0-16,4 2-6 0,-1 1 7 15,-3 2-1-15,-1 0 4 0,-11 3 0 0,21 0-6 16,-21 0 0-16,20 6 2 0,-11-2 2 16,-2 3-1-16,3-1-8 0,-4 6 3 0,1-4 3 15,-1 1 4-15,0 3-4 0,-3 0 1 16,4-3-6-16,-4 4-3 0,-1-4-4 16,2 4-27-16,-2-3-38 0,0 1-42 0,0 0-54 15,-2-2-68-15,1-2-83 16,-1 2-120-16,0-9-82 0,0 9 38 0,0-9-88 15,0 0-74-15</inkml:trace>
  <inkml:trace contextRef="#ctx0" brushRef="#br0" timeOffset="2313.13">24870 3292 1501 0,'-3'-14'37'16,"-1"2"48"-16,0 2 30 0,1 4 33 15,1-2 16-15,-2 1 11 0,4 7-9 16,-5-14-1-16,2 10-23 0,3 4-10 0,-2-9-16 15,2 9-14-15,-4-8-11 0,4 8-30 16,0 0-49-16,-2-6-57 0,2 6-66 0,0 0-80 16,0 0-104-16,0 0-172 15,0 0-13-15,0 0-72 0,0 0-55 0</inkml:trace>
  <inkml:trace contextRef="#ctx0" brushRef="#br0" timeOffset="2731.18">25137 3413 1422 0,'8'4'9'0,"-5"1"45"0,4 3 45 16,-5-2 45-16,0 0 32 0,-1 2 22 15,-1 1 19-15,2-1 9 0,-2 0 0 16,0 1-6-16,0-1-1 0,0 2-6 16,-2 0-2-16,2 1-11 0,-1 0-5 0,-3-3-11 15,0 3-8-15,0-4-11 0,-2 3-12 16,1-2-11-16,-1-2-14 0,0-2-10 0,6-4-7 15,-13 7-8-15,13-7-8 0,-15-2-9 16,15 2-11-16,-18-9-10 0,9-2-5 16,0-6-10-16,0 0-4 0,4-4-5 0,-1 1-5 15,6 1-4-15,-1 2-5 0,1 3-3 16,-2 0-2-16,2 4-5 0,0 2-5 0,3 1 1 16,-3 7-6-16,8-9 4 0,-8 9-2 15,9-2-1-15,-9 2 0 0,0 0 0 16,27 11-1-16,-15-7 3 0,1 5-2 0,-1-1 1 15,4 4 0-15,-5-3-5 16,7 2-2-16,0-2-1 0,-5 1-16 0,-1-3-22 16,0 3-17-16,1-2-23 0,1-1-24 0,-1-2-38 15,-4 0-36-15,3-1-43 0,1-2-47 16,-1-1-49-16,-12-1-56 0,21-5-53 16,-9 1-71-16,-1-4-79 0,-2-3 19 15,3-3-229-15,-5-3-272 0</inkml:trace>
  <inkml:trace contextRef="#ctx0" brushRef="#br0" timeOffset="2981.89">25450 2856 2084 0,'-8'-26'-18'0,"3"4"38"0,-3 7 38 15,5 3 28-15,-4 2 27 0,3 1 18 16,1 2-8-16,-3 2 7 0,6 5 18 16,0 0 25-16,0 0 15 0,0 0 7 0,-16 27 5 15,13-9-2-15,3 5 5 0,0 15 11 16,3 6 1-16,-3 0-13 0,5 11-32 0,1 1-16 15,-1 2-17-15,4-4-12 0,0-2-10 16,0-1 3-16,-3-12-27 0,-3-1-6 16,5-1-12-16,-7-8-17 0,2-8-30 0,1 0-34 15,-4-5-50-15,2 1-60 0,0-5-52 16,-2 1-76-16,2-5-70 0,-2-2-106 0,0-6-123 16,0 4-102-16,0-4 57 15,0 0-326-15,0 0-397 0</inkml:trace>
  <inkml:trace contextRef="#ctx0" brushRef="#br0" timeOffset="3185.59">25548 3163 2347 0,'0'-7'-39'15,"0"7"46"-15,0 0 38 0,0 0 50 0,0 0 34 16,0 0 39-16,0 0 20 0,0 0 11 16,0 0 3-16,-2 28-4 0,2-16-20 15,0 2-15-15,2-1-18 0,-2 5-14 0,1-1-13 16,1-2-10-16,-2 0-17 15,2 1-59-15,0-3-71 0,0 0-72 0,0 0-64 16,-1-3-69-16,-1-1-66 0,2-1-76 16,-2-2-102-16,0-6-36 0,4 5-234 0,-4-5-248 15</inkml:trace>
  <inkml:trace contextRef="#ctx0" brushRef="#br0" timeOffset="3313.67">25585 3067 1864 0,'-1'-12'-97'0,"-3"2"37"15,0 2 20-15,0 1 23 0,2 1 3 16,-2 0 5-16,2 0 1 0,2 6 2 16,-4-8-8-16,3 3-49 0,1 5-68 0,-6-11-102 15,6 11-166-15,-4-7 90 16</inkml:trace>
  <inkml:trace contextRef="#ctx0" brushRef="#br0" timeOffset="3664.01">25568 3210 1187 0,'0'0'118'15,"-6"4"41"-15,6-4 39 0,0 0 34 16,0 0 15-16,0 0 15 0,0 0-2 0,0 0-13 16,0 0-20-16,0 0-3 15,0 0-13-15,10 9-10 0,-10-9-8 0,10 7-11 0,-5-2-10 16,5 1-11-16,-5 1-3 15,3-1-5-15,0 3 2 0,-3 1-2 0,1 0 11 16,-2-1 4-16,-3 3-1 0,-1-2 2 16,0 2 18-16,0-1-6 0,0 1-12 15,-1-2-10-15,1-2-4 0,0 1-3 0,0 2 1 16,1-5-3-16,2 1-1 0,1 2-9 16,1-2-5-16,1-3-13 0,1 1-16 15,5 0-8-15,-1-3-11 0,2 0-14 16,1 0-31-16,-14-2-52 0,34-6-91 0,-12 0-109 15,1-2-110-15,3-7-101 0,2 1-113 16,5-3-136-16,-5 0-159 0,6 2 71 16,9-6-661-16,0 1-871 0</inkml:trace>
  <inkml:trace contextRef="#ctx0" brushRef="#br0" timeOffset="4054.91">26418 3223 3592 0,'-6'7'-143'15,"3"-2"67"-15,3-5 50 16,-10 7 45-16,10-7 40 0,0 0 29 0,-6 6 22 0,6-6 12 16,0 0 5-16,0 0 3 0,0 0 5 15,0 0 3-15,0 0-12 0,0 0-9 16,0 0-13-16,0 0-9 0,0 0-7 16,25-18-12-16,-20 11-8 0,7-2-6 15,-4 3-5-15,-1-6-7 0,2 1-5 0,-2-1-8 16,-2-2-4-16,-1 4-5 0,-2 0 1 15,-2 1-8-15,0 1-4 0,-6 2 1 0,-1 0-4 16,-3 3 1-16,-5 1-8 0,-4 4 4 16,-3 4-1-16,-14 1 0 0,9 7-3 0,-4 1 4 15,8 3 1-15,4-3 0 0,6-1 1 16,4-2 5-16,2 1 1 0,3 1 6 16,1-1 0-16,1-2 0 0,2 0 0 15,0-3-1-15,4 2 2 0,-1-1-5 16,3 0-3-16,2-2-1 0,-1-1-10 0,5-1-22 15,-2 2-32-15,1-1-64 0,-2-2-70 16,1 0-67-16,-1 1-83 0,1-3-108 0,-5 3-179 16,-5-5-7-16,4 9 60 0,-4-9-298 15,-9 10-348-15</inkml:trace>
  <inkml:trace contextRef="#ctx0" brushRef="#br0" timeOffset="4398.01">22759 4429 2229 0,'-78'27'-58'0,"17"-5"32"0,4 0 21 15,11-4 32-15,16-4 38 0,9-5 24 0,11-5 30 16,9-2 18-16,1-2 1 0,0 0 22 16,95-21-3-16,-4-5-21 0,22-8-13 0,20-5 10 15,63-14-17-15,13-2-14 0,22-5-12 16,13-4-1-16,21 1-11 0,10 2-10 0,-3 3-6 15,5 2-13-15,-7 6 6 0,-17 2-16 16,-22 3-2-16,-21 8-3 0,-64 10-2 16,-19 1 2-16,-23 5-3 0,-36 6 3 0,-8 3 35 15,-23 2 36-15,-1 3 17 16,-16-2-12-16,-4 4-7 0,-7-2-14 0,-6 2-10 16,-1 2-6-16,-2 3-11 0,0 0-9 15,0 0-28-15,-16-7-62 0,16 7-87 0,-16 0-103 16,16 0-111-16,-20 5-130 0,8-3-178 15,-1 1 53-15,1-1-370 0,1 0-441 0</inkml:trace>
  <inkml:trace contextRef="#ctx0" brushRef="#br0" timeOffset="5346.61">28187 2673 2428 0,'0'0'-93'15,"0"0"42"-15,7-7 23 0,-7 7 24 16,0 0 28-16,0-10 25 0,0 10 18 0,-5-10 11 16,5 10 0-16,-7-6-6 0,7 6-6 15,-11-5-4-15,11 5-6 0,-14-1-4 0,14 1 3 16,-27 5 2-16,7 2-6 0,-1 1 2 16,-8 4 1-16,5 3 2 0,5-2 5 15,1-1-3-15,7-2 2 0,0 0 5 0,5 1 6 16,2-1 13-16,0 0 11 15,8 0 11-15,4 0 15 0,2 1-6 0,4 1 0 16,6 0 6-16,-3 0-5 0,2-2-9 16,8 3-5-16,-6-1-10 0,-3-2-1 15,0-1-9-15,0 1-8 0,-7 0-1 0,0-2 2 16,-3-1-7-16,-1-1 3 0,1 4 4 16,-3-4 8-16,-1 2 7 0,-2-1 5 0,0 1 6 15,-2-8 4-15,-4 14-7 0,-2-6-10 16,1-1-3-16,-2 0-10 0,-2 0-10 15,0-1-7-15,0-1-5 0,-3 1-3 0,1-3-7 16,-2 2-7-16,1-3-4 0,1 0-5 16,11-2-3-16,-23 0-41 0,23 0-57 0,-22-6-76 15,13 3-92-15,3-2-105 16,1-2-116-16,1-3-119 0,4 0-142 0,4-2 74 16,1-1-452-16,7-5-571 0</inkml:trace>
  <inkml:trace contextRef="#ctx0" brushRef="#br0" timeOffset="5546.8">28347 2789 2834 0,'5'6'-93'0,"-5"-6"46"0,0 0 37 15,8 3 41-15,-8-3 42 16,0 0 35-16,0 0 25 0,0 0 18 0,23-3 1 0,-12-1-7 16,1-1-12-16,3 0-22 0,0-2-6 15,4-1-9-15,-2-3-20 0,1 3-17 16,0-2-34-16,2-1-48 0,-4 3-49 15,4-1-58-15,-1 1-65 0,-8 1-83 16,2 0-79-16,-2 1-135 0,-4 2-23 0,-7 4-172 16,5-2-182-16</inkml:trace>
  <inkml:trace contextRef="#ctx0" brushRef="#br0" timeOffset="6013.87">28539 2782 1738 0,'-9'11'-42'0,"0"-3"41"0,2 1 34 15,0-4 31-15,1 2 32 0,2-2 22 0,4-5 11 16,-5 9 7-16,5-9-4 15,-8 6-8-15,8-6-8 0,0 0-5 0,0 5-11 16,0-5-7-16,0 0-12 0,17 6-15 16,-17-6-22-16,29-4-45 0,-8 2-44 15,3-1-45-15,10-5-36 0,1-3-49 0,1-1-24 16,-3-3-13-16,1-1-5 0,-4 0 17 16,1 0 25-16,-4 1 27 0,-8 3 44 15,-4 1 39-15,-2 3 54 0,-3 1 36 0,-3 2 25 16,1 0 16-16,-5 1 8 0,-3 4-1 15,9-6 3-15,-9 6 11 0,0 0 14 0,0 0 19 16,0 0 10-16,-18 17 5 0,9-7 8 16,2 2-4-16,-4 0 6 15,6 0-1-15,-3 1-1 0,3 0 3 0,3-2 5 16,-3 1-7-16,5 0 4 0,0-3-7 16,0 1 6-16,7 0 11 0,-2-2-6 0,3 0-3 15,-1-3-8-15,5 0-13 0,1-2-11 16,1-3-11-16,1 0-10 0,2 0-5 15,0-4 8-15,2-2 9 0,-4 1-1 0,1-1-5 16,-3-2-5-16,-1-2 0 0,-1-2 1 16,-4-1-6-16,1-5-4 0,-2-4-11 0,-2 2-9 15,-4 1-7-15,0-2-6 0,-2 1-12 16,-4 5-5-16,0-1-9 0,-3 2-10 16,-6 1-34-16,-3 7-43 0,1 0-71 15,-5 3-83-15,-1 3-87 0,-2 3-93 0,0 1-134 16,-10 4-199-16,11 2 71 0,1-6-470 15,2 7-592-15</inkml:trace>
  <inkml:trace contextRef="#ctx0" brushRef="#br0" timeOffset="7145.65">28044 3652 2727 0,'0'0'-207'15,"0"0"43"-15,-29 18 42 0,22-12 24 16,-3 5 29-16,-3 2 28 0,2 3 29 16,-9 6 23-16,4-1 16 0,2 4 9 0,3 3 15 15,0-9 8-15,6-1 8 0,3-3 3 16,0-1 6-16,4-1 11 0,2 0 9 16,1 1 3-16,4-4-1 0,2 0 8 15,0-1-7-15,3-3 10 0,0-4-17 0,2 0-13 16,3-4 2-16,2 2-2 0,2-6 1 15,0-1 9-15,-3-2-1 0,9-4 7 16,-8-1 3-16,-4 1 9 0,-1 0-2 0,-5-3 8 16,-1 1-6-16,-5 0-8 0,-1-2-12 15,-4-4-7-15,0 0-8 0,-2 0-9 0,-1-3-7 16,-3 7-8-16,-2-1-9 0,-3 3-4 16,-3 5-8-16,-3 0-10 0,-2 7-26 15,-2 1-34-15,-4 6-44 0,0-1-63 16,2 5-68-16,3-2-85 0,-3 2-106 0,4 1-185 15,2 1 21-15,3-4 60 0,7 1-182 16,1-2-188-16</inkml:trace>
  <inkml:trace contextRef="#ctx0" brushRef="#br0" timeOffset="7829.01">28270 3588 1818 0,'0'0'-30'0,"8"-3"9"0,-8 3 15 0,0 0 34 16,0 0 37-16,0 0 32 16,6 17 22-16,-6-7 14 0,0 1 3 0,0 3 3 15,-2 4-5-15,0-2-12 0,2 1-11 16,0 2-12-16,2-1-7 0,-4-1-1 0,2 0-13 16,0-5-10-16,0 5-5 0,0-5-7 15,0 0-2-15,-2-2-11 0,2-3 5 16,0 1-1-16,0-8 2 0,0 12 16 0,0-12 8 15,-1 9 2-15,1-9-7 0,0 0-8 16,0 0-6-16,0 0-4 0,0 0-12 0,0 0-4 16,0 0-8-16,0 0-17 15,14-24-15-15,-1 13-19 0,3 0-19 0,9-5-15 16,2 1-13-16,1-3-9 0,1 1-1 16,3-2-1-16,-3 1 0 0,-3-2 5 15,2 2 6-15,-4 2 6 0,-3-4 8 0,-3 1 7 16,-2 2 10-16,-5 3 14 0,-3-1 15 15,-2-1 9-15,-2 1 10 0,-2-1 5 0,-1 3 15 16,-1 1 0-16,-3 2 4 0,-1-3 0 16,-2 3-1-16,4 1-9 0,-6 1 5 15,3 2-11-15,1-2 0 0,4 8 0 0,-11-4 6 16,11 4 4-16,0 0-2 0,-25 6 1 16,17 3-8-16,-2 2 1 0,3 4-2 0,-2-3 3 15,0 5 2-15,4 1-2 0,-2 1-1 16,-1 2 0-16,5-2-2 15,-4-3-3-15,3 3 3 0,2-3 1 0,1 1 3 16,-3 0-8-16,2-1 1 0,-2-3-3 16,4-1 3-16,-1 1 0 0,1-5-4 0,-2 2-2 15,2-10 19-15,0 12 28 0,0-12 12 16,2 8 1-16,-2-8-6 0,0 0 7 16,11 2 2-16,-11-2 1 0,7 3-8 0,-7-3-7 15,0 0-4-15,8 6-3 0,-8-6-2 16,8 6-6-16,-8-6-1 0,7 10-4 0,-3-7-5 15,-4-3-2-15,10 10-5 0,-6-4-2 16,-1-1-2-16,-3-5-9 0,10 9-27 16,-7-5-35-16,-3-4-60 0,11 9-69 15,-11-9-85-15,7 4-133 0,-7-4-189 0,0 0 0 16,11 3 65-16,-11-3-203 0,0 0-217 16</inkml:trace>
  <inkml:trace contextRef="#ctx0" brushRef="#br0" timeOffset="8479.15">28691 3752 1896 0,'0'0'29'0,"0"0"54"0,0 0 42 16,-5 4 43-16,5-4 41 0,0 0 32 16,0 0 10-16,0 0-3 15,0 0-16-15,0 0-22 0,0 0-20 0,0 0-20 16,0 0-19-16,0 0-11 0,30-18-15 15,-20 12-13-15,0-1-11 0,-1 3-13 0,2-4-9 16,-1 2-9-16,-1-2-7 0,1 0-4 16,-3 1-6-16,1-1-4 0,-2 2-5 0,-2-2-5 15,-1 1 0-15,-3 7-3 0,2-10-3 16,-2 10-6-16,0 0-3 0,0 0 0 16,0 0-1-16,0 0-3 0,0 0-1 0,-27 14-1 15,22-3-3-15,-1-3 2 16,3 2 0-16,-1 2-4 0,2-2 6 0,2 2-2 15,0 2 2-15,4-2 0 0,-1-1 4 16,1-2 3-16,4 4 4 0,-3-6 9 16,3 1 0-16,2-4 0 0,-3 2 0 0,5-2-2 15,-12-4-9-15,19 2 3 0,-6-4-4 16,-13 2-6-16,29-5 3 0,-16-2-6 0,1 1 7 16,-3-1 11-16,0-3 5 0,-3 0 4 15,3-1 1-15,-5-5 1 0,-1 0 0 0,4 3-1 16,-5-3 5-16,-1 3-3 0,1 0-3 15,-2 3-4-15,1 2 3 0,-1 0-8 16,2 0-8-16,-4 8-3 0,4-12-2 16,-2 7-3-16,-2 5-2 0,6-9 4 0,-6 9-9 15,9-5 0-15,-9 5 3 0,16-1-4 16,-16 1 2-16,18 0-2 0,-18 0-7 16,22 5 6-16,-11 2-3 0,1 0 2 0,-1 1 6 15,0 2 3-15,-1 2-2 0,-3 0 7 16,1 0 4-16,-3-2 6 0,2 1 3 15,-2 3-9-15,1-4-8 0,-2 1 5 0,-2 1-1 16,1-2-21-16,1-3-2 0,-2 1-3 16,1-1-11-16,-2 0-31 0,-1-7-32 0,2 11-40 15,-2-11-49-15,2 8-72 0,-2-8-89 16,-4 6-106-16,4-6-128 0,0 0-201 16,-15-1 63-16,15 1 70 0,-20-11-430 15,13 5-531-15</inkml:trace>
  <inkml:trace contextRef="#ctx0" brushRef="#br0" timeOffset="9015.69">29290 3606 2905 0,'4'-13'-8'0,"-1"5"47"0,-3 1 50 15,0 7 52-15,4-8 32 0,-4 8 12 0,0 0 0 16,2-7-14-16,-2 7-12 0,0 0 22 16,0 0 6-16,0 0 0 0,0 0-7 15,7 29-8-15,-6-19-6 0,-1 1-4 0,0 0-16 16,0 2-12-16,2 0-11 0,0-1-12 15,0 2-13-15,-2-3-10 0,0 1-7 0,0-4-9 16,0 2-7-16,0-3 2 0,2 1-8 16,-2-8-10-16,-2 13-2 0,2-13-5 0,2 9 6 15,-2-9 23-15,0 0 1 16,3 5-7-16,-3-5-8 0,0 0-11 0,25-17-13 16,-10 5 2-16,3 1-2 0,-4-1-8 15,2 1 1-15,-3 3 3 0,1 0-15 16,-7 2-3-16,4 2 1 0,0 0-2 0,-2 0-1 15,-9 4-1-15,15 0 1 0,-15 0-3 16,13 5-15-16,-3 0 1 0,-5 3 7 0,4-4-5 16,-4 3 2-16,3-2 2 0,-5 4 2 15,3-1-2-15,-2-4-4 0,2 3 0 16,-1-1-34-16,-5-6-27 0,8 8-32 0,-4-4-43 16,-4-4-52-16,5 6-49 0,-5-6-53 15,0 0-51-15,8 6-60 0,-8-6-67 16,11 0-75-16,-11 0-89 0,14-8 31 15,-4 4-389-15,-3-6-472 0</inkml:trace>
  <inkml:trace contextRef="#ctx0" brushRef="#br0" timeOffset="9301.92">29724 3549 2513 0,'2'-3'-127'0,"-2"3"41"0,0 0 46 16,0 0 47-16,0 0 42 0,0 0 33 16,-18 20 19-16,11-11 8 0,3 0 6 0,1-1 0 15,1 1 2-15,-2 2 0 0,2-3-7 16,2-8 0-16,2 15 0 0,0-8 7 15,0-2-10-15,-2-5 2 0,5 12-16 16,2-9-4-16,-7-3-12 0,17 5 0 16,-8-2-14-16,-9-3 1 0,21 0-11 0,-21 0-8 15,19-6-1-15,-9 4-3 0,-10 2-6 16,13-7-2-16,-5 2 7 0,-4 0-4 0,-1-3 11 16,1-3-4-16,-4 1 0 0,0 0-9 15,-4-3-7-15,3 0 2 0,-1 1-4 16,-4 2-6-16,-2-2-6 0,0 3-3 0,3 1-18 15,-4 2-28-15,0 0-51 0,0 2-76 16,9 4-80-16,-21-5-113 0,12 3-133 0,-4 1-114 16,-1 1 62-16,3 0-238 15,11 0-267-15</inkml:trace>
  <inkml:trace contextRef="#ctx0" brushRef="#br0" timeOffset="9713.09">30163 2989 2087 0,'4'-1'-49'0,"-4"1"45"0,0 0 48 0,0 0 45 15,-14 21 43-15,7-7 36 0,-3 5 37 16,-4 10 24-16,3 3 20 0,-3 3 1 16,3 0-14-16,0 2-5 0,1-3-9 0,1 2-9 15,0-3-18-15,3-1-19 0,0-1-14 16,0-6-17-16,2-4-15 0,3-1-14 15,-1-3-6-15,0-1-10 0,0-3-13 0,-2 1-5 16,4-2-8-16,-1-3-7 0,-1-1-5 16,2 2-9-16,0-10-5 0,-2 10-2 0,2-10-7 15,0 0-1-15,0 0-7 0,0 0-7 16,0 0-4-16,0 0-5 0,0 0-2 16,-12-26-5-16,8 19-4 0,-1-1-3 0,1 3 1 15,4 5-4-15,-16-7-5 0,9 5 2 16,7 2-3-16,0 0 4 0,-27 6-5 0,20 2 2 15,-3-1-4-15,4 3 2 16,2-2-2-16,0 3-5 0,4-1-10 0,0-2-37 16,0 1-42-16,4-2-53 0,2 1-51 15,2-1-55-15,3-1-56 0,0-3-75 16,5 2-122-16,-1-5-128 0,0 0 49 0,7-2-344 16,-4-3-419-16</inkml:trace>
  <inkml:trace contextRef="#ctx0" brushRef="#br0" timeOffset="10066.87">30258 3518 2361 0,'11'11'-101'0,"-11"-11"36"16,0 0 34-16,0 0 43 0,0 0 37 15,6 6 26-15,-6-6 20 0,0 0 5 16,0 0 11-16,0 0 6 0,0 0 2 16,4 6 12-16,-4-6 11 0,0 0-16 15,0 0-9-15,0 0-9 0,0 0 2 0,0 0-23 16,0 0-17-16,0 0 0 0,15-12-4 15,-15 12-6-15,4-8-3 0,-4 8-3 0,0-8 2 16,0 8-11-16,-4-13-6 0,4 13-3 16,-9-9 1-16,-3 3-12 0,1 5 1 15,-7 0 1-15,2 2 5 0,-4 0 11 16,6 5 5-16,-2-1 7 0,3 1 4 0,-1 4 12 16,5-1 11-16,1 1 9 0,3 1 6 15,2 0 3-15,1-4-2 0,0 3-6 16,2-2-6-16,0-1-8 0,4 1-7 0,-1 0-7 15,1-2-11-15,-1 0-8 0,3-1-29 16,-6-5-50-16,11 8-73 0,-6-3-95 16,4-1-103-16,-5-1-130 0,-4-3-203 0,5 9-4 15,-3-1 68-15,-4 4-336 0,-5 8-391 16</inkml:trace>
  <inkml:trace contextRef="#ctx0" brushRef="#br0" timeOffset="10729.43">28181 4628 2477 0,'0'-12'-40'0,"1"-1"13"16,4 3 27-16,1 1 37 0,-1 1 32 15,1 2 9-15,5-3 16 0,-1 3 11 0,5 0 11 16,6 0 19-16,2 1 8 0,6 3 1 16,-3 1 4-16,5 1-17 0,10 3-8 15,3 2-6-15,0 1-6 0,1 0-8 16,7 6-20-16,4-5-1 0,-5 3-8 16,-5-2-10-16,11 1-5 0,-12-1-2 0,1-6-7 15,3 0-5-15,-4-2 2 0,-2 0-12 16,0-2 0-16,-4-2-8 0,1-2 9 0,-3 1-12 15,-10-3-3-15,-9 2 0 0,5-5 12 16,-1 1 13-16,-6-1 8 0,2-4-3 0,-5 0-2 16,1-1-6-16,-5-3-5 0,2-10-2 15,-5 5-6-15,0-2-9 0,-6 3 0 16,0-5 2-16,-6-6-8 0,-6 3-1 0,5 2-4 16,-11 4-2-16,-4 7 0 15,-6 4-4-15,-6 5 0 0,-7 9-4 0,-6 2 4 16,-11 10-2-16,-4 8 1 0,-3 6 4 15,-17 9-1-15,1 7 0 0,-1 7 3 0,5 2 2 16,2 2-1-16,4 3-1 0,11-7 1 16,-3-1-2-16,17-11 2 0,4-2 2 0,2-4 0 15,2-4 0-15,1-3 2 0,9-5 5 16,2-2 3-16,-1-4 1 0,8-1 12 16,2-6 6-16,5-2 3 0,1-2-4 0,11-2-1 15,-18-2-5-15,18 2-5 0,-7-14 7 16,7 3-12-16,0-3-8 0,4-7-2 15,7-11-5-15,3-3-5 0,7-6-6 16,1-2-9-16,-1 0-16 0,4 6-17 0,-3 8-7 16,-2 7-15-16,1 0-22 0,-4 6-27 15,-5 4-36-15,-1 7-46 0,-1-1-51 16,-3 4-68-16,-1 0-106 0,-6 2-178 0,0 0-3 16,0 0 68-16,16 7-292 0,-16-7-312 15</inkml:trace>
  <inkml:trace contextRef="#ctx0" brushRef="#br0" timeOffset="15693.95">22790 8998 2197 0,'0'0'-79'0,"0"0"11"15,0 0 18-15,-18-1 28 16,18 1 27-16,-16-2 22 0,16 2 4 0,-22 0 0 16,7 0 9-16,-4 3-2 0,0-1 2 15,-4 1 2-15,-1 2 3 0,1 2-1 0,-12 2-2 16,5 3-5-16,0 2 5 0,1 4-5 15,-2-1 2-15,5 6 8 0,-7 8 8 0,6 4 0 16,-1 4 9-16,1 7 11 0,4 5 8 16,4 7-8-16,2 5 2 0,6 4 1 15,1 1 1-15,6 2-3 0,6 5-11 16,4 0-4-16,5-2-4 0,7-5 0 0,2-1-4 16,5-5 1-16,4-5 2 0,3-6 6 15,2-5 2-15,2-7 0 0,7-6 2 0,-2-4 9 16,4-8 2-16,-5-9-4 0,3-6-8 15,3-8 0-15,11-6-6 0,3-10-3 16,-1-7-7-16,0-4 0 0,9-17-6 0,-5-3-5 16,-6-5-3-16,-13 9-3 0,-7-5-2 15,-1-2 2-15,-11-3 3 0,0-5 0 0,-9-1 7 16,-5-3-2-16,-5-3-1 0,-10 2-3 16,-7 0-1-16,-8-1-5 0,-14-12-5 0,-6 6-2 15,-10 7-6-15,-8 7-2 0,10 19-1 16,-5 8-4-16,-3 6-2 0,-4 6-4 15,-2 10-4-15,-4 6-7 0,2 6-15 0,-1 9-23 16,3 7-24-16,0 5-44 0,3 5-47 16,5 4-55-16,4 4-63 0,-1 0-77 15,7 4-100-15,2-2-113 0,5 4 54 0,5-2-277 16,10-12-280-16</inkml:trace>
  <inkml:trace contextRef="#ctx0" brushRef="#br0" timeOffset="16594.05">20606 9935 2054 0,'0'0'-96'16,"0"0"16"-16,-18-11 20 0,13 8 29 0,-3-4 24 15,3 0 11-15,-2-2 10 0,4-1 2 16,-3 0 2-16,2-2 1 0,1-4-4 16,-1 1 10-16,4-2 1 0,0-2 4 0,0 0 13 15,4-4 2-15,-1-2 4 0,5-8 4 16,2 2 5-16,-1 2 9 0,4 0 2 16,5-2 5-16,-2 2 6 0,4 2-1 0,-3 0 5 15,5 0-5-15,2 1-5 0,-1 1-7 16,0 4-3-16,4-1-7 0,-5 3-9 0,5 2 2 15,-4 0-6-15,0 5-5 0,-5 4-5 16,3 1-1-16,3 2-4 0,-2 1-2 0,3 3-5 16,1-1 4-16,1 2-5 0,15 2-3 15,2-2-3-15,3 0 2 0,3 0-5 0,0 1 2 16,-3-1-6-16,-1 0 5 16,-4 0-4-16,-12 0-4 0,-6 2 1 0,-5 0 8 15,-2-2 12-15,-4 0 13 0,-1 2 5 16,-1-2 5-16,-11 0 4 0,15 0-8 15,-7 1-1-15,-8-1-5 0,14 0-4 0,-14 0-3 16,11 0-9-16,-11 0 0 0,0 0-12 16,0 0-27-16,13-1-29 0,-13 1-43 0,0 0-56 15,0 0-66-15,0 0-78 0,0 0-128 16,0 0-87-16,0 0 51 0,0 0-158 0,-36 10-110 16</inkml:trace>
  <inkml:trace contextRef="#ctx0" brushRef="#br0" timeOffset="17710.61">20594 9711 1617 0,'3'-6'-43'0,"-3"6"1"16,0 0 25-16,-7-11 15 0,7 11 26 15,-5-3 12-15,5 3 4 0,-8-6 3 16,8 6-1-16,-12-3-6 0,12 3 3 16,-13-3 1-16,4 3-2 0,9 0-2 15,-17-2 6-15,4 1-1 0,-1 1-1 0,-1 0-4 16,-4 1-6-16,0 1 0 0,0 0-3 15,-8 2 0-15,-7 4-5 0,0 2-1 0,-1 1-3 16,3 1 4-16,0 5 7 0,-3-3 0 16,2 4 3-16,3 1-1 0,-3 2 1 0,5-1-7 15,-5 13 3-15,1-1 6 0,7 7 13 16,5 7-2-16,0 1 5 0,9 7 4 0,5 4 7 16,4 4 1-16,9 2-3 15,2 4-6-15,5-3-5 0,6-1-5 0,3-7 0 16,9-5-1-16,3-5 4 0,10-9 4 15,3-7 0-15,7-8-1 0,4-6-2 0,2-9-3 16,6-8 11-16,-1-5 5 0,-1-8 2 16,4-8 9-16,-4-5-6 0,11-11-5 15,-3-7 10-15,-7-3 4 0,-5-2-2 0,-14 8-3 16,-4-3-2-16,-7-2-2 0,-6-4-1 16,-5 1-6-16,-8-1 5 0,-7-4 4 0,-4 0-8 15,-8 9-2-15,-6-11-7 0,-9 3-6 16,-6-1-6-16,-10 2-9 0,-6 3-4 0,-17-8-8 15,8 16-16-15,1 6-16 16,-5 6-20-16,2 9-28 0,7 11-32 0,0 9-37 16,-4 7-43-16,-1 7-45 0,-4 6-53 15,0 6-62-15,7 4-96 0,-1-3-85 0,6-1 40 16,4 0-195-16,5-1-166 0</inkml:trace>
  <inkml:trace contextRef="#ctx0" brushRef="#br0" timeOffset="19044.53">9004 9575 1774 0,'-23'3'-74'0,"0"0"16"0,4 2 19 16,-4 2 17-16,-9 6 5 0,2 0 5 15,-3 3 10-15,3 2-5 0,-1 3 8 0,6 4 1 16,-3 12 2-16,3 4 6 0,5 3 5 15,4 8 14-15,7 10 5 0,2 2 7 16,5 6 5-16,6 1-2 0,4 5-2 0,14 13-1 16,3-7-3-16,11-5-2 15,9-12 3-15,7-6 3 0,-4-19 7 0,8-7-5 16,26-2-2-16,-10-12 0 0,7-9-3 16,2-10-2-16,5-8 0 0,17-7-3 0,0-11-1 15,-1-10 1-15,-6-6 7 0,-7-7 3 16,-5-3-2-16,-5-2-1 0,-7-4-2 0,-6-3-3 15,-6-3 1-15,-11 1 1 0,-7-5 14 16,-12 12 7-16,-6-2 7 0,-12-2 2 16,-3-1-5-16,-11-2-7 0,-6-3-3 0,-11 2-7 15,-11-12-3-15,-13 5-4 0,-4 5-1 16,-12 8-10-16,-8 2-3 0,-6 10 0 16,-4 12-3-16,10 13-1 0,-2 11-6 15,3 10-9-15,-7 9 6 0,0 9-1 0,-14 20-4 16,5 6-5-16,2 14-4 0,8 2-37 15,4 6-35-15,12 1-47 0,4-1-63 0,8 0-87 16,16-11-143-16,7-5-64 0,5 0-165 16,9-13-140-16</inkml:trace>
  <inkml:trace contextRef="#ctx0" brushRef="#br0" timeOffset="19544.83">11445 9203 1732 0,'-32'6'-49'0,"-1"3"4"16,-1 5 7-16,2 4 15 0,0 11 19 0,1 9 18 16,6 10 22-16,4 5 13 15,4 7 16-15,5 4 7 0,10 4 3 0,2-1-3 16,4 3-2-16,8 2 6 0,8-6-1 16,3-6-4-16,17 6 4 0,-1-17-8 0,8-10 1 15,5-6-7-15,9-9 1 0,3-9-6 16,7-10-9-16,0-6 0 0,5-6-6 0,15-12 0 15,-1-9-8-15,-8-7 2 0,-5-8-8 16,-2-3-4-16,-10-3 0 0,-17 7 5 16,-5-3-10-16,-7-6 1 0,-5-4-6 0,-10-3 3 15,-6-3-4-15,-7 3-2 0,-9-5 0 16,-12-1-1-16,-5 0 1 0,-12-13-1 0,-15 0-2 16,-4 9-6-16,-10 4-6 15,-5 11 0-15,0 8-3 0,6 18-6 0,0 7-6 16,-3 8-11-16,-3 12-14 0,-2 8-20 15,3 11-25-15,-2 8-32 0,-8 16-42 0,1 1-42 16,8 7-92-16,18-11-135 0,2 3-115 16,4 1-50-16</inkml:trace>
  <inkml:trace contextRef="#ctx0" brushRef="#br0" timeOffset="19910.11">10385 10081 1524 0,'-32'-7'-28'0,"7"-2"12"0,0 1 5 16,-4-1 17-16,7 1 19 0,3-1 26 0,2-2 2 16,5 2-2-16,1-5-7 15,6 2-5-15,3-5-5 0,7-3-3 0,8-13-3 16,12-6-3-16,9-5-2 0,6-2-5 16,17-9-1-16,3-2 0 0,-1 5-1 0,0 1-7 15,-11 15-1-15,1 0 3 0,-5 2-3 16,-2 7-13-16,-14 7-10 0,-1 5-9 15,-6 3-7-15,-8 6-9 0,-2 2-25 0,-4 4-39 16,-7 0-46-16,0 0-100 0,5 8-192 16,-5-8 49-16</inkml:trace>
  <inkml:trace contextRef="#ctx0" brushRef="#br0" timeOffset="20161.71">10513 9307 1279 0,'0'0'60'0,"0"-7"-2"15,0 7-9-15,0 0-2 0,0 0 25 0,12 0 19 16,-12 0 11-16,18 14-2 0,-4-2 2 16,3 1-4-16,4 10-11 0,4 0-5 0,-2 2-8 15,6 8-5-15,-2-2-9 0,0 3-9 16,-4-7-4-16,2 0-6 0,-2 1-33 0,6 6-40 15,0-2-49-15,-7-7-81 16,1-1-127-16,2-3-134 0,-2-2-118 0,1-3-44 16</inkml:trace>
  <inkml:trace contextRef="#ctx0" brushRef="#br0" timeOffset="20576.59">12792 8944 1559 0,'-18'12'5'0,"0"-7"-1"16,5 0-1-16,6-2 4 0,-4 1 9 15,11-4 2-15,-5 3 7 0,5-3 18 0,0 0 7 16,0 0 4-16,54-17-9 0,-9 2-1 16,10-2-6-16,15-3 2 0,16-3-11 0,9-1-1 15,2 3-2-15,0 4-2 0,1 1-5 16,-15 7 1-16,-2-1-1 0,1 4-2 16,-1 2-1-16,-13-1-2 0,-2 5 0 15,-16 0-5-15,-8 1-3 0,-12 1 0 16,-5 2 2-16,-3-1-2 0,-8 0 6 0,-2 1 7 0,-1 0 1 15,-3 0 1-15,-3 1-1 16,-3 1-1-16,5 0-2 0,-4-2-5 0,-3-4 3 16,2 8-4-16,-2-8-10 0,2 7-38 15,-2-7-63-15,0 0-97 0,0 7-218 0,0-7-140 16,0 0-56-16</inkml:trace>
  <inkml:trace contextRef="#ctx0" brushRef="#br0" timeOffset="21076.59">14412 8756 1741 0,'-13'2'134'0,"1"2"30"16,3-3 26-16,9-1 16 0,-12 0-9 16,12 0 1-16,0 0 4 0,0 0-1 0,0 0 1 15,0 0-7-15,0 0-19 0,34-13-13 16,-14 9-13-16,1 4-8 0,-1 0-5 16,3 4-2-16,2 2 3 0,8 5-6 0,-5 7 1 15,1-1-5-15,-6 5-3 0,-3 1-8 0,2 4-11 16,-7-2-12-16,0 3-7 0,-4-1-3 15,1 2-13-15,-2 0-2 0,-3-5-16 16,1-4-4-16,-2 1-23 0,-1 1-34 16,3-3-43-16,-5-3-62 0,2-1-90 0,1 1-105 15,-5-5-96-15,1-1-85 0,-2-4-164 16,0 0 50-16,0-6-456 0,0 0-531 0</inkml:trace>
  <inkml:trace contextRef="#ctx0" brushRef="#br0" timeOffset="21278.6">14572 9094 2755 0,'0'0'0'0,"0"0"37"16,0 0 45-16,0 0 48 15,-11-1 41-15,11 1 7 0,-2-8 5 0,2 8-1 16,8-12-13-16,-3 4-14 0,6-1-15 16,3-6-15-16,3 3-14 0,8-7-13 0,2 2-10 15,-1 2-33-15,-1 0-43 0,-2 2-52 16,-6 5-67-16,2-2-90 0,-2-3-103 0,2 3-124 15,-6 2-159-15,-1-3 53 0,-1 1-317 16,-1-1-332-16</inkml:trace>
  <inkml:trace contextRef="#ctx0" brushRef="#br0" timeOffset="21676.64">14581 8487 2236 0,'-22'6'-71'0,"-1"2"35"16,-2 9 38-16,-2 8 26 0,-5 8 26 16,2 9 29-16,-5 5 20 0,7 3 14 0,-1 7 26 15,8 2 8-15,4 4 20 0,5-5 7 16,10 0 12-16,4-3-3 0,10-6-6 0,1-3-2 16,10-7-6-16,6-5-10 15,7-8-10-15,8-4-11 0,3-8-12 0,2-5-13 16,-1-8-12-16,4-2-8 0,9-6-12 15,-2-5-9-15,2-4-8 0,-3-4-6 0,1-6-6 16,-6 1-8-16,-2-6-2 0,-5-4-4 16,-10 0-5-16,-5 0-3 0,-6-3-4 15,-14 4-6-15,-4-4-3 0,-7 1-1 0,-5-6-8 16,-14-11-1-16,-4 4-3 0,-7 3-3 16,-8 4-2-16,-8 9-5 0,-8 8-5 0,-5 11-11 15,-6 11-19-15,-7 11-19 16,2 8-9-16,-18 16-20 0,0 9-31 0,-1 4-44 15,5 9-46-15,1 3-44 0,8 12-40 16,-2-2-55-16,12 6-49 0,6 1-96 0,10 2-51 16,3 2 47-16,8 3-223 0,8-2-210 15</inkml:trace>
  <inkml:trace contextRef="#ctx0" brushRef="#br0" timeOffset="22063.71">15128 9389 2010 0,'2'-31'13'16,"1"6"33"-16,1 4 30 0,-4 4 34 15,2 1 30-15,-2 5 10 0,0 2-7 0,0 0-17 16,-4 3-6-16,4 6-6 0,0 0 20 16,-29 19 9-16,2 4 12 0,-5 18 7 0,-7 9 5 15,-11 18 1-15,-8 5-4 16,-1 4-14-16,0 2-9 0,0 2-15 0,-4 1-9 16,6-2-10-16,-2-4-7 0,1-4 7 15,9-7-9-15,11-14-9 0,3-1-8 0,3-3-9 16,3-5-10-16,4-2-6 0,11-11-5 15,-4 0-7-15,5-5-20 0,4-5-35 16,2-4-35-16,0-2-40 0,3-5-47 0,1-1-73 16,-3-1-77-16,6-6-89 0,-10 0-83 15,10 0-145-15,-13-15 28 0,6 5-381 0,0-6-432 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11-16T02:38:49.960"/>
    </inkml:context>
    <inkml:brush xml:id="br0">
      <inkml:brushProperty name="width" value="0.05292" units="cm"/>
      <inkml:brushProperty name="height" value="0.05292" units="cm"/>
      <inkml:brushProperty name="color" value="#FF0000"/>
    </inkml:brush>
  </inkml:definitions>
  <inkml:trace contextRef="#ctx0" brushRef="#br0">17526 11646 1872 0,'-2'-9'323'0,"-2"5"-63"15,2-4-15-15,2 8 24 0,-1-10-8 0,-3 4-12 16,4 6-23-16,-4-8-28 16,4 8-16-16,-2-7-14 0,2 7-23 0,0 0-5 15,0 0 14-15,0 0 9 0,0 0 17 16,8 31 2-16,-3-9 8 0,1 11-2 16,2 5-1-16,0-2-8 0,-3 2-4 0,1 1-2 15,-3-1-10-15,1-1-17 0,1 0-13 16,-5-8-12-16,1-4-14 0,-1-3-8 0,0-1-14 15,0-2-9-15,0-3-8 16,0-1-37-16,-1-3-46 0,1-2-44 0,0-1-51 16,0-1-70-16,-2-3-84 0,2-5-97 15,0 0-78-15,0 0-73 0,0 0-77 0,-10-27-116 16,10 10 54-16,-4-7-524 0,2 0-639 16</inkml:trace>
  <inkml:trace contextRef="#ctx0" brushRef="#br0" timeOffset="183.67">17504 11656 3192 0,'0'0'-8'0,"-9"-6"51"0,9 6 51 16,-2-13 38-16,2 6 21 0,2-1 16 15,5-3 7-15,-2-2-2 0,3-1-5 16,-1 3-16-16,3-2-14 0,5-1-16 0,1 3-13 16,-1-3-13-16,0 0-41 15,0 4-52-15,3-1-75 0,-4 3-72 0,2-1-89 16,-1 3-102-16,1 0-120 0,-4 0-145 15,1 3 45-15,-2 3-327 0,-11 0-363 0</inkml:trace>
  <inkml:trace contextRef="#ctx0" brushRef="#br0" timeOffset="384.94">17545 11893 2383 0,'-11'17'39'0,"3"-6"42"0,2-2 51 0,3-2 43 16,-3-1 31-16,6-6 16 0,-4 8 15 15,4-8 12-15,0 0-4 0,0 0-15 16,10 7-17-16,-10-7-22 0,0 0-18 0,0 0-18 16,39-15-29-16,-21 9-50 0,1-2-65 15,2-3-65-15,-4 1-80 0,2 0-97 0,6-8-97 16,-2 1-116-16,-6 4-174 0,5-6 44 16,0 2-365-16,-5 1-419 0</inkml:trace>
  <inkml:trace contextRef="#ctx0" brushRef="#br0" timeOffset="719.86">17857 11258 2473 0,'-3'-12'13'15,"-1"4"51"-15,4 1 50 0,-2-1 44 0,2 8 32 16,-2-8 12-16,2 8-7 0,-1-8-18 15,1 8-13-15,0 0 13 0,0 0 16 0,0 0 3 16,0 0 3-16,14 33-1 0,-7-13 10 16,2 13-3-16,2 1-5 0,-1 3-11 15,1 3-12-15,-1-2-9 0,0 3-19 16,-5-3-9-16,5 1-10 0,-3-5-16 0,-2-1-11 16,6 0-11-16,-8-8-10 0,3 0-4 15,-4-5-8-15,1-2-7 0,-1-2-11 16,0 0-18-16,3-2-53 0,-3-3-40 0,-1 1-49 15,1-3-41-15,0-1-49 0,2-2-65 16,-2-3-89-16,-2-3-81 0,0 0-94 0,0 0-170 16,0 0 46-16,0 0 68 0,5-20-413 15,-3 11-472-15</inkml:trace>
  <inkml:trace contextRef="#ctx0" brushRef="#br0" timeOffset="1333.43">18300 11567 2672 0,'-2'-12'-31'0,"4"0"42"0,0 4 48 15,-2-4 40-15,2 4 41 16,-2 2 31-16,2-3 12 0,-2 9 7 0,1-10-2 15,-1 5-13-15,0 5-19 0,0 0-17 16,0 0 24-16,0 0 4 0,0 0 2 0,2 25 1 16,0 0-5-16,-4 2-9 0,4 12-6 15,-4 4-20-15,0 0-10 0,2 4-13 16,0-1-8-16,0 2 4 0,0-4-24 0,-1 2 0 16,2-2-9-16,-2-3-5 0,-1-2-10 15,0-3-4-15,-4-7-6 0,4-5-26 16,1-4-31-16,-4 1-43 0,1-4-47 0,2-1-55 15,-1-5-80-15,-3 0-87 0,4-3-94 16,-1-2-92-16,-3-2-157 0,6-4 45 16,0 0-470-16,-12-16-562 0</inkml:trace>
  <inkml:trace contextRef="#ctx0" brushRef="#br0" timeOffset="1535.86">18123 11592 2970 0,'-11'-20'31'16,"-2"6"55"-16,8 2 66 0,-1 4 38 0,1 1 19 15,1-1 3-15,1 4-11 0,3 4-23 16,-5-10-13-16,5 10 5 0,0 0 2 0,0 0-11 16,0 0-19-16,0 0-12 15,17 22-19-15,-9-13-5 0,-3 2-15 0,6 2-33 16,-6 0-48-16,2 2-66 0,3-6-74 16,-2 5-95-16,3-4-95 0,-2 2-116 0,3-2-180 15,-1 3 5-15,0-3 70 0,3-1-347 16,-1-1-370-16</inkml:trace>
  <inkml:trace contextRef="#ctx0" brushRef="#br0" timeOffset="1900.78">18655 11393 2526 0,'0'0'47'0,"-12"17"48"0,10-8 47 0,2 2 36 16,-2 2 13-16,4 3 4 15,0 3 2-15,0-3-4 0,1 5 1 0,4 0-2 16,-2 0-7-16,3-3-15 0,-3-1-10 16,3-4-5-16,0 3-4 0,-1-4 0 0,3-1-4 15,2-3-7-15,-5 0-17 0,2-4-11 16,3-4-7-16,-3 0-11 0,-9 0-3 0,27-6-27 16,-14-1-18-16,3-2-15 0,-3-4 0 15,1-1-7-15,-3-1-2 0,-4-5-3 16,0 0 0-16,-5-2-2 0,-2-5-3 15,-2-6 5-15,-5-3-2 0,-4-2 2 0,-3 5-1 16,-1 1-4-16,0 4 13 0,-2 6-4 16,1 6-7-16,3 8-9 0,-2 5-20 15,2 3-24-15,-3 5-38 0,1 0-41 0,1 5-54 16,-2 4-67-16,0 1-73 0,7 1-83 16,-4-1-95-16,3 3-160 0,2-3 24 0,5-1 67 15,1-4-366-15,2-2-403 0</inkml:trace>
  <inkml:trace contextRef="#ctx0" brushRef="#br0" timeOffset="2368.14">19191 10476 2517 0,'0'-15'66'15,"-1"5"43"-15,1 1 44 0,0 6 45 16,0 3 44-16,0 0 27 0,0 0 13 15,0 0-6-15,3 39 6 0,-3-13 11 0,6 12 0 16,0 6-17-16,0 9-18 0,3 2-11 16,-2 0-8-16,0 0-16 0,-1 2-8 0,-1-3-14 15,1-11-15-15,-3 0-13 0,3-4-25 16,0-1-10-16,-4-4-14 0,2-4-13 16,-2-8-14-16,0-6-6 0,-1 2-9 15,-1-6-2-15,0-1-12 0,0-1-5 0,0-3-1 16,0-2-20-16,0-5-20 0,0 0-17 15,0 0-5-15,0 0-7 0,0 0-6 0,-26-17-4 16,15 2 0-16,-11-6 3 0,1-1 5 16,1-1-1-16,-2 3-6 0,3 5 3 0,1 5-3 15,-2 7-2-15,2 6 4 0,-5 4 1 16,-10 8-2-16,8 2 5 0,0 3-2 0,2 1-3 16,9 4 8-16,0 1-2 0,4-2-2 15,9-4 1-15,1 1 3 0,0-2 3 0,1-2 1 16,7 3 6-16,-5-1 5 0,8-1 4 15,-4-4 8-15,2-3 1 0,1 0-1 16,3-2-3-16,-2-4-6 0,5-1-17 16,-1-2-46-16,1-4-72 0,1 1-90 0,2-2-94 15,-2-2-116-15,4-3-119 0,-6 4-116 16,-2 0-126-16,-1 2 62 0,-3 2-680 16,-9 0-855-16</inkml:trace>
  <inkml:trace contextRef="#ctx0" brushRef="#br0" timeOffset="3016.89">17201 13205 3534 0,'1'-23'-88'0,"-1"3"48"0,2 1 50 0,0 2 64 0,0 3 62 15,2-2 40-15,-2 4 22 16,-1 0 2-16,1 0-6 0,4 4 4 0,-3 2 4 15,-3 6-1-15,16-5-14 0,-16 5-9 16,21 7-1-16,-8 0-10 0,3 5-8 16,6 8-5-16,-1-1-8 0,1 4-16 0,-2-2-6 15,-1 1-18-15,-1 0-6 0,-3-5-13 16,-3-1-8-16,-3-3-8 0,0 0-7 0,0-3-5 16,-2-4-10-16,0 3 2 0,-3-4-4 15,2 0-2-15,-6-5 2 0,10 9 4 0,-10-9-10 16,0 0-4-16,0 0 4 0,0 0-11 15,0 0-2-15,20-14 2 0,-16 9-5 0,-4 5-5 16,3-9-8-16,-3 9 1 16,7-6-10-16,-7 6 7 0,7-2-6 0,-7 2 2 0,0 0-5 15,22 8-3-15,-11-1-1 16,0 0-4-16,1 0-18 0,1 0-17 0,1 0-3 16,-1-2-1-16,-2 0 1 0,-1 0 2 15,1-1 7-15,-2-2 7 0,1-1 17 0,-10-1-10 16,21-5 2-16,-13 0 4 0,-1-2 1 15,2-2 22-15,0-1-27 0,-4-2-6 16,-1-2-15-16,2-3-23 0,-5 0-25 16,-1-5-20-16,0-6-13 0,2 1-26 0,-4-12-9 15,-1-3-23-15,-1 1-32 0,0 3-49 16,4 9-51-16,-1 7-46 0,-1 5-62 16,0 3-57-16,-1 4-80 0,3 2-37 0,0 1-435 15,0 1-504-15</inkml:trace>
  <inkml:trace contextRef="#ctx0" brushRef="#br0" timeOffset="3349.79">17978 13005 2664 0,'0'14'-32'0,"0"0"40"15,1-1 41-15,1-4 37 0,0 1 22 0,3 0 3 16,-2 2 9-16,3-3-4 0,0-1-2 15,-1 2-5-15,2-3-3 0,4 0-7 0,-4-5 4 16,2 3 6-16,1-3-1 0,-2 0 1 16,-8-2-5-16,16-2-6 0,-16 2-3 0,20-7-9 15,-15 3-7-15,6-4-10 0,-6 0-6 16,1-2-8-16,-3-1-3 0,1-1-6 0,-4-3-7 16,-2-1-3-16,-2-5-2 0,-3 0-5 15,0 0-3-15,-4 2-8 0,2 6-10 16,0 2-9-16,-1 5-18 0,-1 0-13 0,0 3-22 15,11 3-15-15,-23 1-38 16,11 5-47-16,1-1-45 0,-1 2-60 0,2 0-72 16,1 0-79-16,3-1-124 0,-1 1 10 15,2 0-269-15,4-2-281 0</inkml:trace>
  <inkml:trace contextRef="#ctx0" brushRef="#br0" timeOffset="3800.67">18164 13129 2081 0,'5'6'16'16,"-1"-2"42"-16,-4-4 34 0,0 0 41 0,5 8 30 16,-5-8 12-16,0 0 8 0,0 0 3 15,0 0-5-15,0 0-9 0,0 0-7 16,27-14-7-16,-23 10-8 0,-1-3 0 0,3-1-7 16,-3-2 3-16,-1 0-6 0,2-5-1 15,-1-1-4-15,-3-1-11 0,-3-3-9 0,-1-4-6 16,-1-9-10-16,-3 3-11 0,1-1-8 15,-1 7-6-15,0 4-8 0,5 6-5 0,-5-2-11 16,5 6-11-16,-6 2-7 0,5 0-2 16,-3 4-3-16,7 4-4 0,-11-3-7 15,11 3 4-15,0 0-6 0,0 0-1 0,0 0-9 16,0 0-7-16,-19 7-1 0,19-7-1 16,0 0 4-16,0 0 1 0,0 0-1 15,0 0 3-15,0 0-3 0,28-19-3 16,-19 14 5-16,5 0-4 0,-3 1-1 0,3 1 0 15,-3 2 4-15,4 1 1 0,-15 0 1 16,31 1-2-16,-16 4 1 0,-2 1 1 0,5 2 0 16,-3-1 0-16,-2 1 0 0,4 4-2 15,-1-1 0-15,-3-1 1 0,2 2 2 0,-2 1-3 16,-1-1-2-16,-1-2-21 0,-1-3-37 16,-2 3-45-16,-1-2-28 0,3-2-63 0,-1-1-74 15,-1-2-89-15,1-3-118 0,-9 0-153 16,25-5 33-16,-10-2-419 0,5-1-491 15</inkml:trace>
  <inkml:trace contextRef="#ctx0" brushRef="#br0" timeOffset="4199.08">18757 12428 2692 0,'-9'-9'-56'16,"-1"4"36"-16,1 0 32 0,-1 1 21 15,0 1 9-15,3 3 6 0,7 0 5 16,-20 3 6-16,9 3 4 0,-2 0 19 0,1 6 7 16,-2 2 8-16,-6 6 16 15,7-2 4-15,3-1 0 0,1-1-4 0,3-1-7 16,1-1-7-16,1-1 0 0,1-1-4 16,6-1-3-16,3 1-16 0,-3-2-2 0,8-2 7 15,3 3 0-15,3-1-4 0,2-1-3 16,-4-2 0-16,5 0 5 0,-1 1 12 0,-1 0 1 15,2-1-4-15,-4 2 6 0,0-2 1 16,-1-1 1-16,-1 3 2 0,-5 1 10 0,1-1 6 16,-2 1 2-16,-5 0-5 0,3-1-13 15,-4 3-18-15,-1-2-2 0,-1 2-11 16,-1-1 0-16,-5 1-11 0,2 0-10 0,-3-3-18 16,1-1-15-16,-4 2-22 0,-1-2-18 15,1-3-28-15,1-1-37 0,-4-2-41 16,13-2-47-16,-27-11-52 0,11-1-73 15,2-14-56-15,-4-8-82 0,9-5-67 0,-2-14-67 16,4-3 0-16,7-7-408 0,2 5-462 16</inkml:trace>
  <inkml:trace contextRef="#ctx0" brushRef="#br0" timeOffset="4566.64">18696 12146 2494 0,'4'-24'-51'0,"0"6"66"0,-4 0 54 0,2 3 58 16,-2 1 48-16,1 1 32 0,-1 1 18 15,0-1 7-15,0 4-4 0,0 0-11 16,0 9-6-16,4-8 11 0,-4 8 16 0,0 0 2 15,16 18 14-15,-9-1-5 0,5 12 2 16,-3 7-1-16,6 9-4 0,-1 3-7 16,1 3-9-16,1 3-8 0,-4 2-14 15,2-3-20-15,-3-2-14 0,0-1-19 0,0-10-17 16,-4-5-11-16,0-2-13 0,1-8-14 16,-2-2-10-16,-2-7-6 0,0-1-61 0,-1-3-23 15,-1 0 0-15,0-3 0 0,2-4 0 16,-2 0 0-16,-2-5 0 0,0 0 0 0,0 0 0 15,0 0 0-15,10-19 0 0,-8 5 0 16,1-2 0-16,3-3 0 0,-1-2 0 16,4 4 0-16,-6 1 0 0,5 3 0 0,-3 1 0 15,3 4 0-15,-5 0 0 0,6 4 0 16,-4 0 0-16,3 0 0 0,-8 4 0 16,15 2 0-16,-15-2 0 0,15 6 0 0,-7-2 0 15,-2 0-34-15,1 0-194 0,5 2-57 16,-7-1-71-16,5 1-82 0,-1 0-70 0,-1 0-71 15,2 0-85-15,-3 0-66 0,3-1 60 16,-1-2-588-16,1 0-719 0</inkml:trace>
  <inkml:trace contextRef="#ctx0" brushRef="#br0" timeOffset="5167.97">19302 12428 3392 0,'0'0'25'16,"-5"-7"57"-16,5 7 32 15,-7-5 37-15,7 5 30 0,0 0 11 0,0 0 6 16,0 0-3-16,0 0 1 0,0 0-5 16,0 0-1-16,0 0 13 0,0 0-13 0,0 0 6 15,0 0 2-15,0 0-2 0,-14 15-16 16,10-10-8-16,4-5-20 0,-6 12-16 0,0-7-6 16,0 0-20-16,3 2-14 0,-7-1-12 15,5-1-27-15,5-5-17 0,-14 5-25 16,14-5-18-16,0 0-9 0,0 0-3 0,-27-14-7 15,22 4-3-15,-1-1 1 16,2-1 4-16,1 2 1 0,1 2 2 0,-2-1-3 16,1 2 2-16,3 7 20 0,5-10-21 15,-5 10 6-15,7-8-7 0,-7 8-16 0,11-4-13 16,-11 4-17-16,18-2-18 0,-9 2-18 16,5-1-24-16,-14 1-14 0,26-2-15 0,-12 0-2 15,1-1-7-15,0-1 7 0,-2 1 15 16,1-4 6-16,3 0 19 0,-1-3 24 0,8-7 20 15,0-2 3-15,1 0 7 0,-3-5 7 16,1 1 5-16,-7-6 3 0,-2-2-12 16,-5-6 9-16,1 1 5 0,-7-7 4 15,0 0 2-15,-3-3 7 0,-6-9 18 0,-4 2 21 16,-1 3 19-16,-8 6 16 0,1 13 9 16,4 4 0-16,-2 13-6 0,1 5 0 15,-1 9 7-15,4 6 8 0,-8 4 15 0,2 12 11 16,0 7 10-16,5 3 16 0,6 10 16 15,0 1 10-15,7 7-1 0,4 5 6 0,4 4 11 16,3-1 11-16,7-3 23 0,4 1 11 16,9-4 1-16,4-3-9 0,4-3-9 0,7-5-12 15,0-5-15-15,-3-4-17 0,4-6-20 16,-10-4-41-16,-6-5-43 0,-10-7-49 0,-4-2-55 16,-2-4-54-16,-2 2-55 15,1-5-60-15,-5-1-80 0,-9 0-100 0,20-4-103 16,-15 1-126-16,3-3-99 0,-4 2 61 15,-4 4-640-15,0 0-783 0</inkml:trace>
  <inkml:trace contextRef="#ctx0" brushRef="#br0" timeOffset="5583.16">17179 14316 3751 0,'-34'13'1'0,"-2"1"-5"0,8 0 8 0,4-4 34 16,3-3 34-16,8-4 9 0,3 2-4 15,10-5-2-15,0 0-2 0,0 0 1 16,48-35 3-16,8 2-5 0,26-23-10 0,18-14-2 15,46-29-8-15,15-7-5 0,18-11-8 16,17-10 1-16,19 2-9 0,20-9 1 16,16 2-5-16,2 7-2 0,0 8-3 15,-6 4 4-15,-10 13-6 0,-22 11-1 0,-25 11-3 16,-59 21 1-16,-20 13-2 0,-23 5-18 16,-27 13 1-16,-11 3 1 0,-14 7 5 0,-5 5-3 15,-10 2-2-15,-8 2-3 0,-3 2-2 16,-4 2-21-16,-6 3-29 0,3-3-68 0,-3 3-79 15,0 0-95-15,0 0-123 0,0 0-182 16,-23 9 50-16,12-1 65 0,-5 0-246 0,0 2-224 16</inkml:trace>
  <inkml:trace contextRef="#ctx0" brushRef="#br0" timeOffset="6366.65">17959 14436 2018 0,'-10'-7'116'0,"1"1"20"0,-1 3 14 16,10 3 19-16,-17-2 37 0,17 2 27 16,-20 9 24-16,8 3 9 0,-8 14 3 0,5 9 1 15,0 12-4-15,4 7-2 0,1 10-1 16,7 7 4-16,5-1-3 0,3 2-10 16,6-2-5-16,7 1-17 0,2-7-12 15,7-2-19-15,1-3-12 0,-1-6-12 0,4-3-19 16,-3-6-16-16,3-4-11 0,-4-5-14 0,-4-8-15 15,0-5-9-15,-8-5-11 0,-1-4-20 16,-2-5-39-16,-1 0-66 0,2-5-73 16,-2-1-81-16,1-5-87 0,2-4-107 15,-1-5-126-15,3-2-143 0,1-8-138 0,-3 3 67 16,-5 2-667-16,0 1-849 0</inkml:trace>
  <inkml:trace contextRef="#ctx0" brushRef="#br0" timeOffset="7215.85">18246 14933 3754 0,'-5'5'-48'0,"5"-5"55"0,0 0 42 16,0 0 60-16,0 0 26 15,0 0 11-15,0 0 1 0,-23-9-4 0,19 4-8 16,0-1-7-16,4-3-6 0,0 0-5 16,0 0-10-16,2 1-9 0,0 0-8 15,2 1-11-15,-1-3-10 0,3 3-8 0,0 1-2 16,4 2-4-16,-10 4-4 0,19 0 0 16,-4 4-1-16,1 4-4 0,9 5-3 0,-1 4-5 15,-1 4-1-15,0 1 2 0,-3 2 0 16,-1 3 2-16,3-3 4 0,-8 4 5 0,2 1 6 15,-3-1 4-15,3-2 10 16,-9-5-1-16,1-3 9 0,-5-5 13 0,4 1-7 16,-5-4 13-16,1-1 8 0,-1-1 2 15,0-1 20-15,-2-7 8 0,4 11-2 0,-4-11-11 16,0 0-9-16,0 0-13 0,0 0-8 16,0 0-9-16,-11-33-10 0,6 11-10 15,-1-13-5-15,3-3-8 0,-1 2-6 0,2 7-4 16,2 6-4-16,2 2-23 0,0 2-13 15,0 4 0-15,1-1 0 0,1 1 0 0,5 5 0 16,-6 0 0-16,6 6 0 0,1 2 0 16,-10 2 0-16,21 2 0 0,-5 5 0 0,-2 0-41 15,4 6-17-15,2 4-2 16,3 1-11-16,0 0-8 0,-8-2 5 0,1-1-3 0,-3-1-5 16,1 0-5-16,-1 1 1 15,1-1 2-15,-5-4-10 0,-2 1-19 0,2-3-22 16,0 0-26-16,-4-2-24 0,1-2-32 15,-3-1-43-15,-3-3-46 0,0 0-46 16,0 0-55-16,0 0-68 0,18-13-101 0,-16 6-74 16,-2-2 62-16,-2 0-389 0,0-5-455 15</inkml:trace>
  <inkml:trace contextRef="#ctx0" brushRef="#br0" timeOffset="7732.17">18560 14297 2753 0,'-1'-10'61'0,"-1"4"16"16,2 0 26-16,2-3 40 0,-1 1 18 15,6-4 5-15,0 3-7 0,3-3-8 0,2 3-18 16,2-3-12-16,2 2-14 0,-1 3-12 15,1 0-6-15,-2 0-7 0,-3 5-10 16,3 1-9-16,-1 2-4 0,1-1-7 0,-1 4 5 16,-1 1-1-16,-3 0 13 0,1 4 18 15,-3 1 10-15,-1 0 9 0,-2 2 5 16,0 1-2-16,-2-2 0 0,-1 5-3 0,-1 1-8 16,0 0-8-16,-1-3-5 0,1 1-3 15,0-2-9-15,0-4-2 0,0 2 7 16,0-2 3-16,0-3 5 0,1 3 9 0,-1-9 18 15,4 12 14-15,0-5 9 0,1-2-6 16,0 3-2-16,2-3-10 0,1 4-5 0,-1 0-11 16,2-1-8-16,2 1-10 0,-6-1-8 15,4 1-6-15,0 3-7 0,-4-4-2 0,3 1-4 16,-5-1 1-16,3 3 3 0,-1-2 1 16,-2 0 3-16,1-1 3 0,-2 1-56 15,0-1-12-15,-2-2 0 0,-2 2 0 16,0-1 0-16,-2-3 0 0,1 2 0 0,-2-2 0 15,5-4 0-15,-17 4 0 0,8-4 0 16,9 0-161-16,-23-6-193 0,7-2-103 16,1-3-113-16,-8-11-129 0,7-1-133 0,-6-3 76 15,9-1-728-15,1-4-930 0</inkml:trace>
  <inkml:trace contextRef="#ctx0" brushRef="#br0" timeOffset="8015.99">18807 13714 3725 0,'8'-10'-155'0,"-5"7"58"16,6 3 56-16,-9 0 67 15,18 3 69-15,-7-1 49 0,7 8 14 0,0 2 12 16,13 6 25-16,6 8 18 0,-3 5-2 16,0 0-10-16,0 6-2 0,-2 4 8 0,-3 5 7 15,-4 4 2-15,-2 1 7 0,-3 1 9 16,-2 3-9-16,-3 2-8 0,-5 1 0 0,-3 1-14 15,-1-5-9-15,-4-11-18 0,0 2-16 16,-2-2-17-16,-2-6-15 0,-2 0-13 16,2-10-18-16,0-3-41 0,-3-2-49 0,-2-7-72 15,4 1-84-15,-3-2-80 0,2-4-82 16,-3-1-101-16,3-4-112 0,-6 0-117 16,5-1-168-16,-3-2 79 0,8-2-683 15,-9 7-866-15</inkml:trace>
  <inkml:trace contextRef="#ctx0" brushRef="#br0" timeOffset="8367.89">17776 16397 4092 0,'-17'10'-54'16,"2"-1"1"-16,5-2 26 0,4-6 12 0,6-1-3 16,0 0 11-16,34-30-4 0,14-8 0 15,32-20 6-15,18-11-1 0,35-29 2 0,14 4 2 16,3-3 5-16,10-3 6 0,10-3 11 16,3 2 12-16,-1 5 7 0,-5 5 16 15,-8 8-11-15,-47 25 18 0,-9 0 2 0,-13 9-6 16,-31 18-8-16,-10 8 9 0,-9 2 24 15,-9 4 19-15,-13 8 6 0,0-2-3 16,-7 5-10-16,-1 0-10 0,-2 0-8 16,1 1-25-16,-4 2-48 0,-5 3-57 0,12-5-66 15,-12 5-103-15,8-7-122 0,-8 7-169 16,3-7-111-16,-3 7 69 0,0 0-348 16,0 0-385-16</inkml:trace>
  <inkml:trace contextRef="#ctx0" brushRef="#br0" timeOffset="10199.4">16686 10510 2605 0,'-4'-12'33'15,"2"4"28"-15,0 1 44 0,-2 0 39 0,2 2 24 16,2 5 5-16,-4-7-15 0,4 7-15 16,0 0 10-16,0 0 9 0,0 0-12 0,0 0-11 15,12 28-12-15,-6-10-15 0,5-2-6 16,-2 3-12-16,3 6-8 0,1 2-10 0,-1-3-3 16,-1 1-9-16,-1-3-12 15,-5-3-16-15,2-2-18 0,-4 1-30 0,-1-1-32 0,-4-4-41 16,2 2-54-16,0-2-50 15,-1 0-58-15,-1-4-59 0,-5-1-77 0,3-2-111 16,1-3-60-16,3-3 61 0,0 0-219 16,0 0-204-16</inkml:trace>
  <inkml:trace contextRef="#ctx0" brushRef="#br0" timeOffset="10500.88">16570 10408 1880 0,'-6'-12'9'0,"2"2"41"16,0 3 31-16,2 0 17 0,0 2 11 0,2 5 6 15,6-12 0-15,-6 12 10 16,12-3 2-16,-3 4 2 0,-9-1-3 0,28 7 6 16,-6 2 10-16,6 9-8 0,8 8-4 15,0 1-2-15,0 6-1 0,0 4-7 0,0-2-5 16,-4 2 0-16,-2 0 8 0,-5 1 4 16,-8-9 8-16,1 3 2 0,-7-3 2 0,-4-3-5 15,-1-2 0-15,-4-2-4 0,-2-2-3 16,0 0-12-16,-2 1-3 0,-2-4-17 15,-2 3-9-15,1-3-5 0,-4 1-8 0,-2-3-13 16,0 2-20-16,-2-5-34 16,-4-2-38-16,1-3-48 0,1 1-45 0,-2-6-61 15,2-2-57-15,-1-1-53 0,3 0-55 16,-4-5-69-16,8 1-91 0,-2-1-92 0,2-2 59 16,5-1-330-16,4-1-358 0</inkml:trace>
  <inkml:trace contextRef="#ctx0" brushRef="#br0" timeOffset="10747.83">17032 10607 2298 0,'8'-10'9'0,"-2"3"48"0,0 2 33 15,-2 0 30-15,-4 5 21 0,0 0 26 0,0 0 23 16,0 0 14-16,25 11 8 0,-18 3 7 16,8 11-1-16,-1 5-8 0,-2 4-14 15,4 11-17-15,1-1-15 0,-1 12-22 16,-4-3-12-16,0-1-11 0,-2 0-14 0,-3-2-10 15,0-9-8-15,-2-6-20 0,1 2-35 16,-3-3-34-16,1-8-37 0,-2-6-39 0,0-2-48 16,-2-6-50-16,2 3-46 0,-4-6-64 15,2-2-72-15,-4-3-73 0,4-4-97 16,0 0-18-16,0 0-359 0,0 0-385 0</inkml:trace>
  <inkml:trace contextRef="#ctx0" brushRef="#br0" timeOffset="10914.54">17009 10672 2468 0,'-3'-5'0'0,"1"-1"30"0,2 6 20 0,-6-4 5 15,6 4 2-15,0 0 15 16,0 0 3-16,0 0-8 0,0 0-4 0,0 0-4 16,13 20-11-16,-4-11-23 0,-4 1-39 15,4 2-52-15,1-2-63 0,0 2-82 16,3 2-111-16,-1 0-140 0,1-1-173 0,-1 1-131 15</inkml:trace>
  <inkml:trace contextRef="#ctx0" brushRef="#br0" timeOffset="11364.36">17298 10601 1887 0,'-2'-8'124'0,"-4"1"23"0,3 1 14 15,3 6 2-15,0 0 32 0,0 0 21 0,0 0 19 16,0 0 6-16,0 0 0 0,11 34-6 16,-6-20 2-16,3 6-12 0,-3 0-12 0,3 11-10 15,3-2-13-15,-5-6-16 0,4-1-16 16,-4-2-9-16,-3 1 6 0,5 0-15 16,-5-1-6-16,3-3-18 0,-1-3-9 15,-3-1-6-15,1-1-13 0,-3-2-3 0,6-3-8 16,-4 3 2-16,-1-5 3 0,-1-5-9 15,0 0 1-15,2 7-12 0,-2-7-4 0,0 0-11 16,0 0 1-16,-2-24-10 0,2 7-4 16,0-2-3-16,0-3-4 0,-1-1 3 0,2-3-8 15,-1 3-4-15,2 0 0 0,0 6-8 16,2 0-6-16,-2 3 5 0,2 2-5 0,0 3-4 16,3 1-4-16,-1 4-3 0,-6 4 8 15,16-5-8-15,-16 5-5 0,16 5-10 0,-7-1 2 16,5 1-13-16,-4 2-4 0,2 0-11 15,-1 1-18-15,0-1-15 0,1 2-22 16,-3 1-20-16,2-1-27 0,1 0-39 16,-3-3-46-16,-1 1-65 0,0 2-58 15,-1-5-87-15,-1 1-83 0,0 1-141 0,-1-3 63 16,2 0-456-16,-7-3-535 0</inkml:trace>
  <inkml:trace contextRef="#ctx0" brushRef="#br0" timeOffset="12097.86">17760 10449 2893 0,'-1'-5'27'15,"1"5"41"-15,-6-5 26 0,6 5 26 0,0 0 18 16,0 0 22-16,0 0 14 0,0 0 2 16,7 17-6-16,-3-6-2 0,2 0-3 0,-2 3-5 15,2 1-1-15,-2 0-1 0,-1 2-5 16,1-3-10-16,0 1-1 0,-3-1-6 15,-1 1-5-15,0-3-9 0,2 0-15 0,-2-3-8 16,0 0-6-16,-2 2-13 0,2-3-8 16,-3-1-4-16,-3-3-7 0,3 2-8 0,3-6-15 15,-12 4-14-15,12-4-17 0,0 0-17 16,-24-16-15-16,13 5-15 0,-3-15-13 16,2-1-8-16,0 0 3 0,7 4 2 0,-1 1 4 15,-2 2 4-15,4 5 3 0,4 3 3 16,-3 1 4-16,1 3 5 0,2 1 1 15,0 7 2-15,4-8 3 0,-4 8 6 0,10-2-3 16,-10 2 5-16,0 0 2 0,0 0 0 16,26 10-6-16,-16-7-9 0,1 2-5 0,-2 2 3 15,1-1 3-15,-1-1 8 0,3 0 1 16,-2 0 3-16,-5-2 1 0,3 1 6 0,-3-3 4 16,-5-1 7-16,14 0-1 0,-14 0 1 15,17-5-3-15,-11-1 5 0,3-1-1 0,-1-2-1 16,-1-1 1-16,3-2-1 0,1 0 11 15,-3-2 10-15,0 4 10 0,0 1 5 16,-3 3-2-16,1-2-3 0,-3 4-4 16,6 0-3-16,-9 4 1 0,7-5-3 15,-7 5 1-15,11-3-4 0,-11 3-3 0,12 1-1 16,-12-1-2-16,15 4-3 0,-15-4 0 16,11 2-3-16,-11-2-1 0,14 3 0 0,-10-1-8 15,-4-2-7-15,11 1-2 0,-11-1-1 16,10 2-4-16,-10-2-1 0,0 0 3 0,15-2 0 15,-15 2-5-15,13-5-1 16,-7 0-2-16,-1 0 0 0,1 0 4 0,1-2 5 16,-2-1 4-16,1 0 4 0,-3 0 10 15,3 0 8-15,-3 2 11 0,1-1 4 0,1 1-2 16,-1 0-1-16,-3 0-3 0,-1 6-4 16,10-4 3-16,-10 4-2 0,7-2 1 0,-7 2-4 15,0 0-2-15,19 8 1 0,-11 0-3 16,-3-1-4-16,7 3-20 0,-4 2-15 0,1 0-24 15,-1 0-23-15,3 0-41 0,0-2-57 16,-2 2-53-16,0-3-42 0,-2-1-49 0,1-1-47 16,-2-4-50-16,2 1-67 0,-3-1-53 15,-5-3-378-15,0 0-392 0</inkml:trace>
  <inkml:trace contextRef="#ctx0" brushRef="#br0" timeOffset="12281.81">18309 10125 2395 0,'-3'-17'3'0,"-1"3"52"0,0 4 44 0,2 0 37 16,-1 1 26-16,-2 4 8 0,1-2-10 16,2 0-11-16,1 1-12 0,1 6-19 0,-4-9-9 15,0 4-21-15,4 5-35 0,-2-6-50 16,2 6-58-16,-1-6-31 0,1 6-45 0,0 0-58 16,3-13-39-16,3 6-42 0,1 2-39 15,9 1-25-15,-1-3-44 0,6 1-254 0,0-1-129 16</inkml:trace>
  <inkml:trace contextRef="#ctx0" brushRef="#br0" timeOffset="12481.26">18626 9875 1766 0,'0'0'59'0,"0"0"47"15,0 0 45-15,0 0 41 0,-8 27 28 16,0-12 16-16,-5 9 7 0,3 0 2 16,1 5-7-16,4-3-5 0,-1-3-18 0,1-1-13 15,3-1-17-15,2-1-15 0,0-1-11 16,0-2-13-16,2-2-11 0,1-1-14 0,5 0-13 15,-5-4-10-15,1 1-11 0,3-1-24 16,3-5-38-16,0 0-57 0,1-4-72 16,-1 1-88-16,3-4-89 0,-2-1-100 15,5-2-88-15,-2 4-107 0,2-5 9 0,2 1-386 16,0-2-431-16</inkml:trace>
  <inkml:trace contextRef="#ctx0" brushRef="#br0" timeOffset="12764.68">19202 10149 2686 0,'-14'13'50'0,"-3"1"55"16,-8 5 58-16,-2 4 44 0,-10 4 26 0,-10 2 21 15,-3 4 12-15,-14 12 2 0,-14 1-16 16,-6 3-13-16,-7 8-17 0,-10-1-19 0,-14 8-14 16,-43 23-15-16,-4 9-18 15,-9 8-8-15,-3 7-13 0,1 3-14 0,-7 5-5 16,9-5-12-16,3-3 3 0,12-9-17 15,9-3-3-15,41-29-7 0,4 1-4 0,9-2-6 16,10-8-11-16,12-10-5 0,24-14-9 16,4-6-10-16,16-9-38 0,3-1-37 0,9-6-43 15,4-1-54-15,0-6-69 0,6 1-92 16,1-4-88-16,2-1-95 0,2-4-98 0,0 0-121 16,0 0 59-16,0 0-529 0,0 0-636 15</inkml:trace>
  <inkml:trace contextRef="#ctx0" brushRef="#br0" timeOffset="19496.21">21261 13046 2937 0,'6'-8'-176'15,"-4"3"42"-15,2 1 39 0,-4 4 33 0,4-6 32 16,-4 6 24-16,0 0 7 0,0 0-1 16,0 0 20-16,0 0 28 0,0 0 28 0,0 0 29 15,-10 32 14-15,0-12 28 0,-5 11 14 16,-6 10 10-16,-2-2 12 0,-4 4 2 15,1 1 3-15,-2 0 4 0,-3 1-9 0,5-3-6 16,-5 1-7-16,4-4-2 0,8-10-7 16,0 0-11-16,4-5-8 0,2-4-8 15,3-4-10-15,0-3-9 0,7-1-8 16,-3-5-3-16,6 5 0 0,2-2 7 0,3-2 2 16,7 1-6-16,5-1-6 0,6 0-13 15,11 0-7-15,4-3-6 0,7 1-2 0,0-2-14 16,1-2-10-16,1-2-1 0,1 0 0 15,-3 0-10-15,-5 0-4 0,-5-2-29 0,-11 2-30 16,-2 0-29-16,-5 0-52 16,0 0-49-16,-3 0-69 0,-1 0-84 0,-4 0-97 15,-9 0-126-15,10 2-182 0,-10-2 12 16,0 0 73-16,0 0-409 0,0 0-511 0</inkml:trace>
  <inkml:trace contextRef="#ctx0" brushRef="#br0" timeOffset="19779.68">21528 13607 2621 0,'0'0'-97'16,"7"0"33"-16,-7 0 38 0,0 0 33 0,23 9 42 16,-12-2 25-16,-2 3 22 0,2 0 7 15,1 5 8-15,-3-1 3 0,0 3 1 16,-1-2 4-16,-2 5 3 0,0-3 3 15,-3 1 0-15,-3-1 2 0,0-2-9 0,0 2-4 16,-3 0-11-16,-3 0-11 0,0 2-7 16,-2-2-7-16,1-5-7 0,-2 5-9 0,-1-1-8 15,-2-4-11-15,1 1-39 0,-1-3-58 16,1 3-70-16,-1-5-75 0,1 0-90 16,2-2-132-16,-1 1-174 0,2-3 44 0,-1 0-236 15,7-2-274-15</inkml:trace>
  <inkml:trace contextRef="#ctx0" brushRef="#br0" timeOffset="20064.47">22026 13779 2363 0,'0'0'47'0,"0"0"4"16,0 0 26-16,0 0 13 0,0 0 19 15,7 19 4-15,-7-9-10 0,4 4-15 16,-2 3 2-16,0 2-11 0,-1 3-6 0,-1-2-9 16,2 5-6-16,-2-2-5 0,0-1-14 15,-2 1-22-15,1-4-28 0,-1 3-32 0,-2-3-39 16,2-3-42-16,0-1-43 0,-1-3-51 15,1-1-58-15,-3-3-69 0,3-3-98 0,2-5-171 16,-3 5-113-16</inkml:trace>
  <inkml:trace contextRef="#ctx0" brushRef="#br0" timeOffset="20363.55">22008 13597 1699 0,'0'-12'11'0,"0"2"15"0,4 3 10 0,2 2 33 15,-3 0 34-15,6 3 23 0,-9 2 17 16,20 2 3-16,-6 1 8 0,-1 5-5 16,4 3-6-16,6 9-3 0,-1-1-5 0,2 3-4 15,-1 3-14-15,-5 0-17 0,3 2 0 16,-5 0 7-16,-1 2-1 0,-1-2 6 16,-9-3 17-16,1 0 18 0,-6 0 7 0,-2-3 8 15,-2 1 1-15,-1 1-4 0,-5 6-12 16,-1-8-14-16,-3 4-10 0,3-6-14 15,-2-6-13-15,-1 3-9 0,1-4-10 0,-3 0-7 16,3-2-19-16,-1-3-33 0,3-2-41 16,0 0-50-16,-3-1-66 0,3-3-87 0,4-1-76 15,7 0-109-15,-20-10-126 0,15 3-109 16,-1 0 53-16,6-1-335 0,0-2-408 16</inkml:trace>
  <inkml:trace contextRef="#ctx0" brushRef="#br0" timeOffset="20647.81">22609 13798 2471 0,'0'0'-37'0,"0"0"56"0,4 15 41 16,-6-5 28-16,0 3 25 0,-6 5 32 15,2 15 8-15,-1-1-2 0,-3 3 7 0,5-2 4 16,-5 4 5-16,0-2-5 0,1 0-11 15,-1 1 19-15,3 0-17 0,-3-2-13 0,-2-3-14 16,3 0-13-16,0-4-12 0,-5 0-10 16,7-3-8-16,-3-5-10 0,0-1-34 0,3 1-37 15,-2-2-53-15,1-3-63 0,2-2-62 16,-2 0-53-16,3-2-60 0,-1-5-82 16,3-1-79-16,3-4-97 0,0 0 4 0,0 0-234 15,-11-16-266-15</inkml:trace>
  <inkml:trace contextRef="#ctx0" brushRef="#br0" timeOffset="20832.83">22359 13842 2092 0,'-6'-12'8'0,"2"4"17"0,1 1 15 16,-1 1 19-16,4 6 17 0,-8-6 12 0,8 6-6 16,0 0-3-16,-10-3-1 0,10 3-13 15,0 0-8-15,0 0-1 0,-5 15-3 0,5-7-10 16,0 3-18-16,-2 2-36 0,4-1-42 15,0 5-65-15,-2 3-97 0,1-2-140 0,-1 3-116 16,4-1-109-16,3 0-79 16</inkml:trace>
  <inkml:trace contextRef="#ctx0" brushRef="#br0" timeOffset="21246.98">22686 13820 1674 0,'0'0'27'0,"0"0"31"0,0 0 41 16,0 0 30-16,11 19 24 0,-10-7 21 15,1 0-5-15,0 0 5 0,0 5-2 16,0 3-18-16,0 3-12 0,-1-3-12 0,-1 0 5 16,2 0-6-16,-2-1-6 0,0 0-1 15,2-6-1-15,-4 0-12 0,2 2-6 0,0-3-4 16,0-4-4-16,0 1 3 0,0-3 4 15,0 2 6-15,0-8-2 0,0 6-11 0,0-6-10 16,0 0-10-16,0 0-8 0,0 0-7 16,6-25-9-16,-1 7-6 0,4-11-5 0,0-1-6 15,0-2-3-15,3 3-5 0,-1 2-2 16,1 8-3-16,-4 2-4 0,-3 5-6 16,1 2-2-16,-3 1-2 0,6 6 0 0,-9 3-1 15,11-4 1-15,-11 4 0 16,0 0-2-16,19 17-1 0,-9-5 1 0,-3 2 0 15,-2 0-1-15,6 3 0 0,-6 2-2 16,4 0-3-16,-1-3-29 0,-2 1-26 0,2 1-39 16,-3-4-44-16,1 1-58 0,-1 1-54 15,5 1-64-15,-4-5-20 0,1 0-125 0,-1 0-153 16,0-3 56-16,4-1-263 0,-1-3-306 16</inkml:trace>
  <inkml:trace contextRef="#ctx0" brushRef="#br0" timeOffset="21679.98">23142 13890 2232 0,'0'0'20'0,"-6"-5"17"16,6 5 17-16,0 0 19 0,0 0 22 0,0 0 12 16,-5-7 19-16,5 7 19 0,0 0 2 15,0 0 1-15,0 0-21 0,5 22-7 16,-3-13 0-16,-2-9 1 0,0 17-8 0,2-4 0 15,-2-2-2-15,-2-1 1 0,2 2-3 16,-2-1-3-16,0 1 3 0,-1-2-4 0,-5 1-8 16,3-1-7-16,-3 0-3 15,-2 0-10-15,1-1-4 0,-1-2-10 0,1-2-5 16,-4-1-4-16,1-1-4 0,12-3-3 16,-21-5-6-16,9-2-2 0,1-5-7 0,4-8-3 15,2 4-5-15,2-5 1 0,3 3-4 16,0-2-3-16,1 6-4 0,1-1-3 0,5 5 0 15,-2 0 1-15,3 1 4 0,-1 4-2 16,3 1 7-16,-1 3 1 0,-9 1-5 16,24 0-1-16,-13 3 1 0,2 1-1 0,-1 2-4 15,2-2 0-15,-2 3 0 0,1-1-2 16,-1 3-3-16,1 0-2 0,-2-1-23 0,1 1-31 16,-1-1-38-16,0 0-48 15,0-1-43-15,-6 2-58 0,4-4-49 0,0 1-59 16,-4-1-59-16,3-1-57 0,-5-1-96 15,-3-3 9-15,11 0-277 0,-11 0-310 0</inkml:trace>
  <inkml:trace contextRef="#ctx0" brushRef="#br0" timeOffset="22396.05">23357 13873 2181 0,'7'-15'0'0,"-6"4"39"0,3 3 38 16,0 1 38-16,-4 7 30 0,2-10 24 16,-2 10 6-16,2-7 10 0,-2 7 23 15,0 0 12-15,0 0-1 0,0 0-5 0,0 0-7 16,21 22-12-16,-18-12-17 0,-1 2-14 0,4 0-14 15,-2 4-15-15,-3-1-14 16,1 0-14-16,3 3-7 0,-3-3-12 0,0-1-10 16,-2-3-15-16,1 1-30 0,-1-2-40 15,2 0-39-15,-2-1-33 0,0-1-37 0,4 1-44 16,-4-2-31-16,2-2-18 0,-2-5-30 16,3 5-21-16,-3-5-13 0,0 0-8 15,0 0 24-15,12-20 23 0,-8 6 36 0,5-2 34 16,-1-3 35-16,-1 0 50 0,3 3 42 15,0 1 37-15,-5 3 32 0,3 0 21 0,-2 5 17 16,0-3 13-16,-3 5 20 0,3-2 21 16,-6 7 11-16,7-5 10 0,-7 5 4 15,10 0 0-15,-10 0-6 0,0 0-5 16,0 0-9-16,17 10-12 0,-13-3-7 0,-3-1-11 16,-1-6-11-16,7 11-9 0,-5-4-10 15,2 0-6-15,-4-7-7 0,1 12-6 0,3-8-1 16,-4-4-4-16,4 6-5 0,-4-6-5 15,2 7-7-15,-2-7 0 0,0 0-9 16,0 0-13-16,0 0-5 0,0 0-3 0,25-9-3 16,-18 3 0-16,1-3-2 0,2 2 0 15,-3 0 5-15,0 1 0 0,0 0-5 0,-2 2 1 16,-5 4 2-16,11-6 6 16,-11 6 10-16,11-2 1 0,-11 2 5 0,0 0-1 0,0 0 0 15,20 12 0-15,-15-8-1 16,-5-4-5-16,9 8-1 0,-6-1 1 0,3 0 0 15,-2-2-3-15,-4-5 2 0,9 10 0 16,-7-8 0-16,-2-2-4 0,10 9 5 0,-10-9-5 16,5 6 2-16,-5-6-12 0,10 0-16 15,-10 0-11-15,0 0-17 0,0 0-20 16,26-4-16-16,-26 4-19 0,14-8 4 0,-4 3 4 16,-3-1 10-16,0 2 11 0,-7 4 4 15,12-5 4-15,-12 5 5 0,10-3 29 0,-10 3 20 16,0 0 20-16,0 0 16 15,13 10 3-15,-13-10 10 0,8 10 6 0,-6-3 1 0,1 1 3 16,-1 2 0-16,2-3-10 16,-2 1-1-16,0-2-2 0,-1 2-5 0,1 0 0 15,0-1-4-15,-2-7-15 0,2 12-36 16,1-6-63-16,-1 2-81 0,-2-8-82 16,2 8-107-16,-2-8-120 0,0 7-105 0,0-1 55 15,0-6-239-15,3 8-256 0</inkml:trace>
  <inkml:trace contextRef="#ctx0" brushRef="#br0" timeOffset="22579.66">24019 13757 2008 0,'1'-27'-8'0,"-2"3"24"0,-1 5 18 16,2 4 32-16,-2 1 31 0,2 2 25 16,0 1-4-16,0 1 2 0,0 1-1 15,-2 2-25-15,2-2-12 0,0 3-16 0,0 6-5 16,-2-7-21-16,2 7-41 0,0 0-48 15,0 0-59-15,0 0-86 0,0 0-75 0,6 25-130 16,-6-16-53-16,3 3-80 0,-1 1-35 16</inkml:trace>
  <inkml:trace contextRef="#ctx0" brushRef="#br0" timeOffset="22796.2">24215 13827 1544 0,'0'0'70'0,"0"0"10"15,0 0 21-15,0 0 39 0,0 0 39 16,-23 12 22-16,16-5 17 0,-3 1 4 0,-1 3 2 16,1 0 0-16,5 1-3 0,-3 2-12 15,0 0-17-15,3 1-17 0,1 0-17 0,0-3-13 16,1-2-16-16,3 1-13 0,0-1-11 16,3 1-24-16,-1-3-39 0,2 0-55 0,-1 0-76 15,5-2-80-15,-3 0-79 0,2-2-103 16,0-1-123-16,1 0-111 0,-8-3 57 15,11 1-261-15,-11-1-277 0</inkml:trace>
  <inkml:trace contextRef="#ctx0" brushRef="#br0" timeOffset="23432.9">24882 13302 2430 0,'0'-12'103'0,"-1"5"-16"15,1 4 0-15,0 3 37 0,0 0 45 0,-9 24 33 16,7 1 17-16,-3 18 10 0,1 15 5 15,-1 6-2-15,1 5 2 0,-3 1-4 16,6 3-19-16,-3 3-18 0,-2 1-19 16,3-3-18-16,-1-2-14 0,0-1-12 0,2-3-18 15,-1-4-9-15,3 0-13 0,-5-6-11 16,1-2-8-16,3-13-31 0,-3-2-13 16,2-5-40-16,-2-7-45 0,2-6-45 0,2-5-44 15,-1-3-49-15,1-1-47 0,0-5-46 16,0-3-59-16,0-6-46 0,0 0-36 0,0 0-13 15,0 0-3-15,0-25 1 16,0 0-424-16,0-12-351 0</inkml:trace>
  <inkml:trace contextRef="#ctx0" brushRef="#br0" timeOffset="23662.07">24798 14235 2235 0,'2'-47'-68'0,"2"5"39"0,-2 1 41 0,1 5 46 16,3 3 35-16,0 5 33 0,0 7 19 16,1 2 20-16,4-1 6 0,0 1 8 15,0 6 3-15,3 1-1 0,-3 2-15 0,2 1-10 16,0 4-9-16,0 0-9 0,1 1-13 15,-3 1-16-15,3 3-6 0,-14 0-12 0,20 3-4 16,-11-3-6-16,-9 0-9 0,15 7-1 16,-10 0-9-16,-1-2-6 0,-2 5-3 0,-2-10-5 15,-2 12-11-15,0-5-2 0,-2 3-24 16,1 0-35-16,-5-3-66 0,3 5-76 16,-4-6-85-16,2 1-100 0,0-3-118 15,-1-2-154-15,8-2 58 0,0 0-306 16,0 0-353-16</inkml:trace>
  <inkml:trace contextRef="#ctx0" brushRef="#br0" timeOffset="24112.32">25273 14010 2313 0,'2'6'26'0,"0"-1"14"0,-2-5 15 0,0 0 28 15,4 9 36-15,-4-9 44 0,0 0 19 16,0 0 0-16,0 0-15 0,0 0-8 0,0 0-14 15,0 0-12-15,0 0-9 0,0 0-16 16,0 0-8-16,0 0-7 0,0 0-10 16,0 0-8-16,0 0-5 0,11-22-6 0,-11 14-10 15,0-5-2-15,-2 1-3 0,-4-3-8 16,3-4-4-16,-5-1 0 0,2 1-7 0,-2 0-4 16,1 7-1-16,0-3-6 0,-4 5-1 15,4 1-7-15,-2 2-1 0,-3 4 1 16,3 1-6-16,9 2 0 0,-22 0 0 0,22 0 1 15,-15 4 1-15,15-4 19 0,-13 1 7 16,13-1 7-16,0 0 4 0,0 0-1 0,0 0 0 16,0 0-4-16,0 0-4 15,0 0-3-15,51 0-6 0,-31 0-1 0,-4 0-3 16,6 0 0-16,-3 2 4 0,-1 3 2 16,0-2 2-16,2 6 3 0,0 0-4 0,-3-1 3 15,0 1-2-15,-1 1-7 0,-3 2-3 16,0 0 1-16,0 0-3 0,1 2-1 0,-3-1-2 15,-1 1-14-15,0-1-33 0,-5-1-35 16,3 1-36-16,-5-3-52 0,5 2-66 16,-5-1-68-16,4-2-88 0,-3-4-99 0,-3 1-166 15,1 0 61-15,2-1-352 0,-4-5-412 16</inkml:trace>
  <inkml:trace contextRef="#ctx0" brushRef="#br0" timeOffset="24463.08">25804 13885 2420 0,'-3'-5'34'0,"3"5"28"16,-4-7 11-16,4 7 15 0,-6-5 25 15,6 5 17-15,0 0 32 0,0 0 26 16,-12-2 7-16,12 2-2 0,0 0-7 0,-11 12-11 16,8-8-12-16,-1 1-12 0,4-5-15 15,-8 13-14-15,6-4-10 0,0-1-13 16,2 4-8-16,0-2-11 0,0-3-10 0,2 2-10 0,0 2-17 15,-1-5-19-15,4 5-15 16,-1-5-15-16,1 4-12 0,3-5-14 0,-5-2-16 16,-3-3 0-16,14 5-7 0,-14-5 12 15,13 2 0-15,-13-2 13 0,0 0 3 0,18-9 10 16,-14 3 9-16,-3-2 15 0,5-2 9 16,-4-1 2-16,-2-1-2 0,2-3 3 15,-2 1-5-15,-2 1-7 0,2-1 1 0,-4 0-11 16,4 4-17-16,-4 3-37 0,4-3-47 15,-3 5-64-15,3 5-50 0,-11-5-57 0,11 5-71 16,0 0-82-16,0 0-132 0,-18 7 36 16,12 0-227-16,5-1-240 0</inkml:trace>
  <inkml:trace contextRef="#ctx0" brushRef="#br0" timeOffset="24948.06">25946 13871 1986 0,'0'0'-26'0,"13"5"33"16,-13 2 39-16,2 2 42 0,-1-1 29 0,-1 3 12 16,0 1 6-16,0 4-3 0,0-3-19 15,0 3-4-15,2 0-16 0,0 1-3 0,0-2-12 16,1-1-2-16,-1-1-5 0,-1-1-7 16,-1-2-4-16,2 1-7 0,2-3-2 15,-2-1 1-15,1-2-4 0,3-1-3 16,-6-4 0-16,0 0-11 0,0 0-1 0,0 0-6 15,30-14-4-15,-24 4-2 0,2 1 5 16,-2-5-4-16,-1 1 9 0,1-1 15 16,-1 0 21-16,-3 6 31 0,3-3 7 0,-1 5-3 15,-2 0-13-15,-2 6-6 16,0 0 3-16,0 0 11 0,0 0 6 0,0 0-2 0,-8 29-6 16,2-9-6-16,0 5-3 15,-1 8-7-15,-1 2-1 0,5 8 41 0,-2 0 31 16,5 2 28-16,2-2-6 0,-2 0-12 0,0-3-13 15,-2-2-11-15,-2-2-13 0,2-7 0 16,-1-4-2-16,-1-1-6 0,-1-4 3 16,-1-2 4-16,-2-1 5 0,-2-3-4 0,1 1 0 15,-1-5-2-15,-1 0-6 0,-7-1-6 16,4-3-10-16,-6-2-10 0,2-2-11 16,-2-4-11-16,-5-2-8 0,-7-4-45 0,0-6-14 15,-1-2 0-15,-6-13-59 0,3 0-82 16,2-3-61-16,2 1-63 0,8 5-73 0,5 2-83 15,3 5-84-15,5 6-119 0,2 1-188 16,1 3 80-16,5 2 78 0,2 1-515 16,2-1-636-16</inkml:trace>
  <inkml:trace contextRef="#ctx0" brushRef="#br0" timeOffset="25412.85">26206 14229 3195 0,'0'0'-4'16,"0"0"22"-16,0 0 27 0,0 0 42 0,0 0 32 15,-27-3 12-15,27 3 6 0,0 0-16 16,0 0-15-16,-5-5-12 0,5 5-10 0,0 0-5 16,2-12-15-16,-2 12-18 15,0 0-8-15,3-14-9 0,-3 14-12 0,2-10-2 16,-2 3-7-16,0-1-3 0,0 8-2 15,-2-23 2-15,1 12-2 0,-1-7-3 16,-4-4 3-16,1 2-8 0,-1-3 3 0,1 4-1 16,0 1 0-16,-1 6-2 0,3-1 1 15,-3 5-6-15,1 0 10 0,1 1-3 0,4 7-8 16,-16-6 15-16,16 6 4 0,-13-4 5 16,13 4 3-16,-10 0 10 0,10 0 5 0,0 0 5 15,0 0 8-15,0 0 4 0,0 0 0 16,0 0 2-16,0 0 2 0,0 0-5 0,41-3-2 15,-26 6 1-15,0-1 3 16,4 2 0-16,2 3-5 0,-3 1 2 0,0 2 0 16,1 1-2-16,-4 3-3 0,1-2-5 15,5 7-3-15,-6-2-3 0,-4-3-5 16,3 3-4-16,-5-2-13 0,5 2-32 0,-5-1-37 16,0-3-56-16,-1-1-60 0,0 0-63 15,0 0-77-15,-5-2-97 0,5-2-148 0,-5 0-34 16,6-1 63-16,-6-1-265 0,3-2-287 15</inkml:trace>
  <inkml:trace contextRef="#ctx0" brushRef="#br0" timeOffset="25829.37">26618 14010 2264 0,'0'0'70'0,"0"-9"10"0,0 9 14 16,0 0 24-16,0 0 32 0,2-8 15 0,-2 8 6 15,0 0 4-15,0 0 3 0,0 0 7 16,0 0-1-16,8 33-5 0,-10-21 0 0,4 0-2 16,-4 2 1-16,-2 2 5 0,0 2-6 15,-1 1-4-15,-5 0-1 0,0-3-5 16,1 2-9-16,-5-1-10 0,-2 4-20 0,-2-6-3 16,1-3-16-16,0-1-13 0,-3 1-10 15,4-2-7-15,-5-3-19 0,6-3-7 16,-3 0-18-16,9-4-18 0,9 0-29 15,-23-7-13-15,16 1-4 0,1-9-6 0,1-1 0 16,8-4 4-16,1-5 3 0,3-8 3 16,2 4 3-16,2 5 2 0,-2 5 4 0,-2 2 5 15,2 4 7-15,0 1 8 0,0 7 7 16,0-1 1-16,3 3 0 0,-4 0 2 0,-8 3-1 16,21 3-2-16,-10 2 1 0,0 0-2 15,1 3-2-15,-1 0-9 0,0 4-40 0,3-3-61 16,-3 2-64-16,-1 1-83 0,2-2-80 15,-1 2-78-15,-3-1-81 0,1 0-117 16,-1 0-41-16,-1-4 74 0,-1 1-354 16,2-1-405-16</inkml:trace>
  <inkml:trace contextRef="#ctx0" brushRef="#br0" timeOffset="26712.2">26794 14079 2556 0,'4'-14'40'0,"-3"6"36"0,1-2 39 16,0 5 43-16,-2 5 25 0,0 0 21 15,2-12-2-15,-2 12-7 0,0 0 8 0,0 0 10 16,0 0-3-16,0 0-16 0,0 0-18 16,5 27-16-16,-5-19-15 0,0 6-17 15,2-4-11-15,0 4-12 0,0-2-11 16,0 0-11-16,-2 0-8 0,3 0-4 0,-3-4-9 16,2 3-8-16,-2-4-3 0,0-7-6 15,1 11-6-15,3-4-5 0,-4-7-13 0,6 5-9 16,-6-5-10-16,0 0-3 0,0 0 1 15,32-15-1-15,-21 5 2 0,1 0 1 16,-1-1 4-16,1 1 10 0,-1 2 12 0,2-1 0 16,-3 2 2-16,1 0-3 0,-1 2 3 15,0 4 7-15,-10 1-1 0,15-4-3 0,-15 4 3 16,15 5-5-16,-15-5-3 0,11 9-1 16,-3-4-4-16,-5 2 1 0,4 0-4 15,-3-1-3-15,-1 1-3 0,3 0-3 16,-3-2-2-16,-3-5 0 0,6 10-1 0,-6-10-4 15,7 7 0-15,-7-7 7 0,7 4-3 16,-7-4 0-16,0 0 0 0,0 0-2 0,0 0-1 16,27-11 2-16,-20 5-2 0,2-5 4 15,3 3-4-15,-2-2 4 0,-1 1 7 16,3 0 5-16,-7 2 15 0,3 1 9 0,-3 1-3 16,-5 5-17-16,12-7-3 15,-12 7-3-15,8-4 3 0,-8 4 12 0,0 0-2 16,0 0 4-16,0 0-8 0,16 9-3 15,-16-9 4-15,7 9-4 0,-7-9-8 0,5 6-3 16,-5-6-3-16,6 4 0 0,-6-4-2 16,5 5 2-16,-5-5-5 0,0 0-6 0,11 5-5 15,-11-5-18-15,0 0-1 0,14 0-11 16,-14 0 0-16,0 0 1 0,0 0-1 0,22-5 5 16,-22 5 2-16,0 0 4 0,13-4 3 15,-13 4 2-15,0 0 1 0,0 0 1 0,13 0 6 16,-13 0 4-16,0 0 4 0,0 0-2 15,0 0 11-15,17 4-3 0,-17-4 6 16,0 0 4-16,9 1-3 0,-9-1 2 16,0 0 0-16,0 0 7 0,18 2-6 15,-18-2 2-15,0 0-10 0,0 0 7 0,17-3-4 16,-17 3 4-16,13-4-2 0,-13 4-2 16,11-5 0-16,-2 3 1 0,-9 2 5 0,0 0-3 15,11-3-3-15,-11 3 2 0,0 0-12 16,0 0 4-16,0 0 14 0,0 0 20 0,9 12 12 15,-9-5 9-15,-2 2 13 0,0 2 9 16,0 1 14-16,1 4 2 0,-1-3 4 0,0 3-4 16,-4-1-1-16,5 1 4 0,-5 1 0 15,1-1-3-15,0-1-7 0,-1-1-88 0,3 2 0 16,-5-3 0-16,0 1 0 0,1-3 0 16,-5 2 0-16,-1 0 0 0,-2-1 0 15,-5 2 0-15,6-4 0 0,-6 0 0 16,4-1 0-16,0 0 0 0,3-2 0 0,-1-3 0 15,1 2 0-15,3-1 0 0,1-2-313 16,-2 2-177-16,-1-3-127 0,1 4-158 16,-5-2-67-16,1 0 78 0,-1 3-729 0,2 1-940 15</inkml:trace>
  <inkml:trace contextRef="#ctx0" brushRef="#br0" timeOffset="27229.41">22715 15100 3832 0,'-45'-3'-144'0,"-3"3"25"0,1-3 17 16,-3 1 23-16,0-1 44 15,1 0 39-15,1-3 32 0,4 3 25 0,4-1 20 16,9 2 10-16,9 1 7 0,3 0-3 16,6-2 5-16,-1 2 3 0,14 1 8 0,-13-2-2 15,13 2-2-15,0 0 0 0,42-2 0 16,31 2-2-16,20 0-3 0,36 0-11 0,33-2-7 15,19 1-13-15,75-3-9 0,4-2-23 16,13-1 10-16,10 2-17 0,8-2-19 16,2 5-18-16,-7 4-12 0,-6-4-11 0,-10 4-5 15,-15-1 0-15,-71-1 12 16,-9-3 0-16,-11-4 3 0,-17 0 2 0,-21 1 7 0,-42 0 5 16,-14-1 37-16,-13 1 44 15,-13 2 28-15,-14 2 13 0,-7-1-2 0,-5 0-3 16,-5 1-17-16,-2 0-12 0,-11 2-12 15,16 0-13-15,-16 0-46 0,0 0-62 0,0 0-84 16,9 2-105-16,-9-2-122 0,0 0-130 16,0 0-189-16,0 0 28 0,-18 14 80 0,5-11-355 15,2 2-405-15</inkml:trace>
  <inkml:trace contextRef="#ctx0" brushRef="#br0" timeOffset="33579.97">18635 14000 2280 0,'-48'-1'-189'0,"-16"3"23"0,-7 11 26 0,-18 9 17 15,-4 11 20-15,-1 5 21 16,6 6 25-16,3 7 16 0,9 9 23 0,1 7 19 16,10 5 12-16,4 7 18 0,11 7 13 15,9 7 12-15,5 9 6 0,11 3-3 0,9 5-12 16,12 1 4-16,10 1 10 0,10-4-3 16,10-9-4-16,11-5 1 0,9-10-4 0,8-6-2 15,17-11-4-15,12-9-3 0,9-14-1 16,10-8 2-16,7-12 1 0,13-15-5 15,9-14 1-15,7-11-4 0,11-10-3 16,41-22-2-16,-9-10-3 0,-7-16 2 0,0-11-2 16,-18-6-4-16,-13-6 0 0,-14-3-1 15,-39 16 4-15,-10-6-2 0,-9-6 0 16,-16-6 1-16,-12-8-2 0,-16-5-6 0,-14-4 1 16,-15-2-4-16,-22 3-1 0,-13 2 0 15,-15 10-2-15,-19 7-5 0,-14 6-5 0,-40-11-12 16,17 34-14-16,-14 12-15 0,-16 13-20 15,-2 17-20-15,-11 19-20 0,1 21-12 16,-3 11-20-16,-44 29-24 0,7 18-29 0,9 14-32 16,14 13-371-16,6 3-87 0</inkml:trace>
  <inkml:trace contextRef="#ctx0" brushRef="#br0" timeOffset="37644.98">17165 11910 339 0,'9'-6'102'15,"-9"6"-27"-15,4-8 30 0,-4 8 6 16,0-9-4-16,0 9-8 0,0-7 0 0,0 7-2 15,1-5 9-15,-1 5 1 0,0-8-2 16,0 8 2-16,0 0-2 0,0-9-5 16,0 9-11-16,0 0-10 0,0 0-9 15,0 0-8-15,0 0-7 0,0 0-2 0,0 0-1 16,0 0 0-16,-17 26 5 0,8-9 1 16,-6 7-5-16,-3 2 1 0,2 2-3 15,-2-2-3-15,0 3-1 0,4-2-7 0,-6-3-5 16,6 0-3-16,0-4 0 0,3-3-5 15,1-1 1-15,0-3-9 0,5-2 2 0,-5 3-3 16,7-4-3-16,-4-2-1 0,4-1 2 16,-1 1-10-16,0-2-11 0,0 0-12 0,4-6-15 15,-1 7-29-15,1-7-33 0,-4 4-26 16,4-4-31-16,0 0-16 0,0 0-17 0,0 0-14 16,-4-19 1-16,4 9-389 15,0-2-85-15</inkml:trace>
  <inkml:trace contextRef="#ctx0" brushRef="#br0" timeOffset="38297.22">16899 12022 1409 0,'-1'-14'-113'16,"1"2"24"-16,1-1 23 0,-1 3 25 0,2 1 27 16,0-1 10-16,2 3 15 0,0 1 16 15,-1 0 15-15,3 1 13 0,2 2 18 0,-8 3 10 16,20-2 7-16,-8 6 2 0,5 2 7 16,4 2-3-16,6 5 1 0,4 1-3 0,-3 3-4 15,3 1-6-15,1-1-6 0,0 3-9 16,1-3-7-16,-5 2-6 0,3-3-4 15,-4 2-5-15,-2-2-5 0,-9-3-4 16,2-3-2-16,-7 1-5 0,-2-2-1 16,1-4-9-16,-2 1 2 0,-3-1 0 0,1 0-2 15,-6-5-3-15,6 8-5 0,-6-8-1 16,2 4-5-16,-2-4-2 0,0 0 0 0,0 0-4 16,0 0 3-16,-18-22-2 0,11 11 0 15,-5-7-4-15,-1-9 1 0,-2-2-4 0,-2-2-2 16,-1 0 0-16,3-1-1 0,0-3 2 15,-4 2 0-15,5 4-2 0,0 2 4 16,-4 5 1-16,7 3-1 0,4 3 3 16,-4 4 0-16,6 2 3 0,-1 2-2 15,3-1-1-15,-3 4-3 0,1 2-1 0,5 3 7 16,0 0 2-16,0 0 4 0,-3 19 3 16,5-1 2-16,-1 3 18 0,8 3 0 0,-2 10 1 15,2 4 2-15,3-1-1 0,1 8-4 16,1-9-5-16,-3-3 2 0,2 4-2 0,-1-4-2 15,-1-2-3-15,0-2-2 0,1-6-2 16,-4-5 2-16,-3-3-4 0,4 1-1 0,-6-5 0 16,1-1-1-16,0 0 0 0,-1-3 5 15,-3-1-3-15,0-6-2 0,0 9 0 16,0-9-9-16,-9 5-5 0,4-3-9 16,-7-2 0-16,12 0-1 0,-33-5-4 15,8 0-4-15,-9-5 7 0,0 3-5 0,-4-3 5 16,2 1-1-16,1 2 4 0,7 0-1 15,5 4 1-15,6 0 0 0,0-1 2 0,3 2 1 16,1-2 10-16,3 2 11 0,5 2 15 16,5 0 2-16,-12-8 0 0,12 8-1 0,0-9 1 15,8 1-2-15,-1-2-2 0,9-1-3 16,1-2-5-16,0 0 1 0,10-3-2 16,-2-2-5-16,-5 6-3 0,0 2-23 0,-3 2-33 15,-2 1-33-15,1-2-38 16,-3 2-44-16,-1-1-60 0,1 1-71 0,-2-3-157 0,1 5-221 15,-3-4-166-15</inkml:trace>
  <inkml:trace contextRef="#ctx0" brushRef="#br0" timeOffset="38696.21">17869 12500 1666 0,'-32'6'-103'0,"-7"4"30"0,5-5 35 16,-4 4 11-16,2-2 23 0,2 1 22 16,9-6 19-16,6 2 20 0,2-2 13 15,5-1 4-15,12-1-5 0,-5-7-10 0,5 7-5 16,36-31-8-16,13 1-3 16,23-10-4-16,16-4-5 0,7-3 0 0,5 0-6 15,6-3-1-15,5-3-3 0,9-6 3 16,2 1-7-16,6 2-17 0,-3 3-21 0,-3 3-36 15,-13 3-34-15,-10 5-43 0,-18 4-41 16,-29 11-37-16,-5 3-306 0,-21 8-18 0</inkml:trace>
  <inkml:trace contextRef="#ctx0" brushRef="#br0" timeOffset="38931.06">17126 12775 1282 0,'-56'21'-79'0,"17"-5"27"16,8-6 16-16,12-3 28 0,6-2 37 15,7-6 0-15,6 1-1 0,0 0-1 0,69-33 5 16,-10 5 3-16,29-13 2 0,12-8-8 16,18-7 3-16,49-19-7 0,2 1 6 0,3 2-8 15,-1 2-3-15,-1 7 0 0,-41 14-2 16,-3 5-13-16,-8 3-37 0,-13 8-35 0,-15 6-35 15,-31 10-27-15,-18 7-18 0,-16 6-210 16,-12 3 128-16</inkml:trace>
  <inkml:trace contextRef="#ctx0" brushRef="#br0" timeOffset="39376.01">17637 13765 898 0,'-48'15'-31'15,"-1"3"25"-15,-7-1 21 0,1-2 26 16,-3 2 16-16,-1-1 14 0,0-1 20 0,8-1 11 16,7-4 9-16,6-1 9 0,11-3 7 15,8-2-1-15,2 0 4 0,8-4-9 16,9 0-12-16,0 0-11 0,13-19-7 0,25-7-8 15,14-5-11-15,32-13-8 0,16-10-2 16,11-2-6-16,45-23-1 0,8-3-9 16,0 7-6-16,-2-1-3 0,3 5-8 15,-2 3 6-15,-35 18-23 0,-6 3-37 0,-4 4-38 16,-12 8-51-16,-15 4-68 0,-30 10-70 16,-11 6-117-16,-19 8-263 0,-17 5-129 0</inkml:trace>
  <inkml:trace contextRef="#ctx0" brushRef="#br0" timeOffset="39610.48">17438 13820 1605 0,'-7'2'-95'0,"5"-2"21"16,2 0 27-16,0 0 15 0,17-17 24 15,-2 5 22-15,14-9 28 0,5-8 7 0,7 0 17 16,-4-6-11-16,3 2-3 0,1 3-6 15,-7-1-6-15,-3 9-4 0,-5 1-1 0,-2-1-9 16,-1 5-21-16,-3 5-21 0,-7 0-24 16,-1 3-29-16,-5 3-46 0,2 1-40 15,-1-1-24-15,-2 3-243 0,2 0 67 0</inkml:trace>
  <inkml:trace contextRef="#ctx0" brushRef="#br0" timeOffset="42176.24">19640 10963 1180 0,'-2'-10'14'0,"2"1"23"0,0-1 7 15,2 0 7-15,-1-3 1 0,1 5 0 16,4-2 8-16,-1 2-1 0,2-1-5 0,0 1-6 16,2 4-5-16,3 1 2 0,0 1-2 15,0 4 4-15,2 1-5 0,3 4-4 0,2 4 3 16,-3 4 3-16,4 7 0 0,-2 3-3 15,-3 3 2-15,-1 3 3 0,-1-1 0 16,-3 1 7-16,-5 2 13 0,3-2-8 0,-3 2-4 16,1-1 22-16,-4-3 7 15,-1-3-7-15,4 8-9 0,1 1 27 0,-5-1 13 16,3-6-7-16,2 5-11 0,1 0 0 16,1 2 26-16,3-4-9 0,2 2-7 0,5 0-7 15,3 5-7-15,6-2-5 0,-1 2-8 16,2-2-12-16,3 0-9 0,-1-3 4 0,1 2-8 15,-2-1 2-15,-3 1-10 0,-4-8 2 16,-6 0-3-16,2 0-6 0,-4-7-1 0,-5-1-3 16,-2 0-2-16,1-2-3 0,-2-2 0 15,0 2-2-15,-3-1-3 0,-1-3-1 0,4 3 0 16,-4-4-5-16,-1 2-10 0,1-2-17 16,0 0-44-16,2-1-40 0,-4 1-48 0,3-1-60 15,-1-3-62-15,-2 2-77 16,1-4-100-16,-1 0-96 0,0-6 53 0,-1 7-153 15,1-7-138-15</inkml:trace>
  <inkml:trace contextRef="#ctx0" brushRef="#br0" timeOffset="47391.55">18232 12136 1540 0,'-39'12'-129'0,"-3"0"21"16,-6 3 29-16,7-4 15 0,-3-1 16 0,4-1 20 15,-4 0 33-15,2-1 16 0,-2-1 13 16,5 1 14-16,0 0 3 0,4-2-4 0,9-1-7 16,5-1 1-16,6 0 8 0,4-4 7 15,0 2 3-15,11-2 1 0,0 0 7 0,0 0-5 16,0 0-5-16,60-29-7 0,1 7-1 16,28-14-5-16,15-5-8 0,6-4-1 15,4-4-3-15,4 1-1 0,4-4-3 0,6 2-6 16,2-3-3-16,1 2-8 0,-5 0-4 15,-10-1-6-15,-13 5-6 0,-14 5-6 16,-28 13 2-16,-11 3-5 0,-8 6-3 16,-15 7-8-16,-10 5 0 0,-8 3 3 0,-9 5 3 15,0 0 1-15,0 0 2 0,-39 26 1 16,-4-1-1-16,-8 2-1 0,-22 13 3 0,-2 1 2 16,-8 2 4-16,-8 3-3 0,0 2-1 15,-5 2 0-15,-2 3 3 0,-8 3 4 0,2 3-2 16,-5-2-1-16,3-3-2 0,-2 1 3 15,6-2 1-15,2 0 0 0,3-2 5 16,9-3-3-16,9-6 1 0,22-13 2 0,5-3-1 16,10-1 8-16,16-11 17 15,4-7 5-15,13-5-5 0,7-6-2 0,2 4 1 16,33-27-4-16,12-4 0 0,30-13-2 16,12-6-2-16,12-4 0 0,7-5 0 0,5-1-3 15,2 2 1-15,3 1-3 0,3-1 5 16,-6 3-2-16,-2 6-2 0,-5 0-2 0,0 6 2 15,-15 4-2-15,-9 6-3 0,-24 11-2 16,-20 6-5-16,-8 5-5 0,-10 4 3 0,-8 2-3 16,-8 5 1-16,-4 0 0 15,0 0-3-15,-52 26 3 0,0 0 2 0,-27 9-1 16,-9 5 2-16,-10 8-2 0,-11 4-2 0,-12 5 3 16,-40 14-1-16,35-15 3 15,2-1-3-15,1-1-2 0,4 0 5 0,8-2 0 16,11-5 1-16,16-7 0 0,26-16 0 15,15-2 0-15,14-10 2 0,14-4 1 0,9-7 2 16,6-1 1-16,0 0-2 0,63-30 1 16,-6 5 3-16,29-16-1 0,15-2 1 0,8-7-3 15,7-2 2-15,2-2 1 0,2-4-1 16,0 4-1-16,-4 1 2 0,1 3-1 16,-8 2 0-16,-9 5-1 0,-14 4-2 0,-25 12 0 15,-12 6 6-15,-17 6 0 0,-12 5-1 16,-13 2 0-16,-5 4-2 0,-2 4-2 0,0 0 0 15,-61 13-4-15,8 3 1 16,-9 4-2-16,-24 11 3 0,-6 5-2 0,3 1 1 16,-5 5-1-16,3-3-3 0,5 1 3 15,6-1 0-15,22-10 0 0,9 0 2 0,3-1-7 16,17-7-25-16,3-1-38 0,4-3-67 16,8-2-61-16,4-3-386 0,7-2-81 0</inkml:trace>
  <inkml:trace contextRef="#ctx0" brushRef="#br0" timeOffset="56710.41">19799 7008 1413 0,'-1'-14'-117'0,"-5"2"21"0,2 1 23 16,1 2 9-16,-6 0 11 0,4 0 14 0,-3-2 6 15,-1-1 18-15,1 2 10 16,-3 1 15-16,0-3 0 0,-5 0 9 0,1-1-3 15,-1 5-8-15,0-4 4 0,0 4 16 0,1 3-19 16,-2-1-3-16,-3 0 1 0,4 6 0 16,-6 0 0-16,-1 0 5 0,-1 2-5 15,-14 8-1-15,-2-1 0 0,-12 7-5 0,3 1 5 16,-1 1-2-16,0 3 8 0,3 2-15 16,-1 1 4-16,7 1 2 0,-3 3-1 0,4 1 6 15,0 3 2-15,4 4 18 0,4 3 3 16,-1 2 0-16,6 3 16 0,4 4 4 15,4 5-5-15,0 2 2 0,7 0 1 0,3 0 8 16,5-1 0-16,4-9-1 16,4 6 7-16,7-1 1 0,7-1-2 0,7-5 16 15,7-4 1-15,10-3 3 0,9-3 7 16,12-5-3-16,21 0-5 0,-14-9-5 0,4-5-2 16,7-5 4-16,-1-4-3 0,1-4-5 15,0-6-8-15,-4-4-6 0,-5-2-5 0,-4-1-5 16,-2-5-1-16,-5-1-3 0,-3-4-6 15,-5-1 7-15,-3-2 7 0,-6-4 3 0,-7-2-5 16,-1-4-5-16,-11-7-5 0,-3-1-4 16,-7-5-2-16,-5-3-10 0,-7 5-1 0,-5-1 3 15,-3-9-8-15,-7 0-3 16,-7 0-5-16,-4 5 2 0,-3 2 0 0,-7 5-1 16,-7 5-4-16,-8 6-1 0,-11 4 0 15,-4 6-2-15,-7 6-2 0,-5 5 3 0,-6 4-1 16,-7 5-2-16,-1 6-6 0,-20 5-17 15,3 6-22-15,7 6-30 0,4 1-43 16,9 2-56-16,18-3-62 0,5 1-71 0,4 0-201 16,7 0 39-16,3-5-62 0,13-1-35 15</inkml:trace>
  <inkml:trace contextRef="#ctx0" brushRef="#br0" timeOffset="57373.01">19193 7071 1295 0,'-34'10'-108'0,"-9"9"19"0,-2 9 22 16,0 5 26-16,1 10 17 0,-12 20 21 15,6 5 20-15,-2 3 14 0,5 1 9 16,4 3 10-16,15-14 1 0,4-4 0 0,10 1 5 15,4 3-1-15,14-5 0 0,9 2 0 16,10-5-3-16,9-1-4 0,12-6-6 0,20 3-2 16,11-7-1-16,11-7-6 0,8-12 0 15,1-5-6-15,-15-8-2 0,6-9-1 0,4-6-1 16,12-7-2-16,-3-7 0 0,-6-5-5 16,-5-8 0-16,-6-5 0 0,-8-6-4 0,-4-3-2 15,-12-7 3-15,-8-6 3 16,-20 2-5-16,-5-5-3 0,-5-7 1 0,-11-1-6 0,-7-7-3 15,-8-1 2-15,-13-12 1 16,-6 1 0-16,-11 9-1 0,-8 10-1 0,-9 8-2 16,-8 8-4-16,-14 15-7 0,10 12-8 15,-7 13-15-15,-8 7-23 0,-8 9-29 16,-26 9-42-16,-4 12-35 0,5 6-61 0,3 2-203 16,1 0 63-16</inkml:trace>
  <inkml:trace contextRef="#ctx0" brushRef="#br0" timeOffset="60073.31">19713 8582 1035 0,'-24'13'-77'16,"9"-7"9"-16,-18 4 21 0,-1 2 12 0,-4 0 13 15,-13 5 9-15,-1-2 13 16,3 1 2-16,6-6 11 0,7 2 11 0,6-3-3 0,7-1 1 15,6-4 9-15,9 1 13 16,2-4 6-16,6-1-1 0,0 0 2 0,0 0-2 16,50-8-2-16,-14-4-1 0,12-5-4 15,1-2-4-15,7-1-6 0,-1-4-2 0,4 1-2 16,2-2 1-16,-4 1-6 0,1 1-3 16,-7 2 2-16,-7 4-8 0,-12 5 1 0,-7 2 3 15,-6 3-4-15,-5 0 1 0,-5 4 4 16,-4 0-4-16,-5 3 0 0,0 0-1 0,0 0-4 15,0 0 2-15,0 0-2 0,-43 16 1 16,12-2 3-16,3-2-7 0,5-1-2 16,3-3-1-16,7 0-2 0,0-1-2 15,1 0-3-15,7-2-4 0,-3 1 9 16,5-2-8-16,3-4 5 0,0 6 0 0,0-6 3 16,0 0-4-16,0 0 6 0,16 0-2 15,-16 0 2-15,0 0-3 0,23-4 0 0,-13 0-3 16,2 0 1-16,-1 0-10 0,0 2-29 15,1-2-35-15,3-2-46 0,0 1-43 0,2 1-272 16,2-4 54-16</inkml:trace>
  <inkml:trace contextRef="#ctx0" brushRef="#br0" timeOffset="62321.32">20640 15804 1211 0,'2'-16'54'16,"2"3"34"-16,-4 3 20 16,1-1 28-16,1 2 24 0,0 1 18 0,0-2 20 0,3 3 32 15,-5-1 16-15,0 8-10 16,3-12-14-16,-3 7-31 0,0 5-19 0,0 0 0 15,11-4 4-15,-11 4-3 0,16 11 2 16,-8 2-8-16,3 4-9 0,2 7-7 16,-1 2-12-16,-1 3-7 0,-1-4-9 0,-1 4-9 15,-2-6-9-15,-1 0-8 0,-1-1-6 16,-4-1-11-16,1-4-5 0,0 1-10 0,-2-1-2 16,-2 1-5-16,0-1-7 0,-2-2-6 15,-2 1-15-15,4-1-34 0,-1-5-45 16,-3 0-60-16,3 1-88 0,-3-5-103 15,-1 0-111-15,7-6-118 0,-11-2-164 0,11 2 58 16,-13-12-366-16,9 2-477 0</inkml:trace>
  <inkml:trace contextRef="#ctx0" brushRef="#br0" timeOffset="62505.27">20658 15533 2699 0,'-9'-24'-53'0,"7"3"23"0,-3 3 24 15,1 1 24-15,-1-3 18 0,1 3 7 0,-1 1 9 16,0-1-3-16,3 4-4 0,-2 1-5 16,2 2-8-16,2 2-8 0,0-2-14 15,-1 5-33-15,1 5-35 0,0-10-36 16,0 10-55-16,0 0-94 0,0 0-134 16,0 0-91-16,0 0-58 0,0 0-31 0</inkml:trace>
  <inkml:trace contextRef="#ctx0" brushRef="#br0" timeOffset="62804.28">20899 15695 1769 0,'0'0'170'0,"0"0"-20"0,8-6-15 0,-8 6-6 16,0 0 47-16,0 0 34 0,17 17 13 15,-12-5-3-15,4 4-9 0,0 3-2 16,4 10-16-16,-1 1-16 0,-1-1-13 0,-1 2-13 16,1-1-10-16,-4-7-10 0,1 0-17 15,-2-1-8-15,0-1-9 0,-2 0-8 0,-1 3-11 16,1-6-10-16,-2 0-12 0,0-3-33 16,-2 0-56-16,1-4-57 0,-1 4-67 0,0-5-66 15,2-3-66-15,-2-2-106 0,0-5-119 16,0 0-105-16,0 0 49 0,0 0-212 15,0 0-272-15</inkml:trace>
  <inkml:trace contextRef="#ctx0" brushRef="#br0" timeOffset="62956.24">21008 15722 2142 0,'-2'-14'15'0,"0"1"25"16,2 1 31-16,2 2 12 0,0 3 15 15,1-5 7-15,-1 0 0 0,9 1-16 16,-2 0-3-16,5-1-12 0,0 0-8 0,3 4-14 15,1-3-44-15,-4 6-65 0,8 2-82 16,-7-1-112-16,4 4-162 0,-4 0-75 0,-2 0-86 16,1 0-74-16</inkml:trace>
  <inkml:trace contextRef="#ctx0" brushRef="#br0" timeOffset="63140.03">21216 15843 1629 0,'-10'5'116'0,"9"0"11"0,1-5 4 16,-7 9 14-16,7-9 30 0,-4 4 34 0,4-4 10 16,0 0-6-16,0 0-22 15,0 0-13-15,0 0-20 0,0 0-23 0,0 0-28 0,22 4-55 16,-22-4-87-16,16 0-105 16,-6-1-164-16,-10 1-237 0,29 0-16 0,-18-2 67 15,5 2-95-15,-1 0-84 0</inkml:trace>
  <inkml:trace contextRef="#ctx0" brushRef="#br0" timeOffset="63673.19">21881 16003 1946 0,'-20'1'207'0,"20"-1"-28"16,0 0-15-16,0 0-19 0,0 0 2 0,-11 6 2 16,10 0 15-16,1-6-17 0,0 14-19 15,-2-3-6-15,4-1-3 0,-1 4-12 0,1-3 1 16,-2 1-13-16,6 4-5 0,-3-4-10 16,-1-2-5-16,2 2-8 0,-2-2-4 15,2-1-7-15,-2 0-1 0,0-4-3 0,4 0-3 16,-6-5-3-16,13 6-5 0,-13-6-6 15,15 0 1-15,-15 0-3 0,19-5 4 0,-9 2-9 16,-3 0 0-16,3-1-8 0,-10 4-6 16,13-5-1-16,-13 5-7 0,12-3 2 15,-12 3 2-15,13-2 1 0,-13 2 0 16,13 5 5-16,-3-2 1 0,2 1-1 0,-3 1 1 16,0 0 1-16,5 2-1 0,-3-2 2 15,3 2 2-15,-3 1-9 0,2-3 9 16,1 1 11-16,-3-3 4 0,1 2 8 0,-1-3 5 15,0 0 6-15,-1 0 2 0,-10-2 1 16,20-2 1-16,-8-2-2 0,0 2-9 0,-1-6-1 16,-3 1-1-16,1-3-3 0,0-2-8 15,3-5-2-15,-4-2-3 0,-1-10 4 0,2-4-11 16,-4 1-8-16,-1-6-16 16,-1 1-25-16,-1 0-32 0,2 10-39 0,-2 4-59 15,0 3-66-15,0 3-82 0,-2 3-116 16,1 2-163-16,-1 4-73 0,0 1 48 15,0 2-322-15,0 5-411 0</inkml:trace>
  <inkml:trace contextRef="#ctx0" brushRef="#br0" timeOffset="64088.16">22584 15937 2529 0,'2'4'76'0,"-2"-4"34"16,2 7 11-16,-2-7 41 0,0 0 37 0,0 0 23 15,0 0 12-15,0 0-1 16,0 0-14-16,7 6-13 0,-7-6-9 0,0 0-14 16,0 0-9-16,25-6-20 0,-18 0-13 15,5 1-11-15,-1-1-15 0,1-2-10 16,-1-2-14-16,2 0-7 0,-1 1-4 0,-2-2-11 16,-1-2-6-16,-1 2-2 0,0-3-10 15,-3 0-8-15,-1-1 0 0,-2 4-6 0,0 1-2 16,-2 2-3-16,0-1-6 0,0 9-4 15,-10-8-6-15,10 8-4 0,0 0 2 0,-32 13 4 16,14-2 3-16,2 0 5 0,-5 8 9 16,8 0 5-16,1 0-2 15,1 9 6-15,5-6 15 0,0-3 15 0,4-2 0 16,2-3 14-16,2 1-4 0,-2 1 2 16,6-3-11-16,-2 1-3 0,-1 0-2 0,5-3-3 15,-3 2-7-15,4-5-12 0,-2-1-9 16,2 0-39-16,1-2-82 0,1-2-61 0,11 1-64 15,-4-1-104-15,11-1-110 0,-1-2-105 16,15-3-146-16,-3 1-94 0,1-5 77 0,2 2-532 16,-7 0-684-16</inkml:trace>
  <inkml:trace contextRef="#ctx0" brushRef="#br0" timeOffset="64538.09">23495 15794 3137 0,'2'-6'-64'16,"-2"6"45"-16,0 0 44 0,0 0 26 0,0 0 27 16,-10-10 23-16,10 10 20 0,0 0 20 15,-30 10 13-15,14-1 7 0,1 3 2 16,-6 7-6-16,6-2-1 0,3 0-9 0,3 2-8 15,2 0-2-15,2-2-5 0,3 0-5 16,0 3-5-16,4-4-8 0,0 1-7 16,3 2-8-16,0 0-11 0,5-3-9 15,-1 1-5-15,5-2-10 0,-1-1-6 0,0-2-10 16,6 0-33-16,0-4-60 0,4 3-70 16,2-5-79-16,11-2-83 0,4-3-52 0,2-6-116 15,-2-3-179-15,-2-4-36 0,4-10 72 16,-5-4-308-16,-11 2-379 0</inkml:trace>
  <inkml:trace contextRef="#ctx0" brushRef="#br0" timeOffset="64940.01">23945 15499 2363 0,'-11'-24'21'0,"2"4"38"16,2 6 45-16,1 2 45 0,1-1 56 0,-2 5 18 16,4 0 1-16,-3 1-21 0,2 1-16 15,4 6 31-15,0 0 23 0,0 0 1 16,-17 33-12-16,13-12 2 0,-1 14-9 0,1 2-9 15,-2 2-7-15,5 3-6 0,-3 0-9 16,-3-1-2-16,6 0-15 0,-3 2-15 0,2 0-14 16,-2-4-17-16,2 1-9 0,-1-4-10 15,1-1-11-15,-4-8-9 0,4-5-7 0,-2 0-12 16,0-6-3-16,2 1-9 0,0-5 1 16,2-4-5-16,0 2-1 0,-1-3-2 15,1-7-3-15,0 7-10 0,0-7-7 0,0 0-8 16,0 0 0-16,0 0-5 15,15-24 1-15,-7 16-2 0,-5-1-10 0,5 1-1 16,-3 0-1-16,4 1-6 0,-4 3 0 16,3-1-1-16,-1 1-5 0,-7 4 7 0,18-1 1 15,-18 1-5-15,18 5 4 0,-8-2-2 16,5 3 1-16,-5 1-3 0,1 2 6 0,0 0-3 16,1 1-2-16,-1 0-2 0,0 2-6 15,0-1-24-15,-2 2-54 0,-2-1-50 0,5 2-66 16,-2 0-78-16,-3-2-67 0,1-1-86 15,1 3-97-15,1-2-58 0,0 0-159 16,1-3 27-16,4-3-557 0,-1-1-737 16</inkml:trace>
  <inkml:trace contextRef="#ctx0" brushRef="#br0" timeOffset="65308.94">24323 15913 3468 0,'-7'-7'-43'0,"0"4"28"0,1 0 31 15,6 3 41-15,0 0 29 0,-14-5 26 0,14 5 9 16,0 0 4-16,-16 8 8 0,9-3-1 16,3 4 5-16,-1-1-2 0,-1 1-2 15,3 1 0-15,3 0-6 0,-2-1-10 16,2 1-6-16,0 0-10 0,4 2-9 0,-3-4-8 0,5 1-10 16,1 3-4-16,2-6-7 15,-2 2-3-15,2-2-4 0,0-1-10 0,4-1-3 16,-2-3-2-16,-11-1-9 0,21-1-5 15,-12-3-1-15,1-4-10 0,0 1-3 16,-1-7-4-16,0-3 0 0,-1-3 2 0,0-9-4 16,-3-2-1-16,3-2 0 0,-7 8-1 15,4 3-1-15,-3 5 2 0,-2 4-2 0,2 2-7 16,-2 4-5-16,-2 0-3 0,2 7-9 16,-8-6-20-16,8 6-39 0,0 0-56 15,0 0-59-15,-29 12-65 0,22-5-68 16,-1 1-95-16,1 2-135 0,1 4-95 0,2-2 55 15,0 0-319-15,4-2-396 0</inkml:trace>
  <inkml:trace contextRef="#ctx0" brushRef="#br0" timeOffset="65654.96">24687 15853 2505 0,'0'0'25'16,"0"0"34"-16,0 0 33 0,0 0 35 0,0 0 32 15,0 0 4-15,-36 14-4 0,27-7-11 16,6 2-14-16,-4-1-12 0,1 3-6 16,5-2-10-16,-1-1-13 0,0 0-8 0,2 2-7 15,2-3-12-15,0 3 0 0,-1-4-6 16,5 0-5-16,1 1-3 0,-4-1-4 16,6-2-4-16,-9-4-3 0,18 3-5 15,-5-3-1-15,-13 0-6 0,23-7-6 0,-10 1-6 16,1-1-2-16,-3-3-4 0,0 2 2 15,3-6 0-15,-9 0-3 0,3-1 1 0,-2-4-1 16,0 0-2-16,-3 2 2 0,-1 3 2 16,0 1-9-16,0 1-5 0,-2 3-10 15,-4 1-15-15,4 8-24 0,-5-12-30 16,-4 10-45-16,9 2-50 0,-18 2-65 16,18-2-76-16,-19 5-91 0,9 0-146 0,3 2 1 15,-3-2-233-15,4 2-275 0</inkml:trace>
  <inkml:trace contextRef="#ctx0" brushRef="#br0" timeOffset="66004.59">25116 15727 2305 0,'0'0'64'0,"-11"-7"14"0,11 7 22 15,-11-2 37-15,11 2 35 0,0 0 8 16,-32 9 14-16,18-2-3 0,1 0-1 0,-1 3-4 15,3-2-4-15,2 3-13 16,-2-1-16-16,8 0-14 0,-1 1-12 0,2-1-11 16,0 2-10-16,4-2-6 0,2 5-11 15,1-2 11-15,1 2 9 0,1-1-4 16,-4-1-5-16,3 3 6 0,-1-2 8 0,1 1-7 16,0 0 3-16,-2 1 0 0,0-2 9 15,-2-1 10-15,-1 3-24 0,-2-1 8 0,-3 2-15 16,-2-1-10-16,2-1-6 0,-6 2-10 15,1 0-7-15,-1-3-4 0,-3-2-1 0,0 0-14 16,-1-2-1-16,1-1-7 0,-1-4-41 16,0 0-45-16,0-3-57 0,1-2-77 15,-5-4-80-15,5-3-92 0,4-3-89 16,1-4-119-16,2-1-178 0,6-4 40 0,2-1 78 16,2-3-412-16,1 3-507 0</inkml:trace>
  <inkml:trace contextRef="#ctx0" brushRef="#br0" timeOffset="66387.97">25290 15813 3039 0,'0'0'32'0,"0"0"34"0,0 0 67 15,0 0 49-15,11 10 28 0,-11-10 11 16,3 7-8-16,-3-7-7 0,3 8-15 0,-3-8-15 16,4 10-18-16,0-5-9 15,-1 1-16-15,-3-6-13 0,6 10-9 0,-2-7-14 16,-4-3-5-16,10 9-9 0,-6-6-7 15,-4-3-6-15,0 0-5 0,11 6-3 0,-11-6-14 16,0 0-13-16,0 0-6 0,21-11-11 16,-19 4-12-16,0 0-3 0,-1-3-3 15,-1 10-3-15,0-15-1 0,-3 8-4 0,-1 2-1 16,4 5-2-16,-18-5 3 0,6 5 0 16,12 0 3-16,-33 10 1 0,17-2 18 0,2 4 17 15,0 1 21-15,1 0 17 0,4 2 22 16,0-3 9-16,4 2 17 0,-1 3 10 15,4-6-4-15,2 1-9 0,0-1-8 0,2 1-10 16,4 0-10-16,-2-3-4 0,1 3-13 16,2-3-6-16,-2 2-7 0,2-3-18 15,3-1-57-15,-4 0-68 0,2 0-71 0,1 0-88 16,0-1-104-16,-1 1-120 0,2 0-140 16,-3-2-189-16,-1 0 67 0,0 0-604 15,-2-1-791-15</inkml:trace>
  <inkml:trace contextRef="#ctx0" brushRef="#br0" timeOffset="67371.45">25910 15870 3904 0,'0'0'-13'0,"0"0"0"16,0 0 21-16,0 0 49 0,0 0 33 15,0 0 30-15,13 26 12 0,-4-10 12 0,1 3 4 16,7 8 9-16,-5 1 4 16,2 1 1-16,-2-3-2 0,-2-4 3 0,-5-2 15 15,1-2 3-15,-4-3 17 0,-1 0 2 16,-1 1 11-16,0-2-2 0,-3-1 1 0,-3 1-2 16,1-4-9-16,-4 0-15 0,2-3-13 15,-2 1-17-15,0-4-16 0,-3-2-14 0,12-2-9 16,-25-2-16-16,12-5-67 0,0-5-32 15,-1-2 0-15,-1-13 0 0,3 1 0 0,7 3 0 16,1 0 0-16,2 6 0 0,-2 0 0 16,4 3 0-16,-2 1 0 0,2 3 0 15,0 1 0-15,0 9 0 0,8-12 0 16,-3 9 0-16,-5 3 0 0,20 0 0 16,-20 0 0-16,30 6 0 0,-9 0 0 0,0 2 0 15,-4-1 0-15,4 0 0 0,-6 0 0 16,2-3 0-16,-3 2 0 0,-1-1 0 0,-1-2 0 15,-5 1 0-15,1-1 0 0,-8-3 0 16,15 4 0-16,-15-4 0 0,10 3 0 0,-10-3 0 16,0 0 0-16,0 0 0 0,21-7 0 15,-16-1 0-15,3-3 0 0,1 0 0 16,-1-3 0-16,2 4 0 0,-5 1 0 0,2 1 0 16,0 0 0-16,-3 2 0 0,-4 6 0 15,7-11 0-15,-3 7 0 0,-4 4 0 16,7-6 0-16,-7 6 0 0,0 0 0 15,18-2 0-15,-18 2 0 0,0 0 0 0,23 4 0 16,-23-4 0-16,15 4 0 0,-5-1 0 16,-10-3 0-16,13 2 0 0,-13-2 0 0,11 2 0 15,-11-2 0-15,15 0 0 0,-15 0 0 16,13 2 0-16,-13-2 0 0,12 2 0 0,-12-2 0 16,11 2 0-16,-11-2 0 15,13 4 0-15,-4 2 0 0,-4-2 0 0,4-2 0 16,-9-2 0-16,18 8 0 0,-11-5 0 0,1 1 0 15,2-2 0-15,-3 2 0 0,3 0 0 16,-10-4 0-16,17 2 0 0,-6 0 0 16,5-1-68-16,-3 1-225 0,3 0-75 15,2-1-76-15,1 1-30 0,-4 0-79 0,5-4-128 16,-4-1-110-16,4-2 73 0,-3-1-575 16,4 0-751-16</inkml:trace>
  <inkml:trace contextRef="#ctx0" brushRef="#br0" timeOffset="67620.07">27013 15613 3531 0,'0'-6'-19'0,"0"6"30"0,0 0 53 0,0 0 59 15,0 0 47-15,-36 29 36 16,18-3 12-16,2 5 8 0,-6 10 11 0,3 3 10 16,2 8-20-16,0-1 3 0,0 5 6 15,3 5-7-15,3-1-21 0,-1 0-16 0,3-1-19 16,2 1-19-16,-4-4-15 0,0-2-13 15,4-4-15-15,0-11-14 0,-4-1-29 16,6-4-37-16,-3 1-55 0,-1-6-62 0,-1-6-57 16,3-2-59-16,-3-1-69 0,4-7-71 15,-3-1-70-15,-1-3-91 0,-2-6-94 16,3-3-100-16,9 0 32 0,-21-14-455 16,10-2-589-16</inkml:trace>
  <inkml:trace contextRef="#ctx0" brushRef="#br0" timeOffset="67804.46">26582 15937 3280 0,'0'-20'29'0,"0"5"37"16,-2 4 59-16,2 1 36 0,0 3 28 16,0 7 2-16,-1-9-13 0,1 9 17 0,0 0-5 15,0 0-16-15,0 0-19 0,0 0-14 16,0 0-13-16,32 16-15 0,-25-6-20 16,4 1-48-16,1-1-67 0,1 5-64 0,-2-2-79 15,3 1-81-15,1 1-92 0,-5-5-112 16,1-2-177-16,0 5 4 0,0-3 67 0,-2 2-240 15,2 0-284-15</inkml:trace>
  <inkml:trace contextRef="#ctx0" brushRef="#br0" timeOffset="68603.33">27843 15137 2593 0,'0'-8'209'0,"0"1"-16"16,0 7-19-16,-2-6-1 0,2 6 44 16,0 0 34-16,-1 37 16 0,-1-12 12 15,0 18 3-15,0 3-7 0,2 14-14 16,2 2-13-16,2-2-19 0,-1-2-22 0,3-3-20 16,-1-10-14-16,0 8-15 0,-1-11-9 15,-1 1-1-15,1-1-16 0,0-1-13 16,-4-4-11-16,0-7-10 0,0-5-9 0,-4 1-10 15,0-3-5-15,1-1-6 0,-5-1-9 16,5-3-21-16,-6-3-20 0,4 1-36 0,-3-4-25 16,-2 0-36-16,1-2-21 0,0-4-17 15,-3-3-7-15,1-3-2 0,0-2 3 0,-5-5 6 16,1-5 8-16,-6-10 10 0,1-3 12 16,6-1 8-16,0-1 12 0,5 4 13 15,-1 4 17-15,7 5 25 0,-3 0 24 16,1 3 1-16,2 3 6 0,1-2 3 0,0 3 3 15,-2 0-3-15,4 2-2 0,0 5 2 16,0-12 3-16,6 7-6 0,-1 0-1 16,6 0-2-16,0 0 3 0,4-2 0 0,2 2-7 15,2-4 1-15,2 2-1 0,0 3-4 16,-2-3-3-16,0 3-1 0,-2 1-2 0,1 3 0 16,-5 0 0-16,3 1 0 0,-2 3 1 15,-3 3 6-15,3 1-7 0,-3 1 0 0,1 3 1 16,-4 0-2-16,1 5 2 0,0 0-3 15,0-1 1-15,-4 0-1 0,3 3 6 16,-1-4-3-16,-1-1-1 0,0-2-2 16,0 1 1-16,-5-5 2 0,5 3 2 15,-1-5 3-15,0 2 0 0,1-4 6 0,1 0 3 16,-7-4-3-16,18 0 0 0,-18 0 4 16,22-8-5-16,-10 6-2 0,-1-4-2 0,-2 3-3 15,-1 2 3-15,0-4 1 0,-3 3 0 16,-5 2-1-16,11-4-4 0,-11 4 21 0,0 0 22 15,20 6 4-15,-20-6-5 0,13 5 4 16,-9-1 14-16,2 0 9 0,-1 0 5 0,1 0 0 16,1 2-4-16,2-1 12 0,-6 0-8 15,5 0-12-15,-3-1-1 0,1-1-3 16,-6-3-7-16,12 7 1 0,-7-5 2 16,-5-2-12-16,11 1-2 0,-11-1-2 0,0 0-5 15,24-7-3-15,-17 4 1 0,-1-4-7 16,4-5-3-16,-3-1-12 0,0-4-21 15,4-1-30-15,-2-13-49 0,0-2-70 0,3 1-57 16,-3-4-59-16,2-4-74 0,1 3-77 16,1 1-76-16,-1 2-122 0,1 5-187 0,-2 6 71 15,0 8-608-15,-2 4-800 0</inkml:trace>
  <inkml:trace contextRef="#ctx0" brushRef="#br0" timeOffset="68905.42">28625 15862 3661 0,'-2'7'-11'0,"2"-7"32"0,0 0 42 0,-4 8 49 16,4-8 44-16,0 0 29 0,0 0 11 15,0 0 7-15,0 0 17 0,6 9 1 16,-6-9-8-16,11 4-16 0,-11-4-18 0,16 1-7 16,-16-1-18-16,25-3-6 0,-11-1-9 15,2-1-22-15,4 0-14 0,0-2-11 0,-1-1-2 16,0-3-8-16,-4 3-6 0,2-4-6 15,-3-3-6-15,-3 3-3 0,1-5-5 16,-5 1-9-16,-1-1-5 0,-4-2-5 16,0 2-2-16,-4-3-11 0,-6 0-4 0,1 3 1 15,-7 1-11-15,1 5-2 0,-1-1-20 16,1 4-40-16,1 2-49 0,-1 4-51 16,2 2-69-16,-1 0-79 0,1 5-86 0,-3 2-87 15,0 5-113-15,-9 5-179 0,3 2 69 16,2 5-508-16,2 1-668 0</inkml:trace>
  <inkml:trace contextRef="#ctx0" brushRef="#br0" timeOffset="69753.17">29767 15166 3319 0,'2'-25'-43'0,"-1"6"29"0,1 3 39 16,0 4 41-16,-2 1 21 0,2 3 7 16,-2 2-10-16,0 6-4 0,0 0 50 15,0 0 44-15,0 0 16 0,2 46 8 0,-4 9 6 16,-2 15-9-16,2 5-4 16,1 5-12-16,-3-2-15 0,1 4-16 0,3 3-8 15,0 16-24-15,3-18-5 0,-1-1-11 16,1-5-15-16,3-1-7 0,-4-5-7 0,0-10-8 15,-2-2-1-15,0-16-11 0,-4-2-20 16,0-7-33-16,2-7-31 0,-1-6-31 0,-2-4-38 16,1-2-58-16,-1-4-67 0,1-5-71 15,1-4-42-15,3-2-35 0,0 0-18 16,-14-19-19-16,10 1-1 0,-2-17-19 0,5-6-34 16,-5-15-440-16,4-5-386 15</inkml:trace>
  <inkml:trace contextRef="#ctx0" brushRef="#br0" timeOffset="69986.94">29736 15818 2288 0,'4'-38'-74'0,"-2"7"51"0,0 7 43 15,0 1 35-15,-1 4 24 0,3 2 12 16,3-1 14-16,0 4 15 0,4 3 12 16,-2 1 25-16,5 4 4 0,1 4 5 15,1 0-8-15,2 6-7 0,3 2-1 0,2 1-9 16,2 9-19-16,-2-2-4 0,0 2-6 16,-8-2-2-16,-2 1 4 0,-5-2 8 0,-5 1 10 15,1-2 4-15,-4 1 1 0,-6 1-7 16,3 1-5-16,-5-1-17 0,-1 0-8 15,1-2-13-15,-3-2-8 0,0 0-8 16,-1-3-13-16,1-2-48 0,-1-1-70 0,2-4-83 16,10 0-79-16,0 0-67 0,-16-14-59 15,16 2-85-15,3-7-97 0,5-1-102 16,9-8 54-16,-2-1-277 0,5 5-339 0</inkml:trace>
  <inkml:trace contextRef="#ctx0" brushRef="#br0" timeOffset="70323.53">30129 15603 2212 0,'0'0'-44'0,"13"8"46"15,-13-2 41-15,0-6 34 0,0 15 36 16,-2-6 30-16,-2 4 25 0,2-1 19 16,1 2 7-16,-1 1-4 0,2-1 5 0,-2 4-13 15,2-4-8-15,2 1-13 0,0-3-11 16,-1 2-14-16,1-1-15 0,2-3-11 16,0 3-10-16,-1-3-8 0,1-2-5 15,2 1-9-15,2-2-9 0,-1-2-5 0,3-1-4 16,0-3-6-16,-10-1-5 0,20 3-2 15,-20-3-3-15,19-8-2 0,-9 3-1 16,-3-4-5-16,1-4-2 0,-4-1-3 0,0-3-2 16,-4-4-6-16,-2-3 0 0,-2 2-5 15,-1-2 1-15,-4 3-8 0,0 4-2 0,-2 1-4 16,-1 6-11-16,1 2-19 0,-3 4-25 16,3 4-41-16,11 0-39 0,-29 4-54 15,18 1-45-15,1 4-41 0,3-1-37 0,-1 0-30 16,5 1-15-16,1-1 0 15,2-2 10-15,0-6 15 0,4 11 12 0,3-9-455 16,-2 0-258-16</inkml:trace>
  <inkml:trace contextRef="#ctx0" brushRef="#br0" timeOffset="70654.53">30163 15708 1911 0,'15'-2'-103'0,"-1"0"43"0,-14 2 45 0,20-4 30 15,-10 4 31-15,-10 0 24 0,17-2 15 16,-17 2 18-16,17 0 21 0,-17 0 16 16,19 4 17-16,-7 0 3 0,-3 2 13 0,-1 2 7 15,2 2-1-15,-1 1 3 0,0 2-6 16,1 3-13-16,0-2-13 0,-1 4-14 15,-2-1-15-15,3 2-10 0,-2 0-14 0,-1 0-9 16,0-1-4-16,0-4-16 0,-1 1-16 16,-1-4-22-16,1-1-33 0,-5 0-27 15,5-2-28-15,-1-4-11 0,-3 1-20 16,-2-5-21-16,0 0-11 0,0 0 0 0,0 0 14 16,0 0 8-16,26-17 12 0,-20 7 9 15,-1-3 9-15,1-1 22 0,3-3 22 16,3-2 20-16,-3 4 34 0,-3 2 23 0,2 1 16 15,-2 4 18-15,-2-1 5 0,-1 3-3 16,3 1 24-16,-6 5 1 0,0 0-3 0,0 0-8 16,15 0-8-16,-15 0-12 0,10 13-6 15,-7-6-10-15,1 1-13 0,0 1-36 16,-2 3-51-16,-2-4-64 0,2 5-66 16,-2-1-80-16,0-2-100 0,0-3-129 15,0 4-118-15,-2-5 43 0,2-6-217 0,0 13-254 16</inkml:trace>
  <inkml:trace contextRef="#ctx0" brushRef="#br0" timeOffset="70803.77">30620 15644 2282 0,'-3'-8'46'0,"1"1"6"0,-3 3 3 16,5 4 5-16,-2-8-5 0,2 8-8 15,0 0-20-15,-1-9-38 0,1 9-46 0,0 0-49 16,0 0-73-16,0 0-89 15,0 0-88-15,0 0-204 0,24 19-63 0</inkml:trace>
  <inkml:trace contextRef="#ctx0" brushRef="#br0" timeOffset="71203.96">30778 15940 1501 0,'0'14'8'0,"0"-6"34"16,0 0 30-16,-1-1 29 0,1-7 21 0,-2 10 23 15,2-10 4-15,0 8 17 0,0-8 0 16,0 0 8-16,-2 8 2 0,2-8-1 0,0 0 6 15,0 0-2-15,0 0-17 0,0 0-8 16,0 0-17-16,0 0-12 0,11-20-3 16,-7 6-16-16,1-3-10 0,2-4-9 15,0-12-5-15,0 2-1 0,1 0 8 16,-2 8 15-16,0 5 21 0,-4 5 6 0,1 1 5 16,-1 1-3-16,0 3 0 0,0 1-6 15,0 0-6-15,0 0-12 0,-2 7-11 0,1-12-11 16,-1 12-5-16,6-9-9 0,-6 9 10 15,6-5 8-15,-6 5 4 0,12-4 12 0,-12 4-4 16,17 0 3-16,-17 0 3 16,20 2 8-16,-8 0 5 0,0 3-6 0,0 2-5 15,0 2 1-15,0 1-4 0,0 0-8 0,-1 4-11 16,-4 0-7-16,3 1-9 16,-2-1-7-16,-1 5-4 0,2 1-11 0,5 8-7 15,1 3-7-15,2-4-37 0,7 0-56 16,-2 0-79-16,-1-2-100 0,-2-4-116 0,-4-3-113 15,-3-4-130-15,-6 0-177 0,-3-2-54 16,-3 0 85-16,-3-2-576 0,-8 2-774 16</inkml:trace>
  <inkml:trace contextRef="#ctx0" brushRef="#br0" timeOffset="72053.67">20343 16895 3720 0,'-17'18'-133'16,"-2"3"21"-16,1 3 32 0,1 4 18 0,5-3 18 15,3 0 17-15,5-8 9 0,3 1 5 16,2 1 6-16,7 2 3 0,8 1 2 16,4-1-3-16,5-3 6 0,2-4 4 0,-2-5 2 15,0-6 9-15,-5-3 4 0,7-3-3 16,5-6 0-16,0-1-1 0,-1-4 4 0,-6-1-6 15,-8-1 20-15,0 1-2 0,-5-1 20 16,-5-1 8-16,-1 3-4 0,-2-5-10 16,-4 2-3-16,0-1-1 0,-4-5-12 0,-4 1-2 15,-3-5 3-15,1 6 3 16,1 4-19-16,0-1 4 0,-1 3 1 0,-2 3-5 16,3 6-31-16,-1-1-24 0,1 7-36 15,9 0-39-15,-21 5-50 0,11 1-64 16,1 5-101-16,1-1-184 0,2 0-7 0,4 0-124 15,2-1-143-15</inkml:trace>
  <inkml:trace contextRef="#ctx0" brushRef="#br0" timeOffset="72353.02">20821 16887 1962 0,'0'0'57'0,"9"8"11"0,-3 2 22 0,-1 2 13 0,-2 1 8 16,3 5 2-16,-1 0 7 15,3 3-13-15,-3-1-4 0,4 1-12 0,-2-1-5 16,0 3-10-16,-1-4 5 0,0-3-5 16,0-2 8-16,-2-1 4 0,-3-3 32 15,1 1 9-15,2-3 26 0,-2-1 31 0,2 0 28 16,-4-7-16-16,0 0-22 0,0 0-17 16,0 0-19-16,0 0-16 0,-12-39-12 0,11 6-18 15,-5-6-9-15,2-7-27 0,3-12-35 16,-4-4-37-16,3-2-45 0,-2-6-53 15,1 2-27-15,3 7-29 0,0 14-15 16,2 10-30-16,1 8-45 0,1 8-58 16,1 5-30-16,-2 9-64 0,1 1-141 0,0 6 9 15,-4 0-165-15,0 0-200 0</inkml:trace>
  <inkml:trace contextRef="#ctx0" brushRef="#br0" timeOffset="72519.2">20927 16951 2011 0,'-3'10'46'0,"-3"-1"12"0,4-4 21 16,2-5 22-16,-2 9 23 0,2-9 15 0,-1 6 1 16,1-6-16-16,0 0-11 0,0 0-13 15,0 0-14-15,0 0-14 0,13 5-18 16,-13-5-35-16,0 0-58 0,26-3-68 16,-8 3-74-16,-3 0-111 0,4 0-202 15,2 2-1-15,-2-2-69 0,0 3-66 0</inkml:trace>
  <inkml:trace contextRef="#ctx0" brushRef="#br0" timeOffset="72869.57">21578 16980 1658 0,'0'0'112'0,"0"0"-4"0,0 0-9 16,5 21 38-16,-3-15 29 0,2 3 20 15,-2-1-8-15,3 6 22 0,4 0 5 0,-2-1 0 16,2 3 2-16,3-3-10 0,-1 1-7 16,0-2 0-16,1-1-2 0,-1-1 8 0,-1-2-7 15,0-1 2-15,-1-3 4 0,0 2 5 16,3-6 12-16,-12 0-3 0,24-2-10 16,-13-2-19-16,1-4-13 0,8-3-21 0,-1-7-11 15,2-3-9-15,-2-2-17 0,-4-4-8 16,-1-2-11-16,0-4-10 0,-2-1-15 0,0 0-35 15,-5-4-48-15,1 3-40 16,-4 2-41-16,0 7-42 0,-3 7-61 0,-1 3-76 16,2 5-85-16,0 3-67 0,0 3-76 15,-2 5-100-15,0 0-100 0,0 0 57 0,0 0-368 16,7 21-492-16</inkml:trace>
  <inkml:trace contextRef="#ctx0" brushRef="#br0" timeOffset="73503.16">22334 17152 2713 0,'0'0'83'15,"0"0"34"-15,0 0 21 0,0 0 18 16,0 0 24-16,0 0 10 0,0 0 1 16,-5-23-16-16,5 23-16 0,5-9-16 0,3 3-15 15,-3 0-10-15,6-2-12 0,-2 2-8 16,2-3-13-16,-1 1-8 0,1 0-7 0,-4 1-5 15,3 0-2-15,-4 0-6 0,2 3 8 16,-5-4-1-16,-3 8-3 0,6-12-3 16,-4 7-2-16,-2 5 2 0,-4-12-5 0,4 12-7 15,-7-10-7-15,-1 8-7 16,8 2-15-16,0 0-1 0,-37 20-6 0,15-2 3 0,1 8-5 16,1 3-2-16,0 10 7 15,6-4 0-15,7 1 2 0,1-2 2 0,4-3 2 16,4-4 9-16,6 4 4 0,-3 0 7 15,7-4 9-15,-1-4 7 0,0-5 7 16,3-3 1-16,-1-3-7 0,3-2 2 0,-3-3 0 16,4-2-2-16,0-4-5 0,1-1-2 15,3-4-5-15,-3-2-2 0,4-2-3 0,4-7-5 16,-3-2-2-16,-4-3 1 0,-2 3-1 16,-4-7 2-16,-1 3-2 0,-2 2-12 15,-7-6 0-15,1 1-1 0,-4 0-2 0,-2 0 2 16,0 5-1-16,2 2 1 0,-1 0 9 15,-1 4-6-15,2 2-5 0,-2 1-9 16,0-2-1-16,2 7-2 0,-2-5-1 16,2 10-5-16,0-12-1 0,0 12-5 0,0-9 1 15,0 9 2-15,4-8 1 0,-4 8-1 16,5-5 2-16,-5 5-2 0,0 0 0 16,0 0 5-16,18 0-5 0,-18 0 3 0,0 0-1 15,26 9 4-15,-16-1-6 0,-1 1 4 16,2 3 5-16,1 1-5 0,-1 5-1 0,1 1-2 15,-2 0-11-15,-1-1-17 0,-4 2-31 16,6 0-32-16,-4-1-29 0,0 0-39 16,1-4-43-16,-4-3-47 0,4 3-33 15,-3-3 8-15,4 1-39 0,0-3-54 16,-4 1-67-16,3-5-1 0,-3-3-27 0,1 0-122 16,-6-3-375-16,0 0-441 0</inkml:trace>
  <inkml:trace contextRef="#ctx0" brushRef="#br0" timeOffset="74019.07">22916 16829 2379 0,'1'-33'-118'0,"-1"6"52"0,0 7 41 16,2 2 40-16,2 3 32 0,-4 1 25 15,-2 2 15-15,2 4 5 0,2-1-7 16,-2 9 16-16,0 0 36 0,0 0 7 0,0 0 7 16,0 0 9-16,12 29-3 15,-10-7-10-15,3 13-7 0,-1 0-9 0,0 0-16 0,1 2-9 16,1 2-11-16,4-3-10 15,-3 0-7-15,3 2-9 0,2-3-9 0,-1 0-8 16,0-4-3-16,-1 0-20 0,-5-8-27 16,3-2-31-16,-4 0-20 0,-1-4-28 15,2-2-23-15,-3 0-25 0,0-1-17 0,-1-1-14 16,-1-5-17-16,-1-1-18 0,1-7-2 16,-9 6-1-16,9-6 0 0,0 0 1 0,-18-17 22 15,8 2 12-15,0-2 25 0,1-2 27 16,2 2 21-16,-3-2 19 0,0 0 18 0,5 4 17 15,-1 0 21-15,2 2 10 16,0 3 2-16,0 2-1 0,2 1-1 16,1-1 17-16,1 8 14 0,1-12 11 0,-1 12 7 15,10-11 6-15,-2 5-1 0,1-4-2 16,2 2 7-16,3-1-5 0,1 1 17 0,4 0-4 16,1-2-9-16,-2 3-5 0,0-1-7 15,-3 6-4-15,-2 4-8 0,2 2-2 16,1 2 2-16,-1 4-6 0,-1 7-1 0,-2 8-1 15,2 2-2-15,-1 6 1 0,-2 0 0 16,3 4 1-16,1-1 8 0,-1 2 6 16,-1-2-11-16,2 7 6 0,-2-8-2 0,-1-2-4 15,0 0-17-15,-5-4-33 0,-2-5-39 16,-1-4-41-16,-1-2-56 0,-1-5-85 16,-2 1-132-16,-2-3-123 0,-1-5-79 15,3-6-77-15</inkml:trace>
  <inkml:trace contextRef="#ctx0" brushRef="#br0" timeOffset="74186.07">23262 16968 1793 0,'-9'-15'107'0,"1"5"5"0,3 3 8 16,-2 0 9-16,4 2-10 0,3 5-13 15,-8-7-15-15,8 7-27 0,-2-7-32 16,2 7-25-16,0 0-43 0,0 0-57 15,0 0-75-15,0 0-95 0,15 17-155 0,-6-10-161 16,-4 2-80-16</inkml:trace>
  <inkml:trace contextRef="#ctx0" brushRef="#br0" timeOffset="74419.39">23531 17088 1710 0,'-8'6'62'0,"-1"4"12"15,1-2 22-15,2 0 23 16,3 3 23-16,-3 1 13 0,1 1-1 16,1 5-3-16,-1-3-16 0,3 3-8 0,1-1-16 15,1 1-8-15,1 1-18 0,-1 0-8 16,2-2-15-16,3 5-31 0,-3-5-29 0,1 1-37 16,-1-3-31-16,4-1-40 0,-1-1-39 15,3-3-47-15,-4 0-53 0,6-3-43 16,-5-1-60-16,2-2-323 0,-7-4-165 15</inkml:trace>
  <inkml:trace contextRef="#ctx0" brushRef="#br0" timeOffset="74924.5">23658 17265 1802 0,'5'-7'-9'0,"-3"2"17"16,-2 5 33-16,0 0 33 0,0 0 28 0,0 0 19 16,0 0-3-16,-2 24-2 0,2-15-9 15,0-1 2-15,0 2-18 0,2-1-4 0,0 1-9 16,-1-2-10-16,3-1-5 0,0 0-3 15,0 0-1-15,-4-7-9 0,11 7 0 16,-5-4-7-16,-6-3-2 0,0 0-3 0,20-4 0 16,-8-2-9-16,-2-2-1 0,-1-5-1 15,-1 1-8-15,1-6-13 0,-1-3-2 0,4-10-7 16,-3-5-2-16,-2-3-7 16,3-2 0-16,-6 2 4 0,4-2-1 0,-5 9 3 15,3 8 13-15,-4 7 4 0,-2 2 3 16,2 4 1-16,-4 5-3 0,2 6-2 15,-2-7 3-15,2 7 0 0,0 0 4 0,0 0 3 16,0 0 1-16,-17 22-2 0,13-10-6 16,2 0 0-16,-2 0-2 0,2-2-5 15,4 2 3-15,6 0-1 0,-2 3 1 0,3-1-4 16,4 3 4-16,12 6 4 0,2-2 19 16,0 1 0-16,9 3 13 0,0 4 1 0,-2-1 9 15,3 3-4-15,-7 1 20 16,-6-6 9-16,-2 0 0 0,-7 1 10 0,2 0 21 15,-3 0 24-15,-9-5 21 0,3-3 20 0,-6-4 14 16,-2 1 8-16,0-1-3 16,-6 1-2-16,1-3-7 0,-5 4-13 0,-4-1-20 15,3-2-12-15,-4 1-13 0,-2-3-16 16,0-2-9-16,-5 0-19 0,6-3-31 0,-4 1-43 16,5-4-46-16,-2-2-52 0,4 0-69 15,-5-4-89-15,6-2-70 0,-4-2-67 0,5-5-76 16,-3-1-91-16,5 0-174 0,-1 0 58 15,2 2-400-15,2 0-539 0</inkml:trace>
  <inkml:trace contextRef="#ctx0" brushRef="#br0" timeOffset="75438.1">25046 16990 2853 0,'-9'-3'36'0,"9"3"20"15,-16-1 1-15,16 1 0 0,0 0 19 0,-17 13 19 16,12-3 17-16,-4 4 13 16,6 1-8-16,-1 4-4 0,0 3-12 0,4 1-5 15,2 0-11-15,-2 1-10 0,4-1-2 16,1 0-5-16,1-1-10 0,1 0-8 0,0-2 2 15,-2-1-12-15,3-3 6 0,0-3-12 16,1-1-3-16,-1 0-2 0,1-3 3 16,-1-1-11-16,3-6 3 0,0 0-11 0,-11-2-12 15,25-2-11-15,-7-3-9 0,-3 0-4 16,0 1-3-16,-2-1-5 0,1 2 3 0,-3-1 1 16,-1 3 4-16,-10 1-4 0,0 0 27 15,23 7-17-15,-16-1 2 0,1 3 12 16,2 4 16-16,-1 2 5 0,3 3 3 0,-1-3-4 15,0 3 7-15,3-2 4 16,-3-1 8-16,5 0-4 0,-3-2 6 0,-3-5 1 16,1 0 2-16,0-2 6 0,-1-1-2 15,-1-3 1-15,2-2 3 0,-11 0-11 0,24-5-1 16,-13-3-4-16,3 2-2 0,-5-6-3 16,3-3-3-16,-1-2-21 0,-4-3-28 0,5-9-27 15,-3-6-32-15,-1 0-60 0,-3-5-37 16,6-1-41-16,-4 2-38 0,-2 1-45 15,3 6-80-15,-4 6-152 0,0 6-17 0,0 7-239 16,1 3-281-16</inkml:trace>
  <inkml:trace contextRef="#ctx0" brushRef="#br0" timeOffset="75843.24">26054 17135 2367 0,'-6'5'107'0,"6"-5"20"16,-3 9 12-16,3-9 12 0,-6 5 6 0,6-5-1 16,0 0-5-16,0 0-21 0,0 0-14 15,0 0-8-15,0 0-15 16,0 0-2-16,0 0-11 0,9 8-7 0,-9-8-10 16,0 0-2-16,0 0-7 0,29-8-3 15,-22 3-6-15,4-1-3 0,-4 0 2 0,-2-4-9 16,3 1-1-16,-5-1-18 0,2 0-2 15,-1 6-1-15,-2-5 1 0,-2 9-9 16,0-11-4-16,0 11-1 0,0 0 2 0,0 0-2 16,-33 13 1-16,14 6-2 0,-4 0 6 15,4 5 7-15,-4 3 7 0,8-2 5 0,0 3 3 16,1-1-7-16,8-3 4 0,3-3 5 16,-1-3 8-16,4 3 0 0,2-2 5 0,0-1-9 15,1-1-1-15,3-3 0 16,0 1-7-16,4-1-3 0,-1-2-18 0,3-1-44 15,-1-5-50-15,7 6-42 0,0-6-15 16,12 5-34-16,8-5-68 0,3-2-92 16,1-4-131-16,2-4-141 0,3 1 62 0,8-7-180 15,5-4-222-15</inkml:trace>
  <inkml:trace contextRef="#ctx0" brushRef="#br0" timeOffset="76736.11">27201 17106 2003 0,'-5'-10'73'0,"-3"5"32"0,2 1 28 0,6 4 13 15,-11-6 25-15,11 6 4 16,-15 0 9-16,-1 6 5 0,3 5-3 0,-8 9-3 16,0-1-11-16,2 8-9 0,4 0-10 15,4 1-14-15,0 2-13 0,6-4-9 16,3-2-14-16,0-4-9 0,4 1-6 0,0 1-9 15,2-3-4-15,2 0-10 0,1-1-4 16,-1-3-7-16,-1-1-4 0,6-2-4 0,-2-2-6 16,2-3 0-16,-2 0-5 0,3-4-2 15,1-1-5-15,1-2-1 0,-14 0-1 16,29-9-4-16,-13 0-1 0,4-1-1 16,3-7-1-16,-1-2-4 0,-4 3 1 15,-6 2-6-15,4 3 3 0,-5 1-4 0,1 2 2 16,-2 1-4-16,-1 1 4 0,-1 2 11 15,1 0 12-15,-9 4 17 0,19 0 2 0,-9 6 3 16,-1 3 11-16,0 3 5 0,3 2-3 16,-2 3-6-16,-3 1-6 0,1-1-8 0,-2 0 1 15,-2-1-4-15,-3 0 1 0,-1-3 10 16,0 1 6-16,0-1-2 0,-3-2 10 16,-1 1-1-16,-4 0-1 0,2-1-10 0,1-3 3 15,-6 2-9-15,0-6 2 16,2 1-16-16,0-2-4 0,9-3-2 0,-18 2-2 15,18-2-11-15,-18-12-5 0,10 0-11 0,0-7-11 16,3-3 1-16,3 3-8 16,2 2 1-16,0 4 3 0,0-1-8 0,0 2 0 0,4 2 4 15,-3 3 0-15,3 1 1 16,-4 6 4-16,0 0-6 0,18 2 10 0,-18-2-6 16,18 11 4-16,-8-3 3 0,3 0-3 15,1 5 3-15,-3-3 4 0,0 0-4 0,-1-1-4 16,0-2 5-16,-3-2 3 0,0 1-3 15,0-2 6-15,-2 1 3 0,-5-5-1 16,10 7 9-16,-10-7 1 0,9 2 7 0,-9-2-7 16,0 0 6-16,17-7-5 15,-6-2 8-15,3-1-6 0,1-2-1 0,5 0 1 16,-8 2-6-16,2 3-1 0,-1-2 0 16,-3 3-4-16,0 0 0 0,-3 1-6 0,-7 5 2 15,14-3 3-15,-14 3 3 0,11 0-6 16,-11 0 5-16,0 0-1 0,18 5-4 15,-18-5 6-15,11 5 2 0,-6-1-6 0,-5-4-7 16,9 4 8-16,-9-4-5 0,0 0-1 16,12 4 7-16,-12-4 0 0,0 0-6 0,12 2 7 15,-12-2-7-15,0 0 8 0,23-6-3 16,-12 2-5-16,3 4 4 0,-2 0-1 16,6 0-6-16,1 0 6 0,0 0-7 15,4 0 6-15,-5 0-2 0,4 3-5 16,-5-3 7-16,-2 0 0 0,-1 1 1 0,-14-1-10 15,22-1 4-15,-22 1-33 0,20-3-33 16,-13 3-58-16,3-6-69 0,-4 3-99 0,1-2-83 16,0-2-83-16,1-1-113 0,-2 4-174 15,2-5 27-15,-1 3-514 0,0-4-697 16</inkml:trace>
  <inkml:trace contextRef="#ctx0" brushRef="#br0" timeOffset="78253.63">28331 17323 3215 0,'-7'7'16'0,"-1"-1"52"16,3-6 12-16,5 0 3 0,-9 8-5 16,9-8-11-16,0 0 1 0,0 0 3 15,0 0-9-15,0 0-3 0,0 0-4 0,39-11-14 16,-20 2-1-16,2 1 3 0,6-6-5 15,-4-2-8-15,1-2 8 0,-3-1-2 0,-1 0-12 16,-2-4 0-16,-2-1 7 0,-2-5-15 16,0-2 8-16,-3-4 0 15,-1-5-2-15,2-7-6 0,-1-6-6 0,-1-2 3 16,1-1-1-16,-5-2 4 0,1 5-6 16,-5 14 6-16,2 5 17 0,-2 10 3 0,0 3-6 15,-2 8-3-15,-2 7-9 0,2 6 0 16,0 0 2-16,-21 26-4 0,5 5 3 15,2 18-15-15,-2 9 14 0,5 12 12 0,-4 20 17 16,8 12 40-16,7-17 25 0,2 22 18 16,9-3 0-16,0-3 7 0,0-5-1 0,-1-22-7 15,-1-4-11-15,-2 1-5 16,0-10-10-16,-5-4-3 0,-2-14 2 0,-2-4-4 0,-5-2-9 16,-5-2-2-16,1-4-8 15,-2-3-8-15,-3-6-4 0,-4 0-14 0,5-8 6 16,-6-4-13-16,2-3-8 0,-2-4-10 15,0-1-19-15,2-4-18 0,-4-3-8 16,3-3-11-16,-7-4-7 0,4-5-9 0,1-3-8 16,8-3-7-16,4 2 5 0,2-1-7 15,4-1-3-15,4-2-9 0,6-10-14 0,10-9-14 16,0-1-23-16,13 1-25 0,1-4-21 16,7-1-10-16,5 3-3 0,13-12 16 15,3 1 14-15,-1 1 20 0,-1 5 12 16,2-3 18-16,-12 11 3 0,-5 3 11 0,0 0 12 15,-7 6 5-15,-12 6 23 0,0 4 39 16,-7 9 41-16,-2 1 28 0,-4 3 10 16,0 3 10-16,-4 2 8 0,-5 6 7 0,0 0 11 15,0 0 14-15,0 0 18 0,0 0 4 16,-14 37 9-16,11-18 9 0,-1-2 4 16,-1 5-2-16,1-1-5 0,-2-1 1 0,5-1-5 15,-4-2-22-15,3-1-5 0,0-3-16 16,2 1-9-16,-2-2-12 0,2-3-7 0,-2-1-11 15,4 1-6-15,0-1-7 0,-2-8-8 16,4 10-15-16,-4-10-15 0,5 6-23 0,-5-6-17 16,0 0-26-16,0 0-12 15,0 0-12-15,34-16-4 0,-25 8-5 0,2-1 8 16,-1 1 2-16,-1 2 2 0,-1 0 7 16,-5 0 4-16,6 3 9 0,-9 3 3 15,9-6 4-15,-9 6 10 0,0 0 13 0,0 0 7 16,17 0 5-16,-17 0-4 0,0 0 1 15,0 0 6-15,15 8-3 0,-15-8-1 0,10 3 5 16,-10-3-2-16,12 5 2 0,-7-3 3 16,-5-2-1-16,15 3 2 0,-15-3 1 15,12 2 5-15,-12-2 6 0,11 2 14 0,-11-2 7 16,0 0 10-16,0 0-2 16,19-2 2-16,-19 2-2 0,0 0-3 0,13-2-4 15,-13 2-2-15,0 0-2 0,0 0-11 16,18 0 2-16,-18 0-7 0,11 6-1 0,-5-3-2 15,-6-3-8-15,12 9 8 0,-5-4-1 16,-2 1-5-16,5-2-1 0,-4 0 3 0,-6-4-6 16,15 6-7-16,-3-4-20 0,-1 0 5 15,4-4-4-15,6 2-37 0,4-4-27 16,9-4-20-16,0 1-10 0,2-3-16 0,1-2-14 16,-2 0-22-16,-3-5 5 0,-3 5-26 15,-7 3 4-15,-7 1 29 0,-2 3 7 16,-1 0 30-16,-2 3 4 0,-10 2 10 0,14-5 18 15,-14 5-1-15,0 0 10 0,11 1 7 16,-11-1 3-16,0 0 26 0,0 0-11 16,7 9 6-16,-7-9 0 0,0 0 5 15,5 5-2-15,-5-5-8 0,0 0-4 0,0 0-6 16,9 6-2-16,-9-6-8 0,0 0-8 16,0 0 2-16,26-9 9 0,-16 2-5 0,1-4-16 15,3-2-2-15,1-11 7 0,2-3 8 16,0-8 11-16,2-11 4 0,2-7 7 15,0-4 8-15,2-6 4 0,5-22 3 0,3-2 4 16,-6-5 5-16,2 2 8 0,-9 26 24 16,-2 8 28-16,-7 17 20 0,-2 6 21 15,-3 10-6-15,-1 9 5 0,-10 7 13 16,7 7 33-16,0 0 25 0,-39 37 21 0,12 3 9 16,2 11 8-16,3 1-7 0,2 6-10 15,3 4-11-15,2 0-18 0,6-2-7 16,-1-2-16-16,2-2-8 0,6-11-13 0,1-2-8 15,1-5-9-15,0-7-5 0,0-8-10 16,0-3-3-16,0-1-4 0,0-5-3 0,-2-3-3 16,2-1 1-16,0 1-5 0,0-3 2 15,-2-2-7-15,0 4-3 0,-4-5-4 16,-2 2-3-16,-3 0-4 0,-6 6-2 16,-8 6-5-16,-3 0 2 0,-1 1 18 15,1 4 20-15,3-5 8 0,3 3 12 0,1-1 6 16,8-2 0-16,4-3-1 0,4-3 6 15,0 1-7-15,3-3-4 0,2 1-2 0,4-2-8 16,0-2-9-16,0 1-2 0,3-3-7 16,-1 0-8-16,-1-1-39 0,-5-5-42 0,14 7-59 15,-6-4-70-15,-5-1-83 0,10 0-82 16,-13-2-90-16,14 0-131 0,-14 0-177 16,22 3 63-16,-10-3-457 0,8 1-599 0</inkml:trace>
  <inkml:trace contextRef="#ctx0" brushRef="#br0" timeOffset="79753.19">30666 17239 3083 0,'-6'9'12'0,"1"-2"35"16,3-3 43-16,2-4 49 0,-8 7 32 16,8-7 32-16,-4 6 26 0,4-6 12 15,0 0-1-15,0 0-2 0,-6 6-11 16,6-6-22-16,0 0-25 0,0 0-5 0,0 0-26 15,0 0-10-15,0 0-13 0,0 0-15 16,25-30-9-16,-5 9-12 0,-2-3-7 16,1 0-13-16,10-12-7 0,-2-3-16 0,0-4-12 15,-2 1-9-15,-1 0-6 0,1 4 2 16,-8 9-4-16,-2 3-6 0,-3 6 2 16,-3 3 6-16,-3 5-7 0,-1 1-3 0,-1 3 1 15,0 0-6-15,-3 2-1 0,4 0-5 16,-5 6-2-16,0 0 1 0,0 0-4 0,0 0-4 15,0 0 4-15,0 0 0 16,0 0 3-16,-2 33-3 0,4-19 2 0,-2 3 0 16,0 2 1-16,0 1 4 0,0 5-2 15,-2-1 16-15,2-4-3 0,-3 2 20 0,3 3 14 16,-3-2 18-16,1 0 6 0,-4-1 0 16,1 1 0-16,-3-4 4 0,3 1-1 15,-3-3-8-15,-2 0-5 0,3-1-1 0,-1-3-6 16,-2-1-5-16,3 0-5 0,-2-2-3 15,-3-1-24-15,4-1 23 0,-1-4-5 16,-1 1-5-16,1 0-8 0,9-5-14 0,-16 4-19 16,16-4-24-16,-15-2-31 0,15 2-32 15,-7-10-42-15,7 0-29 0,4-6-29 0,5-3-34 16,7-13-29-16,10-11-10 0,8-6 3 16,19-14 15-16,11 0 0 15,4-4-3-15,8-5 4 0,1-4 8 0,-2-6 10 16,6-4 24-16,-15 1 24 0,-1 2 18 15,-8 5 20-15,-11 6 28 0,-11 18 30 0,-9 6 37 16,-3 9 44-16,-10 10 29 0,-3 6 27 16,-5 8 16-16,-3-1 12 0,-2 7 6 15,-2 2 6-15,2 7 18 0,0 0 12 0,0 0 16 16,-47 29 6-16,15 7 9 0,-1 8 1 16,-11 24 0-16,1 0-8 0,-4 3-6 0,6 3-13 15,-2-3-6-15,6 1-12 0,10-14-8 16,0 2-4-16,3-2-13 0,3-2-7 15,-1-3-9-15,6-5-5 0,0-4-4 16,7-10-5-16,-2-3-4 0,2-9-9 16,6-4-4-16,-1-5-3 0,0-1-3 0,3-2-2 15,-1-2-3-15,0-1 0 0,2-7 2 16,4 8-5-16,-4-8 0 0,0 0-2 0,25-6 2 16,-25 6-5-16,18-2-1 0,-18 2-4 15,16-4-1-15,-16 4-2 0,11-2-1 16,-11 2 4-16,0 0 16 0,17 3-1 0,-9 2 4 15,-1-1-3-15,0 4 2 0,0-4-8 16,2 4 2-16,-1-5-4 0,2 5-2 0,-1-2-1 16,-2-2-2-16,3 2-1 15,0-4 3-15,1 3 0 0,-11-5-3 0,17 2-4 16,-6-2-5-16,-11 0-3 0,24-2 0 16,-24 2-1-16,18 0 0 0,-18 0 1 15,16 0-3-15,-16 0-1 0,0 0 0 0,17 0-1 16,-17 0 7-16,10 6 2 0,-7-2-2 15,-3-4 5-15,8 12 0 0,-5-5-2 0,1 1 7 16,3 2 3-16,-2-1 4 0,-1 0-5 16,1-1-1-16,1 2 1 0,0-3-2 15,2 0 4-15,-1 1-4 0,0-2-1 0,-1-3 5 16,2 1-6-16,-8-4 5 0,13 5 1 16,-13-5-5-16,0 0 1 0,20-4 1 15,-20 4 3-15,9-10-3 0,-5 3 2 16,-3 0-6-16,-1 7 1 0,2-17 0 0,-4 4-10 15,1-5-9-15,-5 3-4 0,1-1-11 16,-1 0-9-16,-1 3-17 0,4 1-21 16,-1 3-22-16,-1 0-35 0,-3 2-41 0,-2 1-42 15,3 2-51-15,-3 4-38 0,10 0-56 16,-17 2-71-16,17-2-59 0,-15 10-90 0,11-8-36 16,1 6-343-16,-2-1-435 0</inkml:trace>
  <inkml:trace contextRef="#ctx0" brushRef="#br0" timeOffset="80201.5">31623 17431 2555 0,'2'4'-14'0,"-2"-4"43"15,0 0 32-15,1 6 27 0,-1-6 28 16,0 0 28-16,0 0 5 0,0 0-1 0,0 0-14 16,0 0-13-16,0 0-14 0,0 0-17 15,0 0-6-15,0 0-13 0,0 0-3 16,22-18-8-16,-19 7-5 0,5-3-4 0,-1-5-4 15,-1-4-5-15,4-10-5 16,-3-3-4-16,1 2-22 0,1-6 3 0,1 5-4 0,-6 6 2 16,-2 7 6-16,3 3 7 15,-3 2 18-15,0 5 2 0,-2 2 4 0,0 2 0 16,2-1 0-16,-2 9 2 0,-2-10-9 16,2 10-3-16,-2-11-6 0,2 11-5 15,-2-5-4-15,2 5-5 0,0 0 1 0,-2-10-2 16,2 10 3-16,0 0-4 0,0 0 1 15,10-3-1-15,-10 3 10 0,0 0 6 0,0 0 16 16,26 11 20-16,-17-4 10 0,-2 6 1 16,0 2-5-16,3 5-8 0,-2-1-7 15,-1 12-2-15,-1-6-6 0,-2 10-7 16,-3-7-4-16,3-3-20 0,1 11-29 0,-3-7-30 16,0-3-31-16,-1-1-34 0,-2-6-35 15,2 0-42-15,-1-3-28 0,0-3-27 16,2 2-20-16,0-3-13 0,0-4-8 15,0 1-12-15,-2-9-31 0,3 5-23 0,-3-5-8 16,0 0 30-16,0 0-465 0,22-31-273 16</inkml:trace>
  <inkml:trace contextRef="#ctx0" brushRef="#br0" timeOffset="80588.12">32027 17023 1957 0,'23'-58'-106'16,"-5"3"27"-16,1-6 26 0,-1-6 35 16,-1 3 35-16,0-1 35 0,-4 5 33 0,-1 7 39 15,-4 13 34-15,-5 7 52 0,1 8 30 16,0 6 7-16,-3 3 5 0,-1 6 2 15,0 10 29-15,0 0 24 0,0 0 8 16,-24 24-7-16,9 3-12 0,-7 16-31 16,6 3-16-16,-4 6-18 0,6 2-25 0,-2 2-25 15,5-2-9-15,1 1-20 0,2 1-22 16,5-12-41-16,1 2-46 0,-2-1-45 16,4-4-48-16,0 0-47 0,-4-4-43 0,4-6-42 15,0-8-47-15,-1-4-27 0,2-2-23 16,-2-1-25-16,1-4 2 0,1 0-7 15,-2-4-7-15,-1-3 6 0,2-5 17 0,0 0 32 16,-9 5 39-16,9-5 40 0,0 0 40 16,0 0 46-16,0 0 37 0,-22-15 35 15,18 12 37-15,-2-3 39 0,6 6 42 16,-4-10 41-16,4 10 36 0,-3-8 23 0,3 8 14 16,-2-11-5-16,2 11-12 0,4-12-17 15,-1 4-22-15,3-1-16 0,2-1-16 16,-1-2-44-16,6-1-55 0,-1-1-80 0,9-9-66 15,0 5-54-15,2-3-53 0,0 0-67 16,-1 5-73-16,0 1-52 0,-5 5-59 0,0 0-292 16,-3 3-265-16</inkml:trace>
  <inkml:trace contextRef="#ctx0" brushRef="#br0" timeOffset="81257.17">32257 17044 2041 0,'0'0'-24'15,"-1"8"36"-15,1-8 31 0,-2 9 26 0,2-9 30 16,0 0 19-16,0 0 22 0,-3 8 11 15,3-8-7-15,0 0-1 0,0 0-23 16,0 0-8-16,0 0 0 0,0 0-1 0,0 0-4 16,8 10-7-16,-8-10-13 0,0 0-3 15,0 0-5-15,0 0-4 0,0 0 0 16,0 0 4-16,22-17 13 0,-22 17 2 0,0 0 3 16,5-10-1-16,-5 10 0 0,0 0-2 15,0 0-7-15,0 0-7 0,0 0 0 0,0 0-1 16,-25-4-3-16,25 4-10 0,0 0-6 15,0 0-4-15,-25 11-5 16,20-5-7-16,5-6-2 0,-11 8-10 0,11-8 0 16,-3 6-4-16,3-6-9 0,-2 8-3 0,2-8-15 15,0 0-13-15,0 7-17 0,0-7-13 16,0 0-18-16,18 2-16 0,-18-2 9 16,28-8 6-16,-3-1 7 0,7-5-13 15,4-3-6-15,6-7-3 0,1-10 8 0,0-3 15 16,12-17-3-16,1-4-3 0,-2-9 11 15,5-8 6-15,7-8 11 0,-7 0 3 16,-3 2-9-16,-6 14 26 0,-17 21 33 16,-8 10 40-16,-9 8 33 0,0 5 16 15,-5 8 3-15,-4 1 5 0,-9 10 13 0,2 4 15 16,0 0 22-16,-52 47 9 0,20-6 11 16,-2 8 1-16,-9 16-2 0,12-9-3 0,1 2-8 15,5 2-13-15,1 1-13 0,1 2-14 16,4-3-14-16,2-4-12 0,3-2-10 15,1-4-9-15,6-11-5 0,-2-2-17 0,2-4-5 16,3-8-8-16,1-4-3 0,-1-7-6 16,2-2-6-16,-3 1-12 0,5-3-10 0,-1-1-16 15,-1-3-14-15,2-6-17 0,-2 8-27 16,2-8-26-16,0 0-16 16,0 0-5-16,0 0-2 0,0 0 2 0,-20-17-5 15,9 11-3-15,-1 3 2 0,-6 0 9 16,-2 3 13-16,-7 4 18 0,-10 4 22 0,5 3 13 15,1 5 13-15,5-1 22 0,1 1 14 16,6-1 14-16,6-1 6 0,-1-1-2 16,5-1-3-16,1 0-2 0,0-1-6 0,4-1-23 15,1 0-49-15,1-1-79 0,2-1-116 16,0 1-126-16,2-1-127 0,-2-8-222 0,3 10-50 16,-3-10 94-16,2 8-485 0,-2-8-624 15</inkml:trace>
  <inkml:trace contextRef="#ctx0" brushRef="#br0" timeOffset="83350.53">21711 17673 2974 0,'-4'-13'-94'0,"2"1"52"15,0 4 40-15,2 8 26 0,0-10 14 16,0 10 13-16,0 0 67 0,0 0 66 0,0 0 31 16,2 41 8-16,2 0-3 0,0 4-18 15,-1 13-18-15,4 2-15 0,-2 1-22 0,3-3-16 16,-1 0-10-16,3-3-11 0,-2-2-18 16,1-2-26-16,-4-8-31 15,4-2-37-15,-4-1-42 0,-1-6-43 0,-2-6-31 16,0-5-26-16,0-3-19 0,-2-2-10 15,0-6-7-15,0 0-4 0,-2-4-10 0,0 0 2 16,-2-4 9-16,4-4 5 0,0 0 13 16,0 0 14-16,-17-29 16 0,11 7 14 15,2-10 14-15,-1-6 10 0,-1-5 18 0,5-4 20 16,1 1 18-16,-3 3 33 16,3-1 24-16,3 6 23 0,-2 9 27 0,-1 7 20 0,0 5 14 15,0 0-3-15,0 6-9 0,2 3 8 16,2 0 12-16,0 2 6 15,-4 6-7-15,9-5 1 0,-9 5-3 0,0 0-3 0,19 9-18 16,-11-3-5-16,-3 2-3 16,3 0-13-16,-2-1-8 0,0 5-8 0,-5 0-7 15,3-2-28-15,-2 4-22 0,0-2-34 16,-2 1-28-16,-2 1-30 0,2 0-22 16,0-2-22-16,-4-2-21 0,4-1-15 0,0-1-4 15,0-8 6-15,4 9-19 0,-4-9-12 16,0 0 14-16,0 0 8 0,23-14 23 15,-10 0 11-15,6-5 19 0,1-3 25 0,-4-2 16 16,6-1 32-16,-1 2 30 16,-4 3 23-16,-4 3 20 0,0 6 24 0,-2 3 10 15,1-2 22-15,-2 4 17 0,-1 2 12 16,1 3 8-16,-10 1 8 0,20 1-1 0,-8 5 3 16,-1 2-4-16,3 0-1 0,-3 2-7 15,-1-1 7-15,0 1-1 0,-3 2 11 16,-1-2 3-16,-3-1 2 0,-1 3 2 0,4-4 2 15,-6 1-1-15,0-1 4 0,0-8-13 16,-2 16-8-16,-4-10-10 0,5-1-8 16,1-5-11-16,-11 9-8 0,0-7-5 0,11-2-8 15,0 0-5-15,-22-7-8 0,14 0-4 16,0-1-6-16,-1-3-5 0,2-1 0 0,-2 2-4 16,6 2-6-16,-5 1-5 15,5-2-8-15,-1 4-1 0,4 5-5 0,-4-7 4 16,4 7 0-16,0 0-2 0,0 0 1 15,0 0 1-15,24 24-8 0,-12-15-9 16,-1 1-21-16,5 0-18 0,3-1-24 0,-2 1-22 16,4-2-14-16,-2-1-15 0,0-3-16 15,0-1-4-15,-3-3 3 0,3-1-6 16,-1-3 16-16,2-3 7 0,-4-5 9 0,4 0 10 16,1-7 13-16,-2-4 7 15,-4-6 11-15,-2 0 11 0,-3-2 9 0,0-2 13 0,-1-2 9 16,-6-2 11-16,1-1 11 0,1 2 12 15,-5-2 14-15,0 11 22 0,0 5 27 16,0 5 16-16,-2 2 8 0,-1 1 0 16,1 6-14-16,0 1-3 0,2 7-1 15,0 0 3-15,0 0-1 0,0 0-2 0,-9 34-2 16,7-10 2-16,4 13-1 0,2 1-8 16,-2 4 1-16,1 1-9 0,1 0 4 15,3-1-12-15,-4-1 3 0,3 0-7 0,-1-4-8 16,-3-1-2-16,-2-5-1 0,4-6-5 15,-4-5 0-15,-4-2-3 0,2 1 2 16,1-1 2-16,-3-2-7 0,-2-2-1 16,1 0-12-16,-4-3-6 0,6-1-4 15,-3 0-18-15,3-4-3 0,3-6-11 0,-8 3-19 0,8-3-7 16,0 0-6-16,0 0 4 16,6-29 6-16,-1 8 1 0,8-10 3 0,7-2 5 15,5-8 1-15,1 3 10 0,7 3 2 16,-3 2 6-16,4 4 1 0,-5 4 5 15,1 5 3-15,-3 1 1 0,2 3 0 0,-9 5 3 16,0 2-1-16,-3 0 2 0,-2 4 5 16,-6 1 1-16,1 0 3 0,0 0 9 0,-10 4 16 15,11 0 22-15,-11 0 7 0,0 0 12 16,6 17 9-16,-8-5 27 0,1 5-5 16,-2 3-2-16,-3 1 10 0,2-1-13 15,-1 1-3-15,1 1-9 0,1-1-7 16,-1-1-8-16,-1-3-5 0,3-2 1 0,0-1-14 15,2-2-5-15,-1-2-5 0,1-1-3 16,0 0 0-16,0-3 0 0,0-6-3 16,1 12 2-16,-1-12 4 0,2 7-9 0,-2-7 2 15,7 6-2-15,-7-6 11 0,0 0 10 16,5 4 5-16,-5-4-3 0,0 0 0 0,6 7-2 16,-6-7-3-16,0 0-6 0,0 0-4 15,7 6-1-15,-7-6-1 0,8 4-4 16,-8-4-5-16,10 3 0 0,-10-3 1 15,11 1-13-15,-11-1-41 0,16 2-58 16,-16-2-61-16,20 0-58 0,-20 0-63 0,19-2-73 16,-19 2-103-16,11-4-177 0,-11 4 61 15,12 0-223-15,-12 0-277 0</inkml:trace>
  <inkml:trace contextRef="#ctx0" brushRef="#br0" timeOffset="83650.12">22331 18690 2106 0,'-81'27'-9'0,"-10"0"37"0,-13 2 34 15,-7 8 35-15,-9-4 55 0,-2 1 46 16,5-3 43-16,13-4 34 0,12-1 12 16,33-9-3-16,7-2-10 0,20-7-18 15,7-2-21-15,10-3-29 0,11-1-20 16,4-2-18-16,44-9-17 0,23-10-12 0,38-13-20 16,22-4-4-16,55-18-18 0,10-2-24 15,2 1-26-15,-3 1-27 0,-49 12-25 0,3 3-18 16,-3 0-16-16,-13 6-16 0,-16 4-14 15,-18 4-10-15,-32 8 0 0,-13 4 8 16,-13 2 10-16,-12 4 16 0,-6 3 4 0,-7 0 0 16,-5 1 4-16,-7 3 0 0,6-2 0 15,-6 2-17-15,0 0-36 0,0 0-64 16,0 0-47-16,0 0-50 0,-31 15-46 0,20-4-50 16,-3 4-70-16,-10 5-155 15,1 1 8-15,-2 1-164 0,-7 5-221 0</inkml:trace>
  <inkml:trace contextRef="#ctx0" brushRef="#br0" timeOffset="136524.51">16606 9939 1797 0,'0'8'499'0,"-2"-2"-160"0,2-6-37 15,-2 9-16-15,2-9-39 0,-2 6-20 16,2-6-11-16,0 0-15 0,0 0 0 16,0 0-17-16,0 0-16 0,0 0-17 0,0 0-18 15,0-32-13-15,2 18-11 0,0-2-11 16,-4-4-12-16,4-7-5 0,-6-13-10 0,0-4-7 16,3-15-7-16,-8 1-6 0,4-3-3 15,-3-1-8-15,3-1-2 0,1 5-8 16,-2 2 1-16,2 13-2 0,-2 7 5 0,5 9 5 15,-3 5 10-15,0 5 2 0,4 3-9 16,-2 4 1-16,0-3-9 0,1 9 1 16,-1 1-4-16,2 3-8 0,0 0 3 0,0 0 2 15,0 0-4-15,-10 21 3 0,4-8 4 16,2 2 4-16,1-1 0 0,-3 3 8 0,2-2 3 16,-4 4 10-16,3 0-7 0,-5 1 12 15,0-3 10-15,5 0-2 0,-3-5 0 16,5-5-1-16,-3 3 4 0,2-4 7 0,1 2 11 15,0-4 7-15,3-4-1 0,-8 2-14 16,8-2-11-16,0 0-7 0,-14-20-8 16,5 0-5-16,6-2-8 0,-5-11-4 0,5-3-4 15,-1 2-5-15,0 5-8 0,4 7-2 16,0 2 2-16,0 8-8 0,-2-2 2 0,2 3-6 16,0 1-7-16,2 2 4 0,0 0-3 15,-2 8 4-15,7-5-7 0,-7 5 6 0,11-2-5 16,-11 2 0-16,0 0 1 0,29 7 0 15,-17-5 1-15,-1 1 0 0,2 0-4 0,-1 1 0 16,-1 0-1-16,3 0 1 0,-5-2-7 16,2 1-5-16,-11-3-5 0,20 3-10 0,-20-3-48 15,17 0-31-15,-7 0-28 16,-10 0-42-16,14 2-50 0,-3-1-66 0,-11-1-71 16,12 2-67-16,-6-1-72 0,2 3-77 15,-2 1-144-15,-1-1 41 0,-1 3-586 0,0-2-728 16</inkml:trace>
  <inkml:trace contextRef="#ctx0" brushRef="#br0" timeOffset="137508.18">15834 8303 3479 0,'0'0'-6'0,"-6"-6"51"16,6 6 42-16,-4-6 16 0,4 6 7 15,0 0-5-15,0 0 21 0,0 0 25 16,0 0 15-16,0 0 4 0,6 32 6 16,-2-15 0-16,2 4 6 0,-3 3 5 15,-3 1 3-15,2 1-5 0,-2-1 9 0,0 1-4 16,0-3 2-16,-2-2-11 0,2-3-13 15,0-1-5-15,0-5 5 0,0 0 2 0,0-3 4 16,0-1 6-16,0 0 5 0,0-8 4 16,2 10-7-16,-2-10-14 0,0 0-113 0,0 0-55 15,0 0 0-15,-2-28 0 0,1 9 0 16,-1-6 0-16,2-2 0 0,0 2 0 0,0-1 0 16,-2 2 0-16,2 5 0 0,0 4 0 15,-2 3 0-15,2 0 0 0,0 2 0 16,4 3 0-16,-4 7 0 0,5-5 0 15,-5 5 0-15,0 0 0 0,23 3 0 0,-23-3 0 16,25 11 0-16,-12-6 0 0,0 1 0 16,5 1 0-16,-2-2 0 0,-4 1 0 0,-1-1 0 15,0-2 0-15,-4 0 0 0,-7-3 0 16,15 6 0-16,-15-6 0 0,12 1 0 0,-12-1 0 16,0 0 0-16,16-11 0 0,-9 0 0 15,-1-3 0-15,-5-3 0 0,3-8 0 0,0-11 0 16,-1-6 0-16,-3-2 0 0,0-2 0 15,-1-1 0-15,-1-7 0 0,-2 9 0 16,0 8 0-16,3 8 0 0,-1 6 0 0,-2 4 0 16,1 3 0-16,1 4 0 0,0 4 0 15,-1 2 0-15,-1 3-188 0,4 3-297 0,0 0-71 16,0 0-89-16,0 0-138 0,-19 12 1 16,17-3 76-16,-2-1-670 0,2 4-830 15</inkml:trace>
  <inkml:trace contextRef="#ctx0" brushRef="#br0" timeOffset="137908.18">16175 8085 3970 0,'2'5'-1'0,"2"0"64"0,-4-5 45 0,5 8 37 16,-3-3 21-16,4-1 15 0,-2 3 0 15,-4-7-10-15,11 8 0 0,-3-4-13 0,-8-4-13 16,15 5-11-16,-7-3-10 0,-8-2-7 15,15 1-4-15,-15-1-13 0,0 0-6 16,25-6-6-16,-17 5-10 0,-8 1-11 0,13-8 1 16,-10 5-12-16,1-4 12 0,-4 7 6 15,2-16 5-15,0 8-27 0,-2 8 15 0,-6-15-2 16,4 9-14-16,-3-2-6 0,5 8-9 16,-14-4-6-16,14 4 0 0,0 0-5 0,-32 10 4 15,21 1-28-15,0-1 19 0,0 4-7 16,0 1 0-16,4 1 2 0,1 1-5 15,2 0-3-15,0 2 3 0,4-1-3 16,2 0-1-16,2 0 6 0,-2-1-6 0,2 0-1 16,3-1 2-16,-1-3 10 0,3 2-10 15,1-5-6-15,1 0 0 0,1-3-8 0,1-2-33 16,0-1-36-16,-1-4-47 0,3-2-52 16,6-1-68-16,1-8-78 0,6-3-75 15,1-4-81-15,0-5-82 0,-4 2-118 0,2-2 22 16,-2-1-555-16,-2-1-673 0</inkml:trace>
  <inkml:trace contextRef="#ctx0" brushRef="#br0" timeOffset="138444.87">16701 7894 3058 0,'0'0'-66'0,"0"0"67"16,-23 9 50-16,13-2 39 0,3-1 36 15,0 5 26-15,-2-1 9 0,2 2 5 0,1 1-4 16,-1 3-4-16,3 1-6 0,0 1-2 15,2-2-7-15,0 2-9 0,0-4-10 0,4-1-9 16,-2 1-8-16,2-2-7 0,2-2-3 16,-2-1-5-16,2-1-2 0,2-2-8 0,-3-1-5 15,-3-5-7-15,11 6-10 16,-11-6-6-16,0 0-14 0,0 0-18 0,29-15-19 16,-21 5-16-16,0-1-11 0,-3-1-7 15,3-3-10-15,-7-2 1 0,1 0 6 16,-2-2 2-16,2 0 3 0,-2 1 3 0,0 4 0 15,-2-2 6-15,2 2-3 0,-2 4 3 16,2 1-1-16,0 4 1 0,0 5 1 0,0 0 1 16,0 0 7-16,0 0-2 0,0 0 3 15,0 0 3-15,2 28-1 0,0-13 4 0,3 5 7 16,0 5 8-16,3 4 12 0,-1 5 24 16,5 2 25-16,-1-2 34 0,0-1 15 0,3 1 6 15,-1 0 12-15,-1-3 3 16,-3 0 13-16,-1 2 11 0,-3-8 10 0,0-2 11 15,-1-1 0-15,-4-3 4 0,1 0-3 16,-1-2-6-16,-1 0-3 0,-3-2-9 0,-1-1-8 16,2 1-10-16,-3-4-128 0,1-3-24 15,-5 2 0-15,2-5 0 0,-1-1 0 0,-2 0 0 16,-3-2 0-16,14-2 0 0,-34-9 0 16,3-1 0-16,2-2 0 0,3-1 0 0,-3-3 0 15,2-1 0-15,3 1 0 0,5 4-213 16,-1 3-69-16,8-3-56 0,-2 4-61 15,3-1-68-15,1-3-85 0,7 4-134 0,-6-3-71 16,9 0 79-16,2-1-621 0,3-5-757 16</inkml:trace>
  <inkml:trace contextRef="#ctx0" brushRef="#br0" timeOffset="138824.84">16896 7908 3367 0,'0'-4'44'0,"0"4"95"0,0 0 45 15,0 0 21-15,0 0 15 0,0 0 14 0,0 0 8 16,0 0 4-16,0 0-21 0,0 0-24 16,0 0-15-16,0 0-15 0,7 21-17 0,-3-14-21 15,-2 0-8-15,0 1-12 16,-2-1-12-16,0-7-5 0,0 16-14 0,-2-9-6 0,0 2-6 16,-2-2-5-16,4-7-11 15,-7 13-13-15,-2-6-21 0,4-2-21 0,-3-3-21 16,8-2-19-16,-15 0-22 0,15 0-20 15,-17-13-17-15,12-1-9 0,-2-1-9 0,2-6-2 16,-3-1 8-16,6 1 4 0,1 1 12 16,-1 3 7-16,2 3 8 0,-2 1 8 15,4 6 12-15,0-3 5 0,-1 4 5 0,5-1 4 16,-1 4 6-16,6 1 3 0,-4 1 5 16,-7 1 2-16,21 0 5 0,-8 0-4 0,3 0-12 15,-1 1-16-15,0-1-23 0,0 0-34 16,1 0-30-16,0 0-33 0,-2 0-26 0,-1 0-33 15,2-3-51-15,-1-1-39 16,-1 0-46-16,-3 2-63 0,1-5-55 0,0-4-254 16,-1 1-235-16</inkml:trace>
  <inkml:trace contextRef="#ctx0" brushRef="#br0" timeOffset="139340.97">17122 6609 2070 0,'-5'-31'79'0,"-3"12"48"0,3 1 30 15,2 6 28-15,-3 3 10 0,3 6 12 0,3 3 10 16,0 0 24-16,-13 22 15 0,13 0 6 16,0 5 2-16,2 16-6 0,3 13-3 15,2 4-5-15,4 5 4 0,2 3-19 16,-1 0-19-16,4 2-23 0,3-2-22 0,-2-2-13 16,3-3-22-16,-2-1-12 0,5-4-23 15,-2-3-30-15,-2-5-36 0,-2-8-29 0,-5-7-21 16,-2-6-24-16,-3-7-19 0,0-3-23 15,-3-4-15-15,2-3-17 0,-2-5-12 0,-4 0-8 16,0-3 0-16,0-4 6 0,0 0 11 16,0 0 10-16,0 0 12 0,-26-22 10 15,10 6 17-15,-5-6 15 0,-3-2 17 16,0 1 13-16,0 2 7 0,4 7 7 0,7 2 13 0,2 1 3 16,-3 5 0-16,5-2-1 15,2 4-2-15,0 1-2 0,7 3 0 0,-11-2-1 16,11 2 3-16,0 0-1 0,-4-4 5 15,4 4-3-15,0 0 3 0,0 0 0 0,13-16-1 16,-2 9 1-16,0-1 5 0,1-4 8 16,4 0 3-16,2 1 1 0,-3-1-1 0,-3 4 3 15,2 1 7-15,1 3 0 0,1 1 2 16,-3 3 1-16,2 3-4 0,-2 3-1 16,7 2-4-16,-3 3-2 0,-2 0-5 15,8 9-4-15,0-2-13 0,-6-3-15 0,4 6-31 16,2-1-26-16,-8-7-33 0,1 1-29 0,-1-1-9 15,-4 1-16-15,1-2-33 16,-3-2-39-16,-2 2-47 0,2-3-54 0,-4-2-51 16,1-1-73-16,-3 0-80 0,-3-6 20 15,4 5-249-15,-4-5-250 0</inkml:trace>
  <inkml:trace contextRef="#ctx0" brushRef="#br0" timeOffset="139489.57">17490 7062 1949 0,'-8'-15'-14'15,"3"5"45"-15,-1 0 18 0,3 4 7 16,2-1 2-16,-3 4-5 0,4 3-11 16,-4-8-24-16,4 8-44 0,0 0-42 15,-2-6-65-15,2 6-56 0,0 0-82 0,0 0-258 16,0 0-33-16</inkml:trace>
  <inkml:trace contextRef="#ctx0" brushRef="#br0" timeOffset="139738.91">17590 7234 1445 0,'7'5'97'0,"-2"-2"67"0,-5-3 32 16,0 0 48-16,10 4 28 0,-10-4 22 16,0 0 11-16,0 0-3 0,14 3-6 0,-14-3-11 15,11 4-11-15,-4 1-15 0,3-1-15 16,-1 1-14-16,3 0-23 0,-2 0-21 16,-1 0-19-16,0 0-15 0,0 0-16 15,3 0-11-15,-4-3-15 0,-8-2-12 0,16 7-7 16,-11-5-11-16,-5-2-1 0,9 5-8 15,-9-5-8-15,0 0-11 0,14 1-21 0,-14-1-25 16,0 0-33-16,6-8-47 0,-6 8-52 16,0-15-60-16,0 3-85 0,2 1-95 15,-2-4-82-15,1 1-122 0,1 2-110 0,0 5 65 16,-2-2-473-16,4 2-558 0</inkml:trace>
  <inkml:trace contextRef="#ctx0" brushRef="#br0" timeOffset="140156.01">17843 7236 2870 0,'0'0'11'0,"14"2"75"0,-14-2 55 0,0 0 40 16,0 0 33-16,14 0 19 0,-14 0 5 16,0 0 1-16,15-2-13 0,-15 2-23 15,16-2-15-15,-16 2-16 0,11-7-19 0,-11 7-13 16,16-6-15-16,-11 2-15 0,4-3-8 15,-1 0-18-15,0 2-5 0,-1-3-7 0,-3 0-9 16,0 1-6-16,-2-1 1 16,0 0-3-16,-2 8-6 0,-2-14-7 0,-2 8-4 15,4 6-4-15,-13-5-13 0,13 5-7 16,0 0-6-16,-30 15-9 0,12-5 3 0,5 4-7 16,1 3-11-16,3 0-2 0,1 1 0 15,0 1 4-15,4 0 2 0,1 0 0 0,3 1 4 16,0-4 7-16,3 1 15 0,-1-2 12 15,5 1 9-15,-4-3 17 0,3-1 22 16,1-3 6-16,1 0 7 0,0-4-3 0,1 1-1 16,1-6-12-16,-10 0-12 0,19 2-18 0,-19-2-27 15,18-2-36-15,-7-1-45 16,-11 3-50-16,13-2-68 0,-13 2-99 0,0 0-97 16,0 0-102-16,7 7-112 0,-7-7-101 15,-19 23 51-15,-2-1-528 0,-9 9-638 0</inkml:trace>
  <inkml:trace contextRef="#ctx0" brushRef="#br0" timeOffset="140773.12">16564 8758 3190 0,'9'-7'-3'0,"1"2"43"0,-2 0 57 16,-3-2 38-16,3 2 32 0,-1-2 30 0,1 0 20 16,-4 0 8-16,4 2 8 15,-7 0 9-15,3 2-1 0,-4 3 1 0,6-7 5 16,-6 7-10-16,3-7-15 0,-3 7-19 16,0 0-23-16,0 0-18 0,0 0-8 0,-14-2-24 15,14 2-16-15,0 0-15 0,-25 9-9 16,14-4-25-16,0 2-16 0,-2-2-9 0,4 0-8 15,-1 2 4-15,3-3-8 0,-1 1 0 16,8-5-11-16,-12 6 0 0,7-2-3 0,5-4-2 16,-8 7 1-16,8-7 4 0,0 10-10 15,0-3 11-15,0-7 1 0,2 19 2 16,0-5 9-16,2 1-3 0,-1 5-9 16,-1 3 10-16,5 0-5 0,-4-1 1 0,1 1-4 15,2 0-2-15,-1-2 2 0,3 1-5 16,-2-2-3-16,1-3 5 0,1-1 0 0,-3-4 15 15,4 0 1-15,-4-4 6 0,1 1 19 16,-1-1 15-16,-1-2-5 0,4-2-9 0,-4-2-1 16,-4-2-50-16,0 0-8 0,0 0 0 15,0 0 0-15,24-12-92 0,-17 4-74 0,-2-1-73 16,2-3-80-16,5-2-97 0,-6 3-93 16,3-7-102-16,4 5-152 0,-3-4 32 15,1 1 63-15,-3 3-583 0,0 1-711 0</inkml:trace>
  <inkml:trace contextRef="#ctx0" brushRef="#br0" timeOffset="140955.96">16682 8947 3211 0,'-10'7'16'0,"3"0"84"0,-1-4 58 16,8-3 37-16,-10 5 23 0,10-5 17 0,0 0 4 16,0 0-7-16,-11 2-10 0,11-2-14 15,0 0-16-15,0 0-25 0,0 0-26 0,0 0-31 16,20-21-45-16,-11 13-50 0,4-2-62 15,1-1-70-15,0-1-93 0,9-7-93 0,-1 1-109 16,1-1-120-16,-3-3-100 0,5 2 70 16,-2 2-428-16,-3-2-465 0</inkml:trace>
  <inkml:trace contextRef="#ctx0" brushRef="#br0" timeOffset="141439.18">17046 8345 2817 0,'-6'-5'78'0,"-2"1"47"0,8 4 23 16,-3-4 20-16,3 4 4 0,0 0 13 15,-8-4 1-15,8 4 0 0,0 0-7 16,0 0-5-16,0 0-12 0,0 0-9 0,0 0-14 16,0 0-12-16,0 0-12 0,0 0-6 15,11 19-12-15,-7-9-10 0,2 4-9 16,-2 3-6-16,4 5-8 0,-3 0-5 0,4 7-10 15,-3 3-2-15,2-9-5 0,0-2-5 16,-3-1-6-16,3-3-1 0,-4-1-3 0,0 0-4 16,3-4-5-16,-5 0-8 0,2-4-5 15,1 1-8-15,-3 0-9 0,0-4-13 0,3-1-12 16,-3 2-3-16,-2-6-2 0,3 5-2 16,-3-5 8-16,0 0 0 0,0 0 5 0,0 0 7 15,0 0 8-15,0 0 11 16,0 0 2-16,0 0 10 0,-25-11-3 0,25 11-1 15,-17 4 0-15,8-2-2 0,-1 3 1 16,-2 4-1-16,3-1 2 0,2 2-4 0,-1 2 0 16,0 0 2-16,2 0 1 0,5-1 7 15,-1 1 4-15,0-1 10 0,2-2 10 16,2 2 14-16,0-3 1 0,-1 1 3 0,1-1-3 16,4-2-6-16,-2 1-5 0,2-3-17 15,1 0-23-15,-7-4-36 0,15 1-51 0,-15-1-67 16,21-7-82-16,-10 2-88 0,3-3-81 15,6-2-71-15,4-7-113 0,3-6 0 0,-1 1-468 16,10-9-531-16</inkml:trace>
  <inkml:trace contextRef="#ctx0" brushRef="#br0" timeOffset="141877.18">17522 8444 2739 0,'0'0'-12'15,"-13"26"61"-15,10-17 50 0,-6 1 35 0,4 2 39 16,-1-2 20-16,2 1 14 0,1-2-3 15,-1 0-12-15,0-2-14 0,1 3-19 0,3-10-16 16,-3 9-14-16,1-3-13 0,2-6-14 16,0 0-13-16,-2 8-14 0,2-8-12 15,0 0-8-15,0 0-15 0,0 0-9 16,0 0-11-16,0 0-11 0,20-20-10 0,-17 9-6 16,3 1 0-16,-3-1 1 0,1 1 4 15,-2 0-4-15,3 1 6 0,-5 1 9 16,2 2 11-16,-2 6 13 0,1-12 9 0,-1 12 7 15,0 0 1-15,0 0 0 0,0 0 3 16,0 0 6-16,0 0 5 0,10 28 7 0,-9-15 3 16,5 6 20-16,-1 3 14 0,-2-1 23 15,5 4 6-15,-6-3 18 0,1 2 0 0,-1 2 14 16,2-3 4-16,-2 2 7 0,-4 0 1 16,-6 6-12-16,5-2-12 0,-1-7-10 0,-3 1-12 15,-2 6-13-15,2-3-10 0,0-7-14 16,-6 0-62-16,4-4-36 0,0 0 0 0,-3 1 0 15,3-4 0-15,-2-4 0 16,0-3 0-16,0-1 0 0,2-2 0 0,9-2 0 16,-25-6-143-16,9-2-41 0,5-1-44 15,-2-6-53-15,-6-7-68 0,5 1-78 0,7 2-76 16,-4-10-93-16,2-2-169 0,6 3 79 16,3 3 54-16,0-1-523 0,6-8-623 0</inkml:trace>
  <inkml:trace contextRef="#ctx0" brushRef="#br0" timeOffset="142255.87">17640 8390 3190 0,'4'6'45'0,"-4"-6"67"0,6 7 40 0,-6-7 22 16,6 5 23-16,-6-5 5 0,6 6-1 16,-6-6-4-16,0 0-12 0,14 1-16 15,-14-1-19-15,0 0-13 0,20-8-12 0,-15 3-17 16,3-1-12-16,0 0-15 0,-1-3-7 15,-1 1-10-15,-1-4-8 0,1 3-3 0,1-1-7 16,-4 0-5-16,-1-1-3 0,2 1-3 16,-4 0 3-16,0 0-1 0,-6 1-1 0,4 1-5 15,2 8-5-15,-8-8-1 0,8 8-8 16,0 0 2-16,0 0-4 0,-24 10 1 16,16-3-1-16,2 3-5 0,-1 3 0 15,5-4 0-15,-2 2-5 0,4 1-2 0,-2-1-1 16,2-3 2-16,2 2-4 0,0 1-2 15,0-3-2-15,0-1 3 0,1 0-1 0,3 0-9 16,-6-7-8-16,7 7-6 0,-7-7-17 16,11 5-22-16,-11-5-35 0,9 2-45 0,-9-2-57 15,0 0-64-15,9-2-67 0,-9 2-69 16,0 0-97-16,0 0-132 0,0 0 49 16,0 0-414-16,0 0-472 0</inkml:trace>
  <inkml:trace contextRef="#ctx0" brushRef="#br0" timeOffset="142772.35">16842 9511 2874 0,'0'0'122'0,"0"0"50"15,0 0 33-15,-2 8 13 16,4 0 16-16,4 0 9 0,-3 1-4 0,5 6-11 0,0-1-13 16,1-2-18-16,2 1-18 15,1 3-14-15,1-3-18 0,1-1-12 0,1 2-17 16,1-3-10-16,-3-3-11 0,0-1-16 16,0-1-13-16,0-2-12 0,-1 0-9 0,-1-3-13 15,3-1-5-15,-14 0-10 0,22-7-12 16,-8 1-7-16,-3-5-2 0,0 3 0 0,2-1-7 15,-6 2-3-15,0 0 1 0,2 3-4 16,-4-2-2-16,1 1 3 0,-1 2-2 0,-5 3 4 16,12-6-2-16,-4 5 3 0,-8 1 1 15,11-4 1-15,-6 1-1 0,-5 3-1 0,16-3-5 16,-9 1 0-16,4-2-1 16,0 1 4-16,-2-2-2 0,5-4 1 0,-1 3 1 15,-2-5 2-15,3 3 1 0,-1-4-2 0,0-2-5 16,0-1-3-16,-1 1-5 0,-1-1-3 15,0 3 0-15,0-1 8 0,-4 3 5 16,0-1-2-16,-5-1 3 0,2 0 4 0,0 2-1 16,-2-2-4-16,-4 0 2 0,2-2-10 15,0 2-20-15,0-3-34 0,-2 1-48 0,-2-3-54 16,4 4-61-16,-2-1-62 0,2 0-90 16,-2 4-96-16,4-2-117 0,-2 3 65 15,-2-1-371-15,2 3-392 0</inkml:trace>
  <inkml:trace contextRef="#ctx0" brushRef="#br0" timeOffset="143925.19">17615 9186 2375 0,'0'0'43'0,"4"4"68"0,-4-4 56 15,0 0 38-15,8 4 21 0,-8-4 17 0,0 0-5 16,0 0-7-16,0 0-15 0,13-12-21 15,-9 4-19-15,0 3-18 0,-1-1-18 16,0 0-10-16,-1-6-12 0,2 3-9 16,-4 1-8-16,0-4-4 0,0 2-1 0,-4 1 1 15,2-3-6-15,-1 4-8 0,3 1-1 16,-1 1-11-16,1 6-10 0,-6-6-6 0,6 6-11 16,0 0-4-16,-15 14-10 0,12-5-10 15,-4 3-11-15,5-1-15 0,0 3-16 0,2 0-8 16,0-2-4-16,0-1-6 0,2 1-3 15,0-3-5-15,5 1 0 0,-6 0 7 0,3-3 7 16,4-3 8-16,-5 0 6 0,5 0 9 16,-8-4 9-16,12 0 1 0,-12 0 0 0,13-4-3 15,-3-1-5-15,-3 0-4 0,4-6-2 16,-2 1 1-16,2-3 4 0,-6 1 6 0,2-3 4 16,2 3 7-16,-4 2 6 15,-1 0 10-15,2 3 1 0,-3-1 9 0,-1 0 7 16,2 4 2-16,-4 4-2 0,6-8-5 15,-6 8 3-15,0 0-3 0,0 0-5 0,0 0-2 16,0 0-4-16,11 21 3 0,-7-11-7 16,2 4 1-16,-3 0 0 0,8 1 10 0,-4 3 12 15,0-1 17-15,2 0 7 0,2 2 13 16,-2-2 16-16,0 0 27 0,-1 2 16 0,0-5 19 16,-1-1 12-16,-1 1 12 0,-3-4 9 15,2 3 13-15,1-4 3 0,-4 3 10 0,-1 0-77 16,-1-3-140-16,-1 1 0 0,-1 2 0 15,-4-1 0-15,1 1 0 0,0-2 0 16,-4 1 0-16,-1-3 0 0,0-2 0 16,-1 0 0-16,2-2 0 0,-1-2 0 0,-1 1 0 15,0-1 0-15,-1-2 0 0,1 4 0 16,1-2 0-16,-4 2 0 0,7-2 0 0,7-2 0 16,-14 3 0-16,14-3 0 0,-7 1 0 15,7-1 0-15,0 0-124 0,0 0-111 0,-6-14 26 16,12 7 19-16,1-5 21 0,5-5 21 15,9-7 14-15,0-1 12 0,7-8 9 0,8-4-3 16,0-1-15-16,7-3-11 0,-1-7-11 16,7-12-14-16,0-2-8 0,-13 9-1 15,-4-3-7-15,-5-4 0 0,1-17 13 0,-9 11 19 16,-5-1 15-16,-5 1 15 0,-4 1 7 16,-5 5 18-16,-1 4 20 0,-7 3 19 15,-4 5 18-15,1 12 12 0,-4 3 20 0,-4 4 11 16,-2 7 2-16,-1 3 9 0,4 9-1 15,0 6 3-15,5 6 1 0,-2 5 2 0,-2 3 8 16,0 11 5-16,2 7 2 0,3 2 0 16,4 8 3-16,7 1 3 0,1 6-2 0,3 6 3 15,6 2 2-15,3-1-3 16,1-5 2-16,-1-1-1 0,5-2-3 0,-3-10 4 16,1-3-3-16,0-2 7 0,-2-2-5 15,3-4-6-15,-5-4 0 0,0-3-4 0,-1-2-3 16,0-5-6-16,-1 2-5 0,-1-4-8 15,1-2-7-15,-3-3-13 0,1-2-10 0,-7 0-13 16,18-5-20-16,-13-4-16 0,5-6-23 16,2-2-14-16,-5-12-12 0,4-4 6 0,-3-6 18 15,-2-2 9-15,0-1 16 0,-5-1 13 16,1-1 27-16,-2 3 26 0,2 6 18 0,0 7 17 16,-2 10 22-16,0 0 10 0,2 6 10 15,-2 6 14-15,2 0 5 0,-2 6 1 16,0 0 1-16,0 0-5 0,15 14 3 0,-9 0 1 15,3 3 0-15,-1 3 0 0,2-1-1 16,3 7-2-16,0-1-7 0,0 0-7 16,-1-4-8-16,-2-3-5 0,-7-4-5 0,7 3-8 15,-2-3-10-15,-3-2-10 0,3 0-19 16,-5-2-21-16,-1-1-25 0,2-3-38 0,1 1-39 16,-2-2-51-16,-3 1-57 0,4-1-58 15,-2 0-55-15,-2-5-55 0,2 9-70 0,-2-9-89 16,2 8-22-16,-2-8-420 0,0 8-463 15</inkml:trace>
  <inkml:trace contextRef="#ctx0" brushRef="#br0" timeOffset="144224.88">18528 8781 2643 0,'12'-4'-69'0,"-3"0"34"0,-3 3 35 15,-6 1 34-15,14-5 40 0,-9 3 34 16,-5 2 27-16,10-2 19 0,-10 2 9 0,0 0 5 15,0 0-5-15,15 7-10 0,-15-2-7 16,0 2-1-16,-3 5-2 0,-8 5-2 0,-3 11-9 16,-9-1-7-16,-10 13-14 0,-5 3-11 15,-19 13-7-15,-11 4-10 0,-11 3-8 0,-7-1-11 16,-3 7-9-16,-10 1-15 16,-7 4-10-16,2 1-1 0,2-3-14 0,-2-1-11 15,7-5-2-15,9 2-1 0,11-8-5 16,7-7 0-16,27-15-7 0,5-3-15 0,10-4-32 15,4-9-44-15,9-5-41 0,4-4-39 16,1-3-36-16,2-1-40 0,4-4-42 0,2-2-45 16,2-3-68-16,0 0-99 0,0 0 24 15,6-23-247-15,2 9-227 0</inkml:trace>
  <inkml:trace contextRef="#ctx0" brushRef="#br0" timeOffset="144588.01">17685 8743 1925 0,'0'0'18'0,"0"0"39"0,-12 22 23 16,1-12 18-16,-11 12 22 0,-3 1 21 15,-11 10 20-15,-5 6 14 0,-15 13-1 16,-5 7 1-16,-3-2-10 0,-9-1-11 16,-1 2-10-16,-1-4-13 0,-1 3-9 0,4-1-14 15,1 0-8-15,5-6-14 0,-1 1-11 16,15-14-14-16,5-1-13 0,5-5-37 0,4-4-43 15,9-8-59-15,6-3-65 0,6-3-73 16,2-5-77-16,4-2-74 0,1-3-117 0,4-3 6 16,6 0-239-16,-13-15-223 0</inkml:trace>
  <inkml:trace contextRef="#ctx0" brushRef="#br0" timeOffset="144888.9">17930 7808 2083 0,'0'0'122'0,"-12"-4"47"0,12 4 23 0,-30 11 20 16,-2 6 8-16,-15 12 11 15,-25 16 8-15,-2 3 5 0,-11 5 2 0,-7 4-8 0,-7 1-16 16,-8 1-17-16,1 0-21 15,-7 7-17-15,0-1-20 0,-37 17-15 0,40-19-9 16,3-1-16-16,0 0-14 0,9-4-29 16,7-5-33-16,13-7-42 0,21-12-39 0,9-4-46 15,10-2-66-15,11-8-82 0,5-2-78 16,3-5-94-16,10-1-102 0,-2-1-82 0,4-5 42 16,3-1-358-16,3 0-398 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11-16T02:41:26.612"/>
    </inkml:context>
    <inkml:brush xml:id="br0">
      <inkml:brushProperty name="width" value="0.05292" units="cm"/>
      <inkml:brushProperty name="height" value="0.05292" units="cm"/>
      <inkml:brushProperty name="color" value="#FF0000"/>
    </inkml:brush>
  </inkml:definitions>
  <inkml:trace contextRef="#ctx0" brushRef="#br0">23256 1514 1828 0,'0'0'268'0,"-3"-8"-40"0,3 8-27 15,-2-10 4-15,2 10-7 0,-4-7-8 16,4 7-16-16,0 0-22 0,-2-6-7 16,2 6-5-16,0 0 7 0,0 0 9 15,0 0 0-15,0 0 2 0,0 35 1 0,0-22-6 16,0 4-8-16,2 2-16 0,-2-2-8 15,2 4-12-15,0-2-9 0,2-1-10 16,-3 1-4-16,-1-2-22 0,2 0-6 0,-2 1-5 16,2-5-3-16,-4 1-14 0,2-2-39 15,0-1-44-15,0-1-53 0,-2-2-50 0,1 0-39 16,1-8-33-16,0 11-48 0,0-11-44 16,0 0-59-16,0 0-40 0,0 0-51 15,0 0-79-15,-2-23-345 0,2 6-371 16</inkml:trace>
  <inkml:trace contextRef="#ctx0" brushRef="#br0" timeOffset="300.05">23233 1446 2222 0,'-2'-18'-93'16,"1"1"46"-16,-1 1 47 0,0 3 32 15,4 1 24-15,-2 1 26 0,2-2 18 0,1 2 13 16,2 1-4-16,1 0-3 0,-3 1-3 16,5 4-8-16,3 2 2 0,1 1 4 15,-12 2 13-15,32 9-6 0,-3 4 6 0,-1 8 2 16,10 8-8-16,-4 5-13 0,2 4-1 15,-3 3-14-15,-5 1-6 0,-3-1-4 16,0 1-2-16,-14-6-5 0,1-2 4 16,-10-5 1-16,-2-6 9 0,-2 1 12 0,-8 7 9 15,-1-4 1-15,-4-2-3 0,1 0-4 16,0-6-18-16,-2-5-8 0,-7 5-4 16,3-7-7-16,0-2-3 0,1-2-8 0,-2 1 0 15,6-4-28-15,-4-2-41 0,4-3-42 16,-2-3-49-16,-1 0-49 0,7-3-42 15,1-2-58-15,5-3-65 0,-1 1-84 0,4-3-123 16,4-1-57-16,4 0-277 16,1 1-353-16</inkml:trace>
  <inkml:trace contextRef="#ctx0" brushRef="#br0" timeOffset="517.16">23785 1586 2338 0,'4'-3'32'0,"-4"3"44"15,0 0 16-15,7-6 7 0,-7 6 7 16,0 0 39-16,0 0 38 0,7 17 7 16,-5-5 5-16,0 6-3 0,0 0-20 0,-2 3-17 15,2 4-13-15,-2-2-14 16,2 0-9-16,-2 3-11 0,2-5-28 0,-2 0-25 16,0-4-57-16,2-1-55 0,-2-1-58 15,2-1-52-15,-2-2-58 0,2 0-67 16,-2-5-93-16,0-7-144 0,2 11-34 0,-2-11-210 15,3 4-262-15</inkml:trace>
  <inkml:trace contextRef="#ctx0" brushRef="#br0" timeOffset="684.25">23859 1440 1972 0,'-4'-10'-9'0,"0"1"61"0,3 1 35 0,-3 0 24 16,-1 2 7-16,5 6-15 0,-2-9-9 0,2 9-15 15,-3-8-43-15,3 8-55 16,0 0-51-16,0 0-74 0,0 0-93 0,0 0-152 16,0 0-218-16,0 0-106 0</inkml:trace>
  <inkml:trace contextRef="#ctx0" brushRef="#br0" timeOffset="1016.15">23983 1620 1710 0,'0'0'101'15,"0"0"42"-15,0 0 13 0,0 0 0 16,15 0-8-16,-15 0-10 0,0 0 33 0,11 8 14 16,-7-1-12-16,2 2-17 15,-1 2 6-15,3 0-6 0,-2 3-15 16,1-1-34-16,-1-1-8 0,-1 4-5 0,2-6-7 16,-3 1 12-16,-1-1-1 0,3-2 6 15,-2 1 6-15,-3-1 11 0,6-2 16 0,-2-2 22 16,-5-4 13-16,8 5-6 0,-8-5-16 15,0 0-19-15,0 0-10 0,0 0-11 16,25-9-12-16,-20 1-7 0,3-4-16 0,-1-3-9 16,1-3-9-16,3-11-10 0,1-1-22 15,-2-2-33-15,-1 1-31 0,-2-1-36 0,4 1-44 16,-6 9-52-16,1 3-44 16,-5 4-49-16,5 3-47 0,-2-1-60 0,-2 3-87 15,0 0-114-15,2 2-72 0,-2 2 47 16,2 0-211-16,-4 6-296 0</inkml:trace>
  <inkml:trace contextRef="#ctx0" brushRef="#br0" timeOffset="1237.16">24390 1483 2207 0,'0'0'37'0,"0"0"30"0,0 0 13 0,0 0 24 16,6 9 55-16,-6-9 52 15,2 14 11-15,0-6 9 0,0 4-4 0,0 0-8 16,0 5-20-16,1 0-18 0,-1 0-18 16,0 0-18-16,0 2-11 0,0-2-15 15,0-1-33-15,-2 2-56 0,1-6-75 0,-1 2-71 16,0-2-63-16,0 0-70 0,0-4-79 16,0 0-91-16,0-8-116 0,0 10-43 0,0-10-229 15,0 4-294-15</inkml:trace>
  <inkml:trace contextRef="#ctx0" brushRef="#br0" timeOffset="1416.04">24486 1256 2224 0,'-2'-15'32'16,"2"1"49"-16,-3 3 40 0,3 1 23 16,-1 2 28-16,1 2-10 0,0 6-20 0,-4-12-17 0,4 12-15 15,-2-7-35-15,2 7-39 16,0 0-36-16,0 0-66 0,0 0-74 15,0 0-99-15,-7 16-136 0,5-3-172 0,0 4 49 16,-2 3-33-16,2 3-33 0</inkml:trace>
  <inkml:trace contextRef="#ctx0" brushRef="#br0" timeOffset="1867.28">24857 1196 1434 0,'2'-12'84'0,"2"5"52"0,-2 1 17 16,-2 6 1-16,2-7-8 0,-2 7 23 16,0 0 41-16,0 0 31 0,-6 28 18 0,2-6 9 15,-3 11-10-15,-1 4-20 0,0 4-17 16,-3 10-21-16,3 1-19 0,-1-3-15 16,-1-7-15-16,5-3-16 0,-3-3-14 0,4-2-9 15,-2-7-11-15,5-4-8 0,-3-6-10 16,2-1-10-16,-2-2-4 0,4-3-10 15,-2 1 0-15,1-2-2 0,1-5 0 16,0-5-7-16,-2 10-6 0,2-10-5 16,0 0-4-16,0 0-2 0,0 0-5 0,0 0-6 15,-10-22 2-15,4 5-6 0,2 2-2 16,-3-3 0-16,-1-1-6 0,-2 5 0 0,3 2-6 16,0 3 0-16,-5 4-4 0,1 4-2 15,11 1 3-15,-27 3 1 0,11 4 1 16,5 1 5-16,-2 3 4 0,1-1 0 0,3 2 4 15,1 1-1-15,3 1-2 0,-2-2 3 16,5 1-4-16,1-3 4 0,1-1-3 16,0 1 1-16,1-2 1 0,1 0-10 15,5-3-14-15,-3 1-49 0,3 0-73 16,-7-6-103-16,19 4-108 0,-8-4-132 0,-11 0-196 16,27-4-45-16,-12 0 76 0,3-2-361 15,3-1-476-15</inkml:trace>
  <inkml:trace contextRef="#ctx0" brushRef="#br0" timeOffset="2267.31">25090 1635 2558 0,'-4'9'-40'0,"4"-9"57"0,0 0 45 15,-2 9 43-15,2-9 42 0,0 0 35 0,0 0 6 16,0 0 5-16,0 0-7 0,0 0-12 15,0 0-15-15,0 0-13 0,0 0-13 16,30-19-12-16,-21 12-8 0,-2 0-13 0,0-1-13 16,1-1-7-16,0-1-8 0,-1 0 1 15,-5-1-2-15,4-1 3 0,-4 2-8 16,-2-1-5-16,-2-1-2 0,0 4-9 0,-4-1-7 16,1 5-7-16,-7 2-1 0,12 2-5 15,-31 2-4-15,13 4 1 0,-1 5-4 0,-3-1 2 16,0 7-3-16,1 3 2 0,1 1 4 15,8-4 7-15,1 0 7 0,4-3 8 16,1 0 14-16,3-3 8 0,1 1 16 16,2 0 18-16,0-5 11 0,2 3 14 15,1-2 1-15,1-2-11 0,4 1-21 0,2-2-4 16,-1-2-9-16,2 1-16 0,1-2-52 16,-12-2-66-16,25 0-85 0,-10-2-93 15,-3 0-98-15,1 0-103 0,-4-1-130 0,5 0-198 16,-1-2 31-16,1 1 91 0,-1 4-412 15,-1-2-517-15</inkml:trace>
  <inkml:trace contextRef="#ctx0" brushRef="#br0" timeOffset="2816.27">25985 1939 2918 0,'0'0'41'16,"0"0"32"-16,0 0 21 0,0 0 20 16,0 0 14-16,0 0-10 0,0 0-2 0,10-22-13 15,2 11-9-15,1 0-5 0,1-5-5 16,0 1-10-16,8-11-15 16,1-2-1-16,1-7-7 0,2-6-9 0,-1-3-1 15,0-2-7-15,0-4 1 0,-3-5-4 16,3 1-10-16,-2-1-5 0,-5 5 12 0,-1 7-10 15,-5 11-4-15,-5 8 0 0,-1 7-2 16,-3 3-5-16,3 3-3 0,-4 1-14 16,0 4 3-16,-2 6-1 0,0 0 6 0,0 0 0 15,0 0 1-15,0 0 16 0,-10 29-16 16,12-11 3-16,-4 6 6 0,6 0 3 0,0 12 22 16,-1 3 12-16,6 2 12 0,-2-2 6 15,2-2 6-15,2 3 12 0,-4-4 3 16,0 0 13-16,1-5 17 0,-7-6 25 0,1-4 20 15,1-1 26-15,-6-5 18 16,1-1 3-16,1-2 6 0,-3-1 11 0,-2-1 2 0,1-2-6 16,-4 1-8-16,-3-3-13 15,-1-1-10-15,-3-2-20 0,-1-1-14 0,0-2-17 16,-4-2-12-16,-2-4-65 0,-12-6-60 16,1-1 0-16,4-5 0 0,-6-11 0 15,1 0 0-15,3 0 0 0,11 2 0 0,1 3 0 16,2 4 0-16,3 1 0 0,3 5 0 15,3 4 0-15,0 0-187 0,0 3-126 0,4 0-98 16,-1 4-104-16,1-1-111 0,5 4-201 16,-9-5 10-16,9 5 86 0,0 0-549 15,0 0-740-15</inkml:trace>
  <inkml:trace contextRef="#ctx0" brushRef="#br0" timeOffset="3333.2">27234 1431 3286 0,'-4'-10'-113'0,"-2"0"54"16,3 1 36-16,-1 4 33 0,-3 0 32 0,7 5 13 15,-9-4 9-15,9 4 15 0,0 0 16 16,-34 13 8-16,16-3 0 0,0 9 4 0,-5 3 4 16,4 3-4-16,0 2-7 0,0 4-7 15,4-2-1-15,1 1-13 0,3-2-2 16,5-6-5-16,0-2-8 0,2-2-8 0,2-1-6 15,2-3-4-15,4-1-9 0,3-1-38 16,-4-2-65-16,8 2-79 0,0-7-81 16,3 3-94-16,3-4-106 0,0-1-170 15,3-3 8-15,-2-3-217 0,7 1-291 16</inkml:trace>
  <inkml:trace contextRef="#ctx0" brushRef="#br0" timeOffset="3651.56">27441 1560 2146 0,'0'0'11'0,"0"0"48"16,-25 17 33-16,16-6 24 0,-3 2 19 0,1 1 6 15,2-2-6-15,2 0-1 16,-4 2-1-16,8-4-5 0,-1 0 3 0,2 1-12 16,0-3-2-16,4 1 3 0,2-3-2 15,-4-6-3-15,5 12-8 0,3-12-4 16,-8 0-2-16,21 2-12 0,-21-2-10 0,29-4-3 15,-14-2-12-15,2 0-7 0,-1 0 7 16,-2-3 5-16,0 1 6 0,-1-3 11 0,-2-2 2 16,1-1-1-16,-6 0-4 0,-1-3-9 15,-3 2-6-15,4-2-12 0,-6 0-5 16,0 5-11-16,0-1-16 0,-2 3-28 0,-2 0-25 16,-1 3-30-16,-3 1-39 0,8 6-42 15,-15-4-53-15,15 4-47 0,-21 4-58 16,9 0-92-16,5 2-115 0,0-3-125 0,-4 1 49 15,11-4-210-15,-3 8-278 16</inkml:trace>
  <inkml:trace contextRef="#ctx0" brushRef="#br0" timeOffset="4082.37">27624 1496 2179 0,'0'0'78'0,"0"0"52"15,8-2 38-15,-8 2 24 0,0 0 12 0,0 0-4 16,0 0-7-16,0 0 4 15,0 0 32-15,0 0-1 0,3 20-10 16,-3-8-24-16,2 0-12 0,-4 2-14 0,2 3-17 0,0 0-15 16,-1-2-10-16,-1 2-6 15,0 0-5-15,0-1-7 0,-2-3-8 0,3 1-11 16,-1-4-5-16,0 1-4 0,0-3-10 16,0 2 3-16,0-4 3 0,2-6 11 15,-2 8 14-15,2-8-6 0,0 0-6 0,0 0-11 16,0 0-10-16,0 0-1 0,0 0-18 15,15-26 2-15,-6 9-6 0,11-7-14 16,-3 1-4-16,4 0-3 0,-4 1-3 0,0 7-2 16,-3 1 0-16,-3 3-2 15,1 3-9-15,-3 1-1 0,0 1 1 0,3 6-3 0,-12 0 0 16,17 0-5-16,-8 6 2 16,0 0-2-16,-2 2 1 0,0 1 4 0,2 4-2 15,-6-2-1-15,3-1-4 0,-1 2 4 16,-1 0-5-16,-2 0 3 0,0-2-5 15,1 1-18-15,-3-3-17 0,0 0-31 0,2-1-41 16,0 3-40-16,-2-10-63 0,0 9-59 16,5-4-62-16,-1-2-63 0,-4-3-93 0,0 0-121 15,11 0-91-15,-11 0 60 0,0 0-356 16,25-4-475-16</inkml:trace>
  <inkml:trace contextRef="#ctx0" brushRef="#br0" timeOffset="4398.59">28150 1475 2613 0,'0'0'-56'0,"0"0"56"0,-30 12 46 0,18-5 35 15,1 5 26-15,-1 1 20 0,-1 1 16 16,1 1-6-16,7-1 20 0,-3 0 7 16,5 1 3-16,1-3 1 0,-2-2 5 0,4 2 2 15,-2-3 5-15,4-1 2 0,0 1-1 16,2-4-5-16,-4-5-12 0,9 8-13 15,-3-4-17-15,-6-4-15 0,13 0-12 16,-13 0-10-16,21-5-9 0,-9 0-6 0,-3-2-12 16,0-2-6-16,1 1-6 0,-2-4-6 15,-3 0-8-15,3 0-5 0,-4 0-10 16,-2-4-14-16,0 2-32 0,-2 3-38 0,-2-1-50 16,0 2-62-16,1 1-67 0,-6 4-67 15,7 5-62-15,-11-3-100 0,11 3-141 16,-21 6-70-16,10 1 63 0,-3 1-287 0,5 0-380 15</inkml:trace>
  <inkml:trace contextRef="#ctx0" brushRef="#br0" timeOffset="4633.21">28078 1601 2347 0,'0'0'-38'0,"4"9"59"0,-4-2 59 16,0 3 44-16,0 0 53 0,-2 8 37 15,-2 3 40-15,0 4 24 0,3-1-4 16,-3 11-10-16,-4 5-12 0,0-5-14 0,3 4-25 15,-3 0-13-15,0 1-17 0,1-5-19 16,-3 4-17-16,5-3-10 0,-4-2-10 0,4-7-20 16,1-6-10-16,1-4-9 0,-1 0-9 15,0-3 1-15,0-2-30 0,3-2-40 16,-2-3-42-16,1 1-46 0,2-8-70 0,-6 5-73 16,6-5-70-16,0 0-79 0,0 0-112 15,0 0-194-15,0 0 17 0,4-25 85 0,3 4-323 16,0-9-378-16</inkml:trace>
  <inkml:trace contextRef="#ctx0" brushRef="#br0" timeOffset="4938.13">28396 1464 2286 0,'0'0'-26'15,"0"0"58"-15,0 0 44 0,0 0 37 0,0 0 32 16,-29 23 32-16,24-10 28 0,-1 1-4 15,2 1 0-15,1 1-3 0,1-1-4 16,-2 1-9-16,2-1-8 0,4-3-3 0,0 0-5 16,-2-2-7-16,4 0-2 15,-1-1 4-15,1-2-5 0,2 0-7 0,2-2-13 16,-1 0-9-16,-7-5-13 0,19 2-16 16,-19-2-6-16,21-6-9 0,-12 3-11 0,5-2-9 15,-1-4-4-15,-1-1-8 0,-3-2-10 16,2-5-16-16,1-2-25 0,-1-6-37 15,3-4-49-15,-4-2-56 0,-5 4-83 0,1 5-72 16,2 1-69-16,-2 0-98 0,-1 1-142 16,1 5-82-16,-3 1 55 0,1 3-319 15,-2 2-428-15</inkml:trace>
  <inkml:trace contextRef="#ctx0" brushRef="#br0" timeOffset="5615.33">28795 1469 2601 0,'0'0'60'15,"-3"8"61"-15,3-8 48 0,0 0 54 0,0 0 35 16,0 0 18-16,0 0 7 16,0 0-9-16,0 0-27 0,0 0-27 0,0 0-22 0,0 0-18 15,0 0-21-15,20-17-11 0,-13 11-17 16,-1 0-12-16,0-4-12 0,-1 2-10 15,1-1-13-15,-2 2-10 0,-1-2-4 16,-3 1-13-16,2 1-10 0,-2 7-12 16,-5-12-3-16,-3 10-8 0,8 2-1 0,-21 0 0 15,21 0-9-15,-30 12 1 0,11-1 0 16,-8 9 4-16,6 5-2 0,3 0 3 16,2 0 4-16,3 7 4 0,5-6-3 0,2-4 4 15,4 0 0-15,4-1 9 0,0 1 4 16,3-2 8-16,2-3-1 0,0-5 24 0,1 1 6 15,3-3 6-15,3-2 3 0,0-6-8 16,6 2 1-16,-1-4-3 0,2-2-6 16,4-2-6-16,7-6-6 0,-2-2-2 0,3-1-9 15,-3-7-10-15,1 2-3 0,3-13-2 16,1-1-3-16,-5-6-7 0,1-1-7 16,-7 4-1-16,-7 4-9 0,-2-2-8 15,-5 6-9-15,-4 3-14 0,-4 3 1 0,-2 4-14 16,-4 0-3-16,-1 3-6 0,-6 4-3 15,4 0 5-15,-4 5 5 0,1 5-4 16,-1-2 0-16,11 2 3 0,-22 2 1 0,22-2 2 16,-16 5 0-16,12-2 6 0,4-3 8 15,-4 7 8-15,4-7 6 0,12 12 2 16,-3-3 5-16,5-1 9 0,0-1 1 0,2 5 12 16,4 7 7-16,2 1 8 15,-1 4 10-15,-3 1 11 0,-2 0 21 0,-1 1 13 16,-5-3 17-16,-3-4 8 0,-3 1 9 15,2 1 4-15,-5-6-3 0,1 0-86 0,0-1-39 16,1-4 0-16,-3 1 0 0,2-3 0 16,-2-1 0-16,0 1 0 0,0-8 0 15,0 12 0-15,0-12 0 0,0 11 0 0,0-11 0 16,-2 6 0-16,2-6-301 0,-7 7-182 16,7-7-100-16,-11 0-139 0,11 0-164 15,-25-3 76-15,9 1-689 0,-11-3-944 16</inkml:trace>
  <inkml:trace contextRef="#ctx0" brushRef="#br0" timeOffset="6200.84">21486 2021 3933 0,'-38'10'-122'16,"14"-1"58"-16,2-3 46 0,9-1 49 16,-1-2 39-16,7 1 23 0,7-4 22 0,-7 2 31 15,7-2 28-15,0 0 13 0,0 0-9 16,47 3-16-16,-8-6-14 0,2 1-17 15,6-2-12-15,12-4-10 0,2 2-15 16,2-3-39-16,5 1-60 0,2-2-81 16,-2-2-108-16,3-1-114 0,-4-4-131 0,-1 2-167 15,-5 0-55-15,-7-4 64 0,-16 5-303 16,-11 1-381-16</inkml:trace>
  <inkml:trace contextRef="#ctx0" brushRef="#br0" timeOffset="6465.95">22139 1777 2339 0,'0'0'-19'0,"-3"6"38"16,3-6 17-16,0 0 35 0,0 0 39 15,12 9 45-15,-1-3 39 0,4 2 25 16,6 0 5-16,9 4 5 0,3 1-18 0,1 3-7 16,-4 3-11-16,-1-2-12 0,0 0-6 15,-8 3-13-15,-2-1-14 0,-6-2-9 0,-4-1-6 16,-5 0-15-16,1-1-4 0,-5 3-19 15,-2-3-11-15,-3 1-1 0,-8 13-14 16,4-8-45-16,-7 4-56 0,2-1-65 0,-8-2-81 16,1 2-76-16,1-3-94 0,-1 0-129 15,-2 2-202-15,3-1 43 0,4-1 73 0,-2 0-269 16,1 5-318-16</inkml:trace>
  <inkml:trace contextRef="#ctx0" brushRef="#br0" timeOffset="6700.82">21877 3050 2628 0,'-17'7'226'0,"2"-2"30"0,3 0 7 0,4 0 27 15,3-1 26-15,5-4 2 0,-12 3-5 16,12-3-25-16,0 0-27 0,0 0-24 0,0 0-21 15,0 0-22-15,46-10-23 16,-8 1-32-16,12-6-79 0,2 1-89 0,0-3-113 16,4 0-144-16,-3 0-161 0,-1 0-165 15,-9-2-106-15,-7 5 51 0,-5 1-447 0,-2-4-583 16</inkml:trace>
  <inkml:trace contextRef="#ctx0" brushRef="#br0" timeOffset="6955.08">22406 2750 2947 0,'0'0'-22'0,"0"0"49"16,0 0 27-16,0 0 46 16,0 0 61-16,-11 19 41 0,11-19 28 15,11 17 12-15,2-5 10 0,-4 0-3 0,4 5-5 16,-1-2-12-16,4 8-32 0,-2-4-2 16,-5-1-9-16,1-1 1 0,-7 1-9 0,2-3-1 15,-1 3-12-15,-4 0-15 0,-2 1-10 16,-5 2-12-16,4-1-18 0,-7 1-9 0,1-2-13 15,-1-2-7-15,-3 0-9 0,-1-1-36 16,-1-1-46-16,3-3-63 0,-4 0-63 16,3-4-71-16,1-2-91 0,4-3-106 0,-1-1-117 15,9-2-133-15,0 0-93 16,-15-11 68-16,13 5-500 0,2 6-642 0</inkml:trace>
  <inkml:trace contextRef="#ctx0" brushRef="#br0" timeOffset="7483.09">23339 2855 3443 0,'0'0'136'0,"-6"-11"46"0,6 11 32 0,-4-8 27 16,4 8 32-16,-4-6 12 0,4 6-29 15,0 0-17-15,0 0 2 0,0 0 9 16,0 0-21-16,-2 29-13 0,6-13-17 0,-2 3-18 15,4 1-18-15,1 12-14 0,-1-6-12 16,-1-4-13-16,-1 2-14 0,3-4-8 0,-6 1-11 16,3-4-45-16,0 0-55 0,-2-1-72 15,-2-5-69-15,2-1-66 0,-1 2-59 0,-1-5-69 16,2 0-85-16,-2-7-91 16,8 3-78-16,-8-3-95 0,0 0 10 0,12-21-511 15,-7 8-657-15</inkml:trace>
  <inkml:trace contextRef="#ctx0" brushRef="#br0" timeOffset="7917.05">23352 2602 3064 0,'-6'-14'-70'15,"4"6"54"-15,0-1 32 0,2 1 22 16,0 1 29-16,0 7 24 0,0-12 24 0,6 7 3 16,-6 5-5-16,9-7-4 0,-1 5-5 15,-8 2 2-15,15 2-3 0,-15-2-8 16,27 10-6-16,-11 1 1 0,0 1-8 0,6 7-7 15,-6 2-9-15,0-3-4 0,-5-1-1 16,-3 3-5-16,0-3-3 0,-5 5 4 16,-1-2-1-16,-4 6-1 0,-3-2-5 15,-3 7 1-15,-4-1 7 0,7-9 6 0,-1-1 4 16,1-7 7-16,0-1 1 0,5 0 4 16,0-3 4-16,5 1 0 0,0-2-1 0,1 3 6 15,3-3 4-15,1 2-18 0,1-1-2 16,0 1 12-16,3 1-1 0,-1 1-1 15,-1 0 6-15,-1 1 18 0,0-4 20 0,-2 3 19 16,-2 0 18-16,-1 2 4 16,-4-1 6-16,-1 1 2 0,-1-2-3 0,-1 1-7 15,-3 1-3-15,-2-2-10 0,1 3-10 16,-4-4-111-16,0-1-32 0,0 3 0 0,-3-4 0 16,1 0 0-16,0-1 0 0,-1-2 0 15,1-1 0-15,-1 1 0 0,1-6 0 0,11 0 0 16,-23-2 0-16,10-5 0 0,3-1-254 15,0-6-261-15,6-1-142 0,1 1-156 0,5-1-44 16,-4 1 93-16,5 1-709 0,-1 1-921 16</inkml:trace>
  <inkml:trace contextRef="#ctx0" brushRef="#br0" timeOffset="8398.81">23792 3134 4025 0,'0'0'-11'0,"-2"12"54"16,2-12 54-16,0 0 53 0,0 0 35 0,0 0 13 15,0 0-8-15,0 0-13 0,0 0-8 16,0 0-19-16,0 0-16 0,0 0-12 0,4-28-11 16,0 23-11-16,-2-3-8 15,-1-2-12-15,1-1-3 0,0 3-5 0,0-4 3 0,-4-2 5 16,2 1-8-16,-2-5-4 0,-1 3-8 15,-1-1 1-15,-2 3-5 0,1-3 1 16,-2 3-2-16,4 4-3 0,-1-1-4 16,-2 2-9-16,3 2 0 0,-3-1-2 15,6 7-9-15,-6-6-5 0,6 6 1 0,-6-6-6 16,6 6 1-16,0 0-2 0,0 0 0 16,-5-6 8-16,5 6 3 0,0 0-2 0,11-8 2 15,-11 8 4-15,19-9-1 0,-8 7-2 16,1 0-10-16,1 0 5 0,-13 2-1 0,25 2 17 15,-14 2 7-15,5 3 5 16,-3 3 1-16,1 2 4 0,-3-1-2 0,1 5-5 16,-5-4-2-16,2 5 1 0,1 0-5 15,0-2-7-15,-5 3-1 0,3-3-6 0,-3-1-2 16,2 1-4-16,-2-3-3 0,1 2-7 16,-1-6-32-16,-3-1-53 0,2 0-60 15,0 0-63-15,-3 1-66 0,-1-8-88 0,9 5-103 16,-9-5-113-16,5 2-104 0,-5-2-111 15,0 0 58-15,0 0-589 0,23-10-767 0</inkml:trace>
  <inkml:trace contextRef="#ctx0" brushRef="#br0" timeOffset="8714.67">24177 2900 3334 0,'0'0'-79'0,"0"0"56"15,-19 0 40-15,19 0 40 0,0 0 36 16,0 0 11-16,-17 8 34 0,17-8 9 0,-6 9 5 15,6-9 8-15,0 10 11 0,0-10-4 16,2 10 10-16,-2-10-17 0,4 11-3 0,-1-5-12 16,2 0-1-16,0 0-13 0,-5-6-7 15,13 9-13-15,-3-7-4 0,-10-2-14 0,19 0-9 16,-10 0-7-16,-9 0-6 0,27-5-8 16,-13-1-9-16,-1-1-1 0,-1 2-6 0,-3-1 0 15,0 2-1-15,-1-3 0 16,2 0 0-16,-5-2-2 0,1 1-7 0,-2-3-5 15,-3-1-3-15,1 0-6 0,-4-3-4 16,2-4-12-16,0 0-22 0,-1 1-40 16,-3 0-43-16,2 3-64 0,-2 0-55 0,3 3-65 15,1 3-72-15,-4-1-95 0,0 3-131 16,-4 4-116-16,2-1 52 0,6 4-397 0,-9-2-514 16</inkml:trace>
  <inkml:trace contextRef="#ctx0" brushRef="#br0" timeOffset="8984.28">24518 2484 3060 0,'0'-12'150'0,"0"6"42"0,0 0 16 0,0 6 14 16,0 0 22-16,0 0 16 16,0 0 39-16,0 0 26 0,0 0 0 0,8 29-7 15,-5-6-12-15,-1 11-16 0,2 2-26 16,0 3-28-16,-1 0-19 0,0 2-23 15,1-2-20-15,-2-2-17 0,1-1-16 0,-1-7-15 16,4 5-37-16,-3 0-24 0,3-9-50 16,1-4-55-16,-7-4-63 0,1-2-49 0,1-1-40 15,0-4-45-15,0 2-48 0,0-3-55 16,-2 0-49-16,2-3-58 0,-2-6-73 0,1 7-82 16,-1-7-95-16,0 0 49 15,-3 5-449-15,3-5-567 0</inkml:trace>
  <inkml:trace contextRef="#ctx0" brushRef="#br0" timeOffset="9148.41">24506 2929 2847 0,'-13'-16'-51'16,"1"5"52"-16,3 3 56 0,4 2 53 0,-3-2 62 16,3 3 35-16,5 5 24 0,-9-8 11 15,8 3-4-15,1 5-7 0,-6-7-14 0,6 7-16 16,0 0-26-16,2-9-17 0,-2 9-13 16,9-7-22-16,-1 2-55 0,5 1-84 0,1-4-110 15,3 3-126-15,4-2-138 0,11-2-141 16,4-1-130-16,6 1 46 0,10-2-331 15,-8 2-425-15</inkml:trace>
  <inkml:trace contextRef="#ctx0" brushRef="#br0" timeOffset="9555.11">25040 2822 2566 0,'0'0'37'0,"-3"8"39"15,3-8 31-15,-4 4 36 16,4-4 32-16,0 0 30 0,0 0 4 0,0 0-8 0,0 0-19 16,0 0-16-16,0 0-13 15,29-16-3-15,-20 11-14 0,-2-1-11 0,2 0-10 0,0-2-16 16,2 1-7-16,-6-3-3 16,4 0-3-16,-4-3 3 0,-1 1 3 0,0-1 3 15,-2-1 3-15,-1 1 2 0,-2 1-4 16,-1 3-5-16,-2-1-12 0,-2 4-4 15,-2 2-7-15,8 4-6 0,-22 4-3 0,1 5-7 16,-6 5-8-16,-2 5 7 0,2 3 15 16,4 2 2-16,3 1 3 0,2 1-20 0,7 1 8 15,2-2 3-15,5-5 11 0,2-3-2 16,4 2 4-16,-1-1-9 0,4-3-1 0,2 0-4 16,1-2 0-16,1-2-4 15,3 0-1-15,3-4-9 0,1-2-4 0,0-2-31 16,2 0-45-16,1-6-67 0,0 1-76 15,4-3-85-15,-6 2-103 0,5-4-107 0,0 2-111 16,-3-5-163-16,1 3 25 0,0-3 89 16,-1 0-472-16,2 3-574 0</inkml:trace>
  <inkml:trace contextRef="#ctx0" brushRef="#br0" timeOffset="10347.87">25865 2748 3113 0,'-19'-1'53'0,"19"1"32"15,-15 0 44-15,15 0 30 0,0 0 19 16,0 0 16-16,-16 3 27 0,16-3 12 0,-1 12 7 16,-1-3 11-16,2-1-1 0,2 2-11 15,-2 4-1-15,1-4-10 0,1 4-11 0,3-2-8 16,-3 0-15-16,0 0-11 0,0 0-14 15,-1-2-5-15,-1 1-6 0,2-5-5 16,-2 3-16-16,0-9-13 0,2 14-8 16,-2-14-12-16,0 9-9 0,0-9-6 15,0 7-11-15,0-7-2 0,0 0-14 0,0 0-10 16,0 0-52-16,0 0 0 0,0 0 0 16,0 0 0-16,0-33 0 0,4 17 0 0,1-3 0 15,4 5 0-15,-4-6 0 0,3 3 0 16,-3 3 0-16,1 4 0 0,-2 1 0 0,2 1 0 15,-4 1 0-15,-2 7 0 0,5-8 0 16,-5 8 0-16,8-6 0 0,-8 6 0 0,0 0 0 16,0 0 0-16,0 0 0 0,0 0 0 15,0 0 0-15,23 11 0 0,-23-11 0 16,5 5 0-16,-5-5 0 0,6 5 0 0,-6-5 0 16,0 0 0-16,0 0 0 15,3 5 0-15,-3-5 0 0,0 0 0 0,0 0 0 16,0 0 0-16,0 0 0 0,0 0 0 15,0 0-32-15,0 0-64 0,0 0-22 0,0 0-21 16,0 0-23-16,0 0-23 0,0 0-28 16,0 0-34-16,0 0-38 0,-11-19-31 0,11 19-21 15,-3-7-12-15,3 7-7 0,-2-8 3 16,0 1-1-16,2 7 7 0,0-10 20 0,0 3 37 16,0 0 19-16,-2 0 55 0,0-1 46 15,0 1 49-15,-1 0 51 0,-2-2 41 16,1 1 43-16,1 3 36 0,-1-2 34 15,2-2 34-15,-2 3 36 0,4 6 11 0,-3-9 18 16,1 4 8-16,2 5 4 0,-4-7 6 16,4 7-2-16,0 0 7 0,0 0 24 15,0 0 34-15,0 0 34 0,4 25-8 0,-2-5 2 16,-2 0-6-16,2 6-10 0,-4 1-21 16,0 10-21-16,0 1-22 0,-3-2-20 0,4 2-19 15,-3-3-16-15,2-1-17 0,-2 0-15 16,3-7-12-16,-1-3-27 0,0-3-86 15,0-3 0-15,0 0 0 0,0-5 0 0,0-1 0 16,2 0 0-16,-1-1 0 16,-1-5 0-16,2 2-137 0,0-8-176 0,-3 8-95 0,3-8-94 15,0 0-90-15,0 0-85 16,0 0-112-16,18-20 44 0,-11 7-625 0,3-7-824 16</inkml:trace>
  <inkml:trace contextRef="#ctx0" brushRef="#br0" timeOffset="10520.11">26020 2680 3610 0,'-2'-14'-35'16,"0"2"62"-16,-2 2 51 0,2 1 60 0,2 4 46 16,0 5 21-16,0-13 5 0,0 13-11 15,4-15-13-15,2 7-16 0,-1 2-16 16,5-6-19-16,1 5-14 0,2-6-12 0,1 4-16 16,3 1-43-16,0-1-67 0,1 1-77 15,-1-1-105-15,4 2-98 0,-6 2-116 16,4-3-144-16,-3 4-112 0,-5 3 59 15,-11 1-335-15,15 5-424 0</inkml:trace>
  <inkml:trace contextRef="#ctx0" brushRef="#br0" timeOffset="10716.52">25985 2817 2622 0,'-12'13'44'16,"0"-4"48"-16,2-2 40 0,5-2 35 15,-4-1 36-15,9-4 28 0,-7 7 11 16,7-7-4-16,-6 5-7 0,6-5-18 15,0 0-24-15,0 0-18 0,0 0-21 16,0 0-16-16,0 0-53 0,0 0-64 0,42-8-72 16,-26 2-87-16,-1-1-79 0,4-1-69 15,-1-3-73-15,0 2-61 0,1 3-56 0,0-3-58 16,-5 2-361-16,-3 4-382 0</inkml:trace>
  <inkml:trace contextRef="#ctx0" brushRef="#br0" timeOffset="11015.17">26172 2777 2274 0,'14'9'-47'0,"-14"-9"47"0,2 9 43 16,-2-3 42-16,0-6 38 0,-7 16 42 15,5-8 22-15,1 3 11 0,-1 0 11 16,0 1 1-16,0 0 3 0,-2-1-10 16,4 3-5-16,0-4-7 0,0-2-9 0,2 3-8 15,0-2-8-15,2-2-21 0,-1 0-10 16,4 1-10-16,0-5-9 0,-7-3-11 0,17 4-11 16,-5-4-7-16,-12 0-9 0,23-3-9 15,-10 1-4-15,-2-2 18 0,5 0-6 16,-3-2 7-16,1-1-1 0,-1-1 13 0,0-4 16 15,-3-3 9-15,-1 1 7 0,-1-3-6 16,-2-3 0-16,-3-1-10 0,3-4-13 0,-6 6-10 16,2 2-10-16,-4 0-11 0,-2 3-11 15,2 2-8-15,-5 4-11 0,-3 2-16 0,-1 3-34 16,0 0-39-16,-3 3-44 16,-1 4-49-16,-1 2-68 0,-5 1-74 0,4 1-82 15,2 2-98-15,2 1-121 0,-1-3-174 16,5-1 50-16,1 2-561 0,3-4-733 0</inkml:trace>
  <inkml:trace contextRef="#ctx0" brushRef="#br0" timeOffset="11483.36">26579 2966 3275 0,'-11'7'9'16,"6"-3"72"-16,5-4 63 0,-11 4 48 0,11-4 38 15,-9 4 26-15,9-4-6 16,0 0-4-16,0 0-14 0,0 0-24 0,0 0-15 16,0 0-21-16,0 0-16 0,0 0-20 15,-12-13-17-15,12 13-8 0,3-13-9 0,-1 4-15 16,-2 9-9-16,2-20-8 0,-2 7-4 16,0-2-7-16,0-3-4 0,-2-1-8 0,-2 1-5 15,3 1 3-15,-3 0-16 0,-2 4 1 16,3-1-8-16,-2 4-7 0,-1 1-2 15,1 2-3-15,-1 2 3 0,3 2-5 16,3 3 2-16,0 0-5 0,-14-5 0 16,14 5-1-16,0 0 2 0,0 0 6 0,0 0-1 0,0 0-2 15,2-9 1-15,-2 9 5 16,15-8 0-16,0-1-10 0,1 2 2 0,2-1 3 16,4 1 2-16,-5 2-7 0,0 0-2 15,0 5 3-15,-2 0-7 0,1 3 7 0,-1 0 2 16,0 4 7-16,0 1 0 0,-1 5 4 15,-1-1-5-15,-3 3-2 0,-1 1 0 0,0-1 0 16,4 2-1-16,-6-3 4 0,-2-1-20 16,3 4-25-16,-5-4-41 0,4-1-41 15,-1-3-55-15,-1 3-53 0,1-2-60 16,1-2-85-16,1-1-89 0,0-1-103 16,3 0-151-16,-1-1 35 0,1-4-499 0,4 2-639 15</inkml:trace>
  <inkml:trace contextRef="#ctx0" brushRef="#br0" timeOffset="11713.99">27210 2646 3163 0,'-11'-4'4'0,"0"1"63"0,1 1 55 16,10 2 41-16,-18 3 39 0,6 3 23 0,-1-1 13 16,-1 4 10-16,1 3 4 0,0 1-8 15,-3 3-17-15,5 1-22 0,-1 0-21 0,3 0-13 16,0 2-19-16,0-1-29 15,6-2-15-15,-1-3-14 0,0 1-17 0,2-2-54 16,2 0-54-16,2-1-75 0,2-3-83 16,0 1-90-16,1-3-102 0,4 0-121 0,0-2-163 15,0 1-6-15,-1-4 78 0,2 1-385 16,-10-2-455-16</inkml:trace>
  <inkml:trace contextRef="#ctx0" brushRef="#br0" timeOffset="12151.4">27550 2646 2755 0,'0'0'51'0,"0"0"38"0,-40 14 26 16,32-8 36-16,3-2 27 0,-1 1 8 0,3 1-8 16,3-6-4-16,-5 8-9 0,5-8-1 15,0 12-10-15,0-12-9 0,7 5-16 0,-7-5-12 16,9 4-8-16,-9-4-13 0,0 0-9 15,25-4-7-15,-25 4-8 0,20-5-9 0,-8-1-5 16,-5 0-6-16,3 2 0 0,0-4 10 16,-5 3-6-16,3-3 7 0,-5 2-1 15,1-1 2-15,0 0-2 0,-4 7-12 0,-2-10-7 16,2 10 0-16,0 0-6 0,-20-3-7 16,20 3-4-16,-41 9 4 0,9 2-9 0,-1 4-1 15,8 2 3-15,0 1 1 16,1 0-1-16,5 1 3 0,4-4 3 0,5 1 2 15,3-4 5-15,3 0 4 0,2-2-5 16,2 0-4-16,2-1-5 0,-2-1 1 0,6 0-18 16,3-2-5-16,1 1-1 0,1-3 0 15,-2 0 0-15,3-1-5 0,-1-2-13 16,-11-1-20-16,22 2-30 0,-22-2-22 0,21-3-33 16,-21 3-25-16,15-3-49 15,-8 0-43-15,-7 3-44 0,0 0-57 0,14-3-65 16,-14 3-87-16,0 0-123 0,0 0 25 15,0 0-381-15,0 0-447 0</inkml:trace>
  <inkml:trace contextRef="#ctx0" brushRef="#br0" timeOffset="12515.83">24006 3614 2845 0,'-106'27'93'0,"-2"-2"9"15,1-2 23-15,3 5 4 0,7-6 29 16,26-5 42-16,15-2 29 0,22-5 43 16,10-3-7-16,8-4-20 0,13-2-27 15,3-1-20-15,0 0-15 0,91-18-9 16,10-8-16-16,24-6-12 0,67-14-23 0,19-8-5 16,25 1-13-16,25-4-14 0,17-3-2 15,25 1-17-15,6 0-16 0,4 3-9 0,-3 1-4 16,-20 9-23-16,-23 7 2 0,-29 3-4 15,-30 9 3-15,-73 6-3 0,-21 10-1 0,-39 2 3 16,-12 0 30-16,-20 2 54 0,-12 4 34 16,-8-2 8-16,-8 2-7 0,-5 1-15 0,-6 0-16 15,-4 2-7-15,0 0-13 0,0 0-22 16,0 0-68-16,0 0-87 0,0 0-87 16,0 0-93-16,0 0-106 0,0 0-122 15,-29 12-126-15,25-9-182 0,4-3 62 0,-10 9 85 16,3-6-514-16,1 1-639 0</inkml:trace>
  <inkml:trace contextRef="#ctx0" brushRef="#br0" timeOffset="16665.09">24639 4435 3061 0,'-4'-13'-22'0,"-1"3"46"0,1-2 42 16,1 8 39-16,-1-4 24 0,4 8 3 16,-5-5-7-16,5 5 8 0,0 0 25 15,0 0 2-15,-10 15-3 0,8-3-7 0,0 2-9 16,2 3-2-16,-2 2-2 0,2-1-14 15,0 1-9-15,0 0-8 0,0 1-12 16,2-1-8-16,-2-7-7 0,2 3-8 16,-2-4-1-16,2-1 17 0,0 0 10 0,0-2 15 0,-2-8 5 15,2 9 14-15,-2-9-18 16,0 0-1-16,0 0-21 0,0 0-4 0,0 0-16 16,9-30-6-16,-5 12-8 0,-1-5-3 15,8-10-11-15,-4-1-5 0,0 2-2 16,4-1-6-16,-2 2-5 0,-4 6 7 0,3 9-11 15,-5 0 0-15,-1 5-1 0,5-1-15 16,-3 5 3-16,-1-1 4 0,3 6-9 0,-6 2-1 16,11-3 6-16,-11 3-2 0,0 0-2 15,0 0-18-15,28 5-3 0,-19-1-9 0,-4 2-12 16,5-1-3-16,-3 0-4 16,-2-1-4-16,4 1-2 0,-9-5 2 0,11 6 2 15,-11-6 3-15,11 2 6 0,-11-2 3 16,18-6 4-16,-7 2 6 0,1-5-3 15,1 1 8-15,0-4 1 0,0 3 1 0,1 1-1 16,-3 0 4-16,-2 4-6 0,4 0 3 16,-4 2 6-16,-9 2-1 0,16 3 0 0,-5 2 6 15,0 5-3-15,-4 1 4 0,3 1 0 16,-2 0 3-16,-1 3 1 0,-2 1-1 0,4-2-1 16,-4 1 2-16,3 1 0 15,-3-3 2-15,2 1-5 0,-2 0-43 0,-1-5-56 16,2 4-65-16,-5-3-78 0,3-1-74 15,0-4-76-15,-1 2-85 0,0-3-117 16,-3-4-50-16,11 1 62 0,-11-1-313 0,0 0-383 16</inkml:trace>
  <inkml:trace contextRef="#ctx0" brushRef="#br0" timeOffset="17085">25424 4185 2380 0,'3'-7'33'15,"-1"2"40"-15,-2 5 18 0,0 0 22 16,0 0 52-16,0 0 41 0,0 0 9 15,0 0 4-15,11 26 3 0,-7-9-1 0,2 3-11 16,-5 3-14-16,6 0-4 16,-5 2-2-16,0-2-3 0,-2 4-15 0,0-3-4 15,0 0-10-15,-4-2-12 0,0-1-10 16,0-1-14-16,0-5-2 0,-2 1-16 0,-1-1-11 16,-2-3-5-16,-1-2-12 0,0-1-6 15,-2-5-5-15,1 0-5 0,11-4-12 0,-21-6-7 16,8 0-14-16,2-5-11 0,-1-7-18 15,5-2-8-15,-3-9-4 0,4 1 2 16,4 5 1-16,-2-1 1 0,4 7 0 0,0 0-2 16,4-1-1-16,-2 3 4 0,3 5 0 15,-2-1-2-15,3 7 3 0,-1-2 2 16,3 2 2-16,-8 4 0 0,17 0 3 0,-17 0-2 16,20 7 2-16,-9-1 2 0,2 0 1 15,-1 5-4-15,2-2 3 0,0 2 4 0,3-1-4 16,-3 1-2-16,-3-1 2 0,3-3-31 15,-3 2-48-15,-2-3-55 0,1 0-35 16,-1-1-51-16,-1 0-42 0,-1 0-46 16,3-2-46-16,-2-2-39 0,-8-1-55 0,15-1-55 15,-15 1-45-15,13-7-6 0,-5 1-294 16,-3 1-333-16</inkml:trace>
  <inkml:trace contextRef="#ctx0" brushRef="#br0" timeOffset="17996.21">25657 4282 2230 0,'6'-19'-22'15,"1"3"50"-15,-4 0 49 0,3 5 32 16,-3-2 41-16,1 5 33 0,2 0 6 0,-3 2 5 15,6-1 9-15,-9 7 4 16,14 0 6-16,-14 0 5 0,25 4-1 0,-15 1-5 16,2 3-1-16,-1 1 4 0,1 3-6 15,-3 1-12-15,0 5-6 0,-1-4-13 0,-5 1-8 16,2-3-6-16,-3 1-6 0,-2 2-15 16,-2-3-17-16,2 2-11 0,-7-2-15 0,2 1-12 15,-1-1-12-15,1 0-20 0,-3-3-48 16,2-1-36-16,0 1-40 0,1-4-39 15,-1 0-44-15,6-5-49 0,0 0-47 16,0 0-45-16,0 0-30 0,0 0-21 16,-9-19-9-16,15 6 4 0,5-15 25 0,4-1 32 15,0 0 36-15,5-2 51 0,-6 6 46 16,-2 1 50-16,-2 9 53 0,-5 3 53 0,-1 2 39 16,0 3 28-16,-3-1 26 0,2 1 19 15,-3 7 8-15,2-8 2 0,-2 8 6 0,0 0 8 16,0 0-2-16,0 0 3 0,0 0-3 15,0 0-3-15,0 0-7 0,-12 25-8 16,8-13-8-16,4 0-6 0,0-2-9 0,0 2-8 16,0 0-9-16,2-2-5 0,2 1-4 15,0-1-7-15,0-2-4 0,2 1-7 16,1-3-2-16,2-2-3 0,2-2-5 0,-11-2-3 16,22-2-2-16,-10-2-2 0,-1-2-7 15,0-1 1-15,3-3-4 0,1 0-3 16,-2-3 1-16,-3 2-2 0,2-3 3 0,-3 2 13 15,-2 2 9-15,1 1 6 0,-2 3 4 16,0-2-3-16,-3 3-12 0,-3 5-2 16,8-5 1-16,-8 5-4 0,0 0-3 0,0 0-2 15,0 0-2-15,9 18-1 0,-7-14 0 16,3 3-2-16,-5-7 1 0,5 12 4 0,-1-5 1 16,-1-2 6-16,-3-5 2 0,8 7 3 15,-8-7-1-15,12 3-2 0,-12-3-1 16,0 0 0-16,18-8-3 0,-4 1-3 15,-5 0-4-15,4-3-5 0,-1 1 6 0,-1-3-7 16,1 2 0-16,1 1-7 0,-5 3-1 16,0 1-2-16,-1-2 1 0,-1 3 0 0,-6 4-1 15,7-7-6-15,-7 7 3 0,0 0-4 16,0 0 5-16,0 0 3 0,0 0-5 16,16 11 2-16,-16-11-4 0,6 10 2 0,-5-3 0 15,1 0-2-15,-2-7 5 0,8 10-4 16,-5-3 5-16,-3-7 4 0,7 8 6 0,-7-8 7 15,11 4 0-15,-11-4-10 16,18 0 6-16,-18 0-9 0,16-2 2 0,-16 2 1 0,21-6-2 16,-11 2-2-16,-1 0 4 15,-9 4 6-15,16-5 23 0,-16 5-22 0,11-5 3 16,-11 5 14-16,12-2 14 0,-12 2-12 16,5-5-3-16,-5 5-4 0,9-3-7 15,-9 3 0-15,0 0 0 0,14-1-5 0,-14 1-3 16,0 0-3-16,13-2 1 0,-13 2 0 15,0 0-1-15,0 0-5 0,0 0 6 0,22 3-4 16,-22-3-3-16,0 0-11 0,9 1 4 16,-9-1-1-16,0 0-49 0,0 0-36 0,0 0-40 15,0 0-40-15,0 0-49 0,14-2-55 16,-14 2-65-16,0 0-56 0,0 0-49 0,0 0-69 16,0 0-112-16,-37-4-69 15,2 10 81-15,-8 5-420 0,-20 5-501 0</inkml:trace>
  <inkml:trace contextRef="#ctx0" brushRef="#br0" timeOffset="18280.5">24579 5002 2729 0,'-37'22'-47'16,"0"2"33"-16,8-6 42 0,4-1 19 16,8-5 28-16,10-4 58 0,0-2 40 15,7-6 7-15,0 0 0 0,54-8-5 16,7-13-7-16,34-8-12 0,12-9-18 0,15-1-11 15,15-2 1-15,51-18 8 0,7-3-1 16,-1 1-13-16,11-1-10 0,-5 4-10 16,-2 3-9-16,-3 9-11 0,-53 12-7 0,-4 4-12 15,-16 1-3-15,-22 5-8 0,-29 11-3 16,-13-1-2-16,-19 5-4 0,-10 3-4 0,-7 2-10 16,-6-1-2-16,-9 3-7 0,-1 1-20 15,-6 1-38-15,0 0-60 0,0 0-80 0,0 0-103 16,0 0-111-16,0 0-134 15,0 0-146-15,-38-2 61 0,25 2-364 0,-3 0-452 16</inkml:trace>
  <inkml:trace contextRef="#ctx0" brushRef="#br0" timeOffset="19113.07">27167 3942 2723 0,'-5'-9'-4'0,"-6"1"24"0,0-3 21 16,-2 1 29-16,-2-1 21 0,0 3 25 15,-5 0 3-15,6 1 13 0,-4 3-13 0,1 2-10 16,0 2-11-16,-2 4-15 0,-5 1-3 15,-4 7-2-15,4 2-8 0,4 0-11 0,6-1-2 16,-2-1-5-16,9 3 0 0,5-2 3 16,2 1-16-16,5-1 5 0,10 11-3 0,3-9-13 15,6 3 8-15,11-3-3 0,-7-3 3 16,6 4 6-16,-5-3-6 0,2 1 1 16,-10-2 7-16,-5-3 9 0,0-1 12 15,-1 1 15-15,-5-1 16 0,-1 3 24 0,-3-3 14 16,-4-1 4-16,-2 3-5 0,-4-1 4 15,-1 1-30-15,-3 0-3 0,-2 1-14 16,-3 0-9-16,-3 0-4 0,3-1-12 0,-4 0-7 16,4-1-11-16,-3-3-33 0,3 0-37 15,4-2-61-15,1 0-79 0,8-4-89 0,-21 0-78 16,21 0-73-16,-13-6-80 0,11 0-114 16,2 6-49-16,0-9 66 0,2 1-330 15,1 0-390-15</inkml:trace>
  <inkml:trace contextRef="#ctx0" brushRef="#br0" timeOffset="19913">27131 4233 2480 0,'0'0'18'0,"0"0"44"0,0 0 53 0,0 0 56 15,0 0 33-15,13-5 27 0,-13 5 3 16,5-7 4-16,-5 7-5 0,9-10-8 16,-4 1-16-16,1 2 3 0,1-5-16 0,4 2-20 15,0-1-17-15,0-2-16 0,1-1-14 16,-1-1-12-16,0 0-12 0,3-2-10 0,-3 0-11 15,1 0-5-15,-3 1-9 0,2-1-6 16,-3 3-9-16,0 2-5 0,-4 1-4 0,1 3-2 16,1-1 2-16,-5 2-5 15,6 2 0-15,-7 5-6 0,5-8-6 0,-5 8-2 16,0 0 1-16,0 0-9 0,0 0 2 16,8 24-3-16,-8-14 1 0,2 4-3 15,1 0-1-15,1 2 5 0,3-2-3 0,0 1-1 16,-2-1 1-16,3-1-1 0,-1-1-3 15,2-5 2-15,-4 3 1 0,2-7-5 0,1 1 2 16,-8-4 1-16,19 1 0 0,-19-1-2 16,23-10 4-16,-10 2-13 0,5-3 6 0,-5-1-1 15,3-3-8-15,-4 1 4 0,0-4-1 16,1 1-2-16,-2 3 3 0,0-1-4 16,-2 2 1-16,-4 2 0 0,1 4-5 15,0-1-1-15,-2 1 0 0,0 2-7 16,-4 5 0-16,0 0 5 0,0 0 1 0,0 0 3 15,0 0-4-15,0 0 3 0,13 22-1 16,-11-15 7-16,-1 1-7 0,1 0 4 0,3 1-3 16,-3-1-1-16,1-2 6 0,3 2 0 15,0-4-5-15,-1 2 2 0,-5-6-1 0,16 6-1 16,-7-6 0-16,-9 0-3 0,21-6 2 16,-10 0-2-16,1 0 2 0,1-5 0 0,3-1-2 15,-3-5 4-15,2-5-2 16,0-2 0-16,-2-4-1 0,-1-1 6 0,-2-4-5 15,-1 0-1-15,-3-3 2 0,2-2 1 16,-5 10-3-16,1 4 2 0,-2 7 9 16,0 3 5-16,0 1 2 0,-2 1 0 0,0 3-3 15,0 4-3-15,0 5 2 0,0 0 13 16,0 0 5-16,0 0 9 0,-13 28 6 0,11-15 11 16,2 4 8-16,2 1 5 0,1-1 2 15,3 1 3-15,-1-1-3 0,6-1 2 0,0-3 1 16,-2-1 4-16,3 0 2 15,1-4-4-15,3-1 7 0,-2-3-4 0,0 0-4 16,1-4-6-16,1 0-2 0,-1-1 0 16,0-2 1-16,-2 1-6 0,1 2 4 0,-5-4-60 15,2 0-2-15,0 3 0 0,-4-1 0 16,-7 2 0-16,13-5 0 0,-13 5 0 16,10-3 0-16,-10 3 0 0,7-4 0 0,-7 4 0 15,6-6 0-15,-6 6-21 0,0-6-226 16,0 6-68-16,0 0-91 0,-4-10-79 0,4 10-99 15,-14-5-130-15,5 3-90 0,-6 0 89 16,-2 4-611-16,-8 0-784 0</inkml:trace>
  <inkml:trace contextRef="#ctx0" brushRef="#br0" timeOffset="20329.5">23222 4975 3768 0,'-19'6'42'15,"2"-3"31"-15,5-1 26 0,5 0 16 0,7-2-5 16,0 0-11-16,-4-9-13 0,13-3-9 15,14-5-6-15,8-3-7 0,19-8-9 16,3 2-6-16,12-1-29 0,2 2-73 16,17-8-78-16,-18 10-76 0,20-6-103 0,-19 7-110 15,-5-2-187-15,1 2 48 0,-5-3-271 16,-10 7-317-16</inkml:trace>
  <inkml:trace contextRef="#ctx0" brushRef="#br0" timeOffset="20548.06">23981 4607 2486 0,'-8'4'63'0,"8"-4"9"16,-5 5 12-16,5-5 2 0,-5 5 13 15,5-5 19-15,0 0 32 0,2 7-8 16,-2-7-6-16,5 8-7 0,-3-2-13 0,-2-6-15 16,3 15-5-16,-1-6-9 0,-2 0-7 15,-2 4-6-15,0 2-9 0,-1 2-14 16,-6 2-27-16,4 2-49 0,-4-1-66 15,-1 1-70-15,0 6-84 0,1-5-112 0,3-2-165 16,-2-6-21-16,4 1 59 0,1-1-139 16,3-4-121-16</inkml:trace>
  <inkml:trace contextRef="#ctx0" brushRef="#br0" timeOffset="20747.48">24223 5455 2034 0,'2'6'182'0,"-2"-6"24"0,7 4 0 0,-7-4 8 16,0 0-12-16,27-15-20 15,-10 6-12-15,12-6-15 0,2 0-18 0,-1 1-37 16,4-3-60-16,8-2-88 0,0-1-88 16,2-1-123-16,-3-1-130 0,-8 2-146 0,-3 1 37 15,-3-2-170-15,-4 4-163 0</inkml:trace>
  <inkml:trace contextRef="#ctx0" brushRef="#br0" timeOffset="20979.87">24619 5149 1797 0,'-4'4'34'0,"-1"0"20"16,1 4 36-16,2-3 38 0,2-5 23 0,-2 14 24 16,2-6 16-16,0 0 15 0,2 5 0 15,-2-3-9-15,4 4-10 0,0-3-14 0,-2 5-5 16,-1-2-2-16,-1 1-9 0,0-1-4 15,0-1-12-15,0 4-10 0,-3-1-15 0,-1 1-14 16,0 0-11-16,-2-1-11 0,-2-1-36 16,3 1-49-16,-1-2-64 0,3-1-65 15,-2-3-69-15,1-2-73 0,1-3-93 16,1-1-124-16,2-4-86 0,0 0 49 16,0 0-246-16,0 0-264 0</inkml:trace>
  <inkml:trace contextRef="#ctx0" brushRef="#br0" timeOffset="21395.97">25105 4984 2177 0,'13'-9'47'16,"-5"3"25"-16,0 4 29 0,-8 2 55 15,0 0 56-15,14 16 43 0,-7-1 17 16,-3 5 0-16,-3 4 0 0,1 11-4 0,-2-3-14 16,-2 4-15-16,-1 3-21 0,-3-4-19 15,6-6-14-15,-4 6-20 0,2-8-20 0,0-5-17 16,2-5-10-16,0 2-14 15,0-5-16-15,0-1-33 0,0-4-31 0,2 0-28 16,-2-2-32-16,0-7-36 0,3 8-28 16,-3-8-29-16,0 0-5 0,0 0-3 0,0 0-8 15,0 0 2-15,-5-33 9 0,-1 16 7 16,-5-3 16-16,-3-9 10 0,-2 2 11 0,-4 1 12 16,4 4 23-16,-2 5 20 0,5 3 31 15,1 4 28-15,1 3 22 0,6-3 13 16,-6 4 12-16,6 0 7 0,-1 0 9 0,6 6 4 15,-5-11-3-15,5 7-4 16,0 4-1-16,4-13-10 0,3 5-5 0,0-2-5 0,11-2-5 16,-3 1-10-16,8-6-4 15,2 0-9-15,-4 5-23 0,3-3-28 0,-3 4-28 16,-3 1-33-16,-3 5-40 0,-5-2-28 16,1 5-23-16,-2 1-18 0,-9 1-15 0,18 0-16 15,-13 3-22-15,1 4-25 0,-3 2-32 16,-1 2-32-16,-4 7-46 0,-1 4-86 0,-8 10-19 15,-3 3-165-15,-7 8-140 0</inkml:trace>
  <inkml:trace contextRef="#ctx0" brushRef="#br0" timeOffset="22832.13">24940 5616 1698 0,'0'0'24'0,"0"0"35"0,27-14 28 0,-11 1 35 15,0 2 20-15,4-10 25 0,1-1 13 16,4 0 6-16,0-1-1 0,-3 0-4 15,3 0-7-15,-2 3-10 0,-1-3-14 0,-2 5-8 16,-2 3-14-16,-5 5-10 0,-1 1-15 16,-3 1-12-16,0 1-4 0,-2 4-10 15,4 1 4-15,-11 2 0 0,0 0 1 0,20 5-6 16,-14 0 5-16,2 4-2 0,-5-1 0 16,3 2-3-16,0 2-4 0,-5 2-5 15,6 3 9-15,-2-5-2 0,-1 1-9 0,2-1-7 16,-1 1-6-16,2-5-5 0,-4 2-3 0,5-3-2 15,-5-3-1-15,-3-4-2 16,16 2-4-16,-16-2-6 0,20-6-5 0,-8-3 1 16,3-5-2-16,1 1-2 0,2-9 6 15,2 0 3-15,-5 5 8 0,-3 2 8 0,1 1 1 16,-3 2 1-16,-3 3-7 0,0 1-8 16,3 3 2-16,-2 1 3 0,-1 2 1 0,-7 2-5 15,0 0 4-15,24 4-6 0,-24-4-2 16,12 9-10-16,-6-4 8 0,0 0-12 15,0 0 3-15,-2 0 3 0,-4-5-3 16,9 9-5-16,-9-9 5 0,7 6-4 16,-7-6 3-16,11 0-6 0,-11 0 2 0,0 0 0 15,28-13-1-15,-17 5-2 0,4-5-3 16,1-2-3-16,3-6 3 0,0-1 2 0,0 0-2 16,-4 5 1-16,-3 3-3 0,-3 2 2 15,-2-1 1-15,4 5 3 0,-6 2-4 0,3-1-4 16,-3 3 4-16,-5 4 5 0,7-4 1 15,-7 4 2-15,0 0 4 0,0 0-4 0,12 12-4 16,-12-12 4-16,2 15-4 0,-2-9-1 16,0 3-2-16,0-1 1 0,0 3-2 15,0-2-2-15,0-1 4 0,-2 1-1 0,2 1-1 16,-1-3-8-16,1 1 8 0,0-8-6 16,-2 16 3-16,-4-6 2 0,3-2-1 15,-2 3 2-15,-2-3 2 0,-1 3 0 16,1-5-3-16,-2 3 0 0,2-1-6 0,2-4 7 15,-1 1 12-15,6-5 13 0,-8 7-3 16,8-7-5-16,0 0-1 0,0 0-2 0,0 0-5 16,0 0-4-16,0 0 0 0,0 0-4 15,0 0-1-15,26-16 4 0,-14 11 0 0,1-2-8 16,9 1 1-16,-2-3-4 0,9-3 2 16,1 0 6-16,-1 0-12 0,-3-3 3 15,1 1 16-15,-2-3-22 0,0 0 0 0,-3-6 19 16,0 2 2-16,-1-4-7 0,-5 4 9 15,2-3-5-15,-7 2 2 0,-1 5 0 16,-2 4 4-16,-3-3-1 0,1 2 16 16,-3 4 11-16,-1 0 3 0,3 3 2 0,-3 0-7 15,-2 7-3-15,0 0-4 0,0 0 1 16,0 0-7-16,0 0-1 0,0 0 1 0,0 0-7 16,0 0-1-16,-18 24-1 0,16-12 3 15,2-2-8-15,-1 4 1 0,1-2-3 0,1 1-1 16,-1-1-12-16,0-1-20 0,4-1-9 15,-2 0-21-15,3 1-9 0,6-3 8 0,2-2 7 16,8-2 4-16,4-1 1 16,3-3-14-16,18-3-12 0,2-5-8 0,9-2-14 15,-1-1 0-15,0-7 4 0,-3-1-1 16,-5-4 4-16,-4 3 6 0,-16-1 11 0,-1-1 4 16,-7-4 11-16,-9 4 13 0,-8 1 17 15,-1-2 19-15,-7-12 16 0,-6 4 7 0,-9 0 8 16,-1 2 10-16,-4 7 19 0,-1 1 17 15,-1 4 9-15,8 5 11 0,-2 5 4 0,4 6 3 16,1 6 13-16,-2 2 4 0,0 3 2 16,4 4-4-16,2 1-7 0,0 4-11 15,5 1-9-15,1 3-10 0,4 0-31 0,2 0-52 16,2 1 0-16,4 7 0 16,3-2 0-16,1-5 0 0,-3-5 0 0,3 0 0 15,-1-2 0-15,-1-3 0 0,0-1 0 16,-1-2-96-16,1-1-70 0,-4-2-22 0,-1 0-17 15,1-2-17-15,1 1-11 0,-4 1-10 16,-1-2-1-16,0-6-2 0,-1 12 2 0,-6-4 17 16,-2 3 15-16,-2-2 21 0,-3-1 24 15,-1-2 17-15,-1 2 32 0,2-4 33 0,0-4 43 16,3 0 31-16,11 0 25 0,-18-4 7 16,14-2 9-16,4-3 10 0,8-3 8 15,0-3 8-15,7 3 3 0,6-8 5 16,2-1 5-16,6 6 22 0,5-1 25 0,4 1 10 0,14-2-1 15,-3 1-11-15,-1 1-12 16,2 1-9-16,-11 4-10 0,-1 2 8 0,-4-1-2 16,-9 1-8-16,-3 4-10 0,-8 0 8 15,2 3 8-15,-7-2-3 0,2-1-9 0,-2 3-4 16,-9 1-7-16,0 0-2 0,18 5 3 16,-11 3-12-16,-4 1-6 0,3-1-1 15,-1 2-5-15,-1 1 1 0,2 1-11 0,-5-4-1 16,6 2-3-16,-1 4-5 0,-3-5-17 15,1-2-29-15,0-2-44 0,1 0-45 16,5-2-57-16,1-1-69 0,2-4-83 16,5 1-69-16,3-8-59 0,8-3-47 0,-1-3-21 0,-2-2-48 15,1-2-71-15,-6-2-526 16,-1-4-630-16</inkml:trace>
  <inkml:trace contextRef="#ctx0" brushRef="#br0" timeOffset="23015.12">27470 4724 2913 0,'0'-14'-123'0,"-4"4"60"0,4 3 38 16,-1 2 30-16,1 5 35 0,0 0 37 15,0 0 44-15,0 0 33 0,0 0 13 16,0 0 8-16,-24 18 2 0,17-7-5 0,2 3-1 16,-2 1-7-16,1 5-17 0,3 1-13 15,-1 1-11-15,0 1-17 0,4 0-12 16,-1-4-43-16,2 6-45 0,-1-1-54 0,4-1-56 16,3 12-38-16,6-4-40 0,-1-2-56 15,-2-7-83-15,0-3-116 0,-1-4-122 16,-3-1 36-16,1 0-236 0,0-3-250 0</inkml:trace>
  <inkml:trace contextRef="#ctx0" brushRef="#br0" timeOffset="23200.72">27300 5048 2153 0,'-11'-2'44'16,"2"0"25"-16,9 2 24 0,-18 2 21 15,18-2 25-15,0 0 28 0,-15 3 5 0,15-3 6 16,-6 4-6-16,6-4-12 0,0 0-19 15,0 0-16-15,0 0-9 0,0 0-44 16,0 0-63-16,0 0-71 0,46-7-73 16,-31 2-75-16,1 0-93 0,-2-2-119 0,0 0-86 15,-3 3 37-15,1-1-146 0,-4-1-115 16</inkml:trace>
  <inkml:trace contextRef="#ctx0" brushRef="#br0" timeOffset="23645.21">25883 5896 1916 0,'-54'14'99'15,"10"-4"4"-15,8-5 1 0,7 1 29 0,9-5 25 16,2-1 25-16,9-1-16 0,9 1-9 16,8-11-15-16,18-4-9 0,21-7-12 15,34-12-13-15,18-6-14 0,12-2-6 0,11-8-6 16,9 1-8-16,5-1-29 0,-2 5-21 16,2-3-42-16,-3 7-55 0,-3 5-56 0,-10 4-57 15,-15 3-69-15,-31 8-63 16,-9 4-99-16,-16 5-77 0,-18 4 53 0,-12 3-111 0,-8-1-54 15</inkml:trace>
  <inkml:trace contextRef="#ctx0" brushRef="#br0" timeOffset="30447">27899 2613 1317 0,'0'0'197'16,"0"0"-27"-16,3 6-12 0,-3-6 5 0,0 0-3 15,0 0-6-15,0 0-4 16,0 0 2-16,0 0 3 0,0 0-14 0,0 0-16 15,0 0-12-15,0 0-9 0,0 0-9 16,0 0-5-16,0 0-3 0,0 0-2 16,0 0-1-16,0 0-4 0,0 0-1 0,0 0 1 15,0 0-2-15,0 0-3 0,0 0-6 16,0 0-1-16,0 0-6 0,0 0 9 16,0 0 2-16,0 0-4 0,0 0 6 0,0 0 5 15,-7 12 10-15,3-3 4 0,1-3 3 16,1 4 2-16,0-2 6 0,-3 0 12 0,3 0 10 15,2-8-1-15,2 15 10 0,-4-9 16 16,2-6 19-16,2 9 9 0,-2-9 6 16,0 9 8-16,0-9 4 0,-2 9 0 0,2-9-4 15,0 0-7-15,0 0-18 16,0 0-10-16,0 0-12 0,0 0-16 0,11 3-14 16,-11-3-12-16,0 0-52 0,0 0-53 15,0 0 0-15,0 0 0 0,0 0 0 0,14-13 0 16,-14 13 0-16,0 0 0 0,6-6 0 15,-6 6 0-15,0 0-12 0,0 0-250 16,0 0-90-16,2-6-107 0,-2 6-120 0,0 0-162 16,0 0-115-16,-33 8 79 0,19-1-636 15,-6 2-863-15</inkml:trace>
  <inkml:trace contextRef="#ctx0" brushRef="#br0" timeOffset="30929.27">27796 3033 3577 0,'0'0'-117'0,"0"0"65"16,0 0 56-16,0 0 40 0,0 0 53 0,24-5 35 0,-24 5 26 15,9-4 23-15,-9 4 10 16,9-5 4-16,-9 5 2 0,7-5 2 0,-7 5 2 15,10-7 1-15,-10 7 5 0,6-5-6 16,-6 5-17-16,5-5-2 0,-5 5-7 16,0 0-7-16,8-8-11 0,-8 8-3 0,0 0-15 15,0 0-15-15,7-6-16 0,-7 6-11 16,0 0-13-16,0 0-10 0,0 0-10 0,0 0-5 16,0 0-9-16,0 0-6 0,0 0 1 15,0 0-8-15,0 0 4 0,0 0-8 0,-9 24 3 16,9-24 2-16,-2 9 1 0,2-9 11 15,0 0-3-15,2 10 8 0,-2-10 6 16,4 9 8-16,-4-9 7 0,3 5 8 0,-3-5-84 16,9 5 0-16,-9-5 0 15,0 0 0-15,0 0 0 0,14 0 0 0,-14 0 0 0,0 0 0 16,18-7 0-16,-18 7 0 16,7-5 0-16,1 0 0 0,-8 5 0 0,7-7 0 15,-2 2 0-15,-5 5 0 0,5-9 0 16,-5 9 0-16,4-5 0 0,-4 5 0 0,-2-7 0 15,2 7-15-15,0 0-421 0,-21-1-87 16,21 1-95-16,-25 3-131 0,8 1-95 16,2-1 67-16,-6 2-661 0,4 0-889 0</inkml:trace>
  <inkml:trace contextRef="#ctx0" brushRef="#br0" timeOffset="31595.23">24362 3666 3521 0,'-15'4'-267'0,"-3"-2"49"0,3 0 34 0,-1 2 33 16,5-2 33-16,-1 2 20 0,-1-1 24 15,2-2 14-15,0 2 17 0,1-1 15 16,10-2 5-16,-15 3 2 0,15-3 7 0,0 0 3 15,-8 4 6-15,8-4 12 0,0 0 11 16,0 0 3-16,66-11 9 0,-14 2-4 0,21-5-1 16,34-5-6-16,9-4 0 0,17 0-5 15,16-3 4-15,60-3-3 0,10-4-2 16,5 3-1-16,0 2-5 0,2-3 4 0,-7 5-4 16,-8 0 1-16,-49 6-2 15,-10 1 6-15,1-1 3 0,-14 1 6 0,-15 3 1 16,-13 2 1-16,-31 4 1 0,-16-2 7 15,-7 4 12-15,-14 1 14 0,-7-1 6 0,-11 3 8 16,-7 3 10-16,-4-2-10 0,-3 1-1 16,-5 0-12-16,-6 3-7 0,0 0-17 0,0 0-32 15,0 0-40-15,0 0-47 0,0 0-62 16,0 0-87-16,0 0-102 0,0 0-164 16,0 0-143-16,0 0-141 0</inkml:trace>
  <inkml:trace contextRef="#ctx0" brushRef="#br0" timeOffset="33943.33">28436 2401 1571 0,'12'-4'-95'0,"-12"4"37"15,0 0 30-15,9-3 32 0,-9 3 33 16,0 0 31-16,10-5 19 0,-10 5 17 16,7-4 15-16,-7 4 14 0,0 0 9 0,0 0 6 15,8-5 8-15,-8 5 11 0,0 0 5 16,0 0-10-16,0 0-5 0,0 0-10 0,0 0-5 15,0 0-13-15,0 0-17 16,0 0-12-16,-15-11-8 0,15 11-11 0,-23-3-7 16,3-3-7-16,-4 4-9 0,-1-4-5 15,-12 0-2-15,-6 0-9 0,-2 0-4 16,-14 3-3-16,-4-5-6 0,0-1-3 0,-3 6-5 16,0-3-2-16,-1 2 5 0,-1-1-4 15,-5 1-3-15,-1 0-4 0,-3 0-4 0,0 0 10 16,-4 2-6-16,-3 0-4 0,1 2-2 15,-1-5-1-15,-4 5-2 0,4-3 2 16,-2 3-2-16,5 0-3 0,-1 0-3 16,2 0 1-16,2-3 7 0,3 1-2 15,7 0-2-15,-1 0-3 0,8 2 6 0,0-4-2 16,13 2-3-16,1 2-2 0,-1-2 0 16,3 0 1-16,-5 2 4 0,2 0-4 0,1 0 1 15,1-3 8-15,1 3-8 0,2 0-1 16,1-2 3-16,1 0-2 0,0-1-4 15,9 1 2-15,-10-1 2 0,4-1 2 0,-4 0-7 16,0 0 7-16,-2-5-2 0,1 8 0 16,1-3-1-16,-2-1 2 0,0 3-5 0,4 0 6 15,-4-1-6-15,3 3-4 0,-6 0 12 16,6-1-6-16,-5 2 4 0,-1 1-8 16,-3-2 5-16,0 5 4 0,-9-2-1 15,12-3-4-15,-2-1 0 0,6 1 6 16,-1 1-11-16,0-1 2 0,5 4 6 0,-2-1-2 15,-1-1-3-15,4 1 4 0,0 3-4 16,-2 0 5-16,4 1 1 0,-4 0-5 0,0-4 7 16,0 1-4-16,-2 0-1 0,2 0-1 15,-2 0 3-15,2 4 2 0,-2-3-4 16,0-1 3-16,0 1-7 0,-4 4 0 16,5-1 1-16,-3 1 12 0,-12-1-13 15,2 4 9-15,0-1-5 0,-1 3 1 0,3-2-2 0,8-3 6 16,-5 3-3-16,1 3 1 0,8-3-5 15,-9 3 2-15,12-1-2 0,1-2 4 16,3 1 1-16,1 1-9 0,3 0 3 16,3 3 7-16,-1 2-6 0,-2 3 1 15,9 0 0-15,-3 2 1 0,2 3 10 0,2-2-8 16,3 2-5-16,2 2 12 0,0 2-4 16,3-1-1-16,2 0-3 0,2-4 6 0,1 9 0 15,3-3-8-15,1 4 8 0,2-3-5 16,0 5-21-16,2 1 16 0,1-1 2 15,3-3 5-15,1 3-5 0,0-1-4 16,0-4 3-16,2 0-1 0,5-2-5 0,-3 0 7 16,3-4-3-16,5 1 6 0,-2-3-5 15,4-1 4-15,4 1 4 0,1-3-2 16,10 3 4-16,-3-5 5 0,6-1-6 0,-3-1-2 16,1-4-4-16,19 3 8 0,-3 0-3 15,7-2-7-15,-1-6 4 0,4 3-11 16,-1-2 14-16,7-3 1 0,-5 2 1 0,5-2-10 15,2 1 4-15,1-2 7 0,0 1-6 16,-3-1 3-16,3 0 2 0,-5-2-5 0,4 2-3 16,-1 1 5-16,0-4-3 0,3-1 0 15,-2-2 4-15,1-2 0 0,-1-1 1 16,1-4-2-16,6 1 0 0,-2-6-1 0,23-3 1 16,3-1 0-16,-2 1-2 0,6 0 2 15,-4-1 7-15,4 4-8 0,-2-2-8 16,-22 6 2-16,23-4 10 0,-27 3-6 15,2 3-4-15,-4-1 5 0,0 2 0 0,-1-1-2 16,-5 2 3-16,-2 0-1 0,2 2 0 16,-2-3-3-16,0 2 3 0,3-2 3 0,-2 1-11 15,-1 1 6-15,1-2 4 0,-3 1-2 16,3-1 6-16,-6-2-12 0,4 0 3 16,-3 1 5-16,-4-2 0 0,1 1 3 0,-2-1-6 15,3-1-4-15,-1 0 4 16,0-4 4-16,-1 5-9 0,-1-3 6 0,2 2-4 0,-2 0 3 15,-6 0-1-15,-9 0 3 16,-5 4 5-16,4 0 8 0,-9 0 9 0,-5 1 1 16,-8 2 13-16,-4-1 11 0,-3 2 14 15,-3-1 12-15,0 0 12 0,-11 2 12 0,15-2 10 16,-15 2 2-16,15 0 0 0,-15 0-2 16,14-3-3-16,-14 3-11 0,0 0-9 15,13-2-5-15,-13 2-8 0,0 0-8 0,12-2-3 16,-12 2-10-16,0 0-1 0,0 0-4 15,13-1 6-15,-13 1 14 0,0 0 22 0,0 0-4 16,7-6-6-16,-7 6-11 16,4-8-8-16,-2 0-1 0,0 1-12 0,-2-5-5 15,3 0-3-15,-2-6-3 0,-1 0 1 16,0-2-8-16,0-3-8 0,0-3 0 0,0-1-3 16,-1-11-7-16,1 0 1 0,-3-3-1 15,1 1 17-15,0 0-37 0,2-3-22 16,-2 0-17-16,4 0-31 0,-4 3-31 0,2 9-50 15,4-4-67-15,-2 4-63 0,1 7-78 16,-2 0-71-16,-1 4-88 0,4 1-156 0,-4 7-24 16,-4-5 90-16,0 4-343 0,-4 1-439 15</inkml:trace>
  <inkml:trace contextRef="#ctx0" brushRef="#br0" timeOffset="37692.93">28266 2714 2321 0,'-11'4'-194'0,"4"-4"34"16,7 0 35-16,-18 1 36 0,18-1 30 15,-9 4 15-15,9-4 26 0,0 0 8 16,-14 1-4-16,14-1 5 0,0 0 17 0,0 0 37 16,0 0 33-16,0 0 18 0,0 0 16 15,23 11-2-15,-3-11 2 0,4-2-4 16,17-1-6-16,0-3 0 0,3 0-8 15,0-3 0-15,-1 2-6 0,0-3-2 16,-4 5-2-16,-3-5 3 0,1 5-3 0,-13-1 3 16,-2 0 4-16,-7 4 10 0,-2-2-8 15,-2 1 0-15,1 0-9 0,-12 3-5 0,15-2-10 16,-15 2-12-16,14-4-10 0,-14 4-4 16,0 0-17-16,15 0 5 0,-15 0 3 15,0 0-5-15,4 16-6 0,-6-6-3 0,2 7-7 16,-4 4 24-16,-3 14-14 0,-1 5-3 15,-4 9 23-15,-1 6-8 0,-1 4 5 16,-4 3-12-16,-1-1-5 0,2 2 1 0,-1-5 2 16,1 2-6-16,4-6-4 0,-3 1 13 15,3-5 15-15,0-1 3 0,1-11 0 16,5-1 0-16,-2-2 17 0,-2-4-4 16,4-5 5-16,2-7 4 0,1-4-1 0,-2 0 1 15,5-3 4-15,-6 0 5 0,3-3 8 16,2-1 8-16,1 1 2 0,-1-4 6 0,2-5 8 15,-4 12-1-15,2-6 4 0,2-6 1 16,-2 7-10-16,2-7 3 0,0 0-12 16,-1 10-7-16,1-10-3 0,-4 6-12 0,4-6-9 15,0 0-4-15,0 0-10 16,-2 9-13-16,2-9 2 0,0 0-9 0,0 0-4 0,-3 7-1 16,3-7 6-16,0 0-11 0,0 0 16 15,9 8 12-15,-2-4 4 0,-7-4-2 16,19 4-7-16,-6-2-5 0,3 1-3 15,1-2-1-15,0 1-7 0,2 0 0 0,0-2-4 16,0 2 2-16,-2-2-2 0,1 1-6 16,-5-1 2-16,0 0-1 0,-13 0 2 15,24-1 7-15,-24 1 9 0,20 0-2 0,-20 0-1 16,17 0-4-16,-17 0-5 0,13-2-5 16,-13 2 1-16,0 0-2 0,18 0-4 15,-18 0-6-15,0 0 6 0,0 0-6 16,15 0-2-16,-15 0-3 0,0 0-19 0,0 0-31 15,0 0-38-15,0 0-32 0,11-2-50 16,-11 2-68-16,0 0-82 0,0 0-109 0,0 0-119 16,0 0-149-16,0 0-84 0,0 0 75 15,0 0-542-15,0 0-706 0</inkml:trace>
  <inkml:trace contextRef="#ctx0" brushRef="#br0" timeOffset="38196.04">28800 3703 3331 0,'0'0'-54'0,"4"-12"43"15,-4 12 48-15,0 0 35 0,0 0 45 16,-4-7 21-16,4 7 9 0,0 0 4 15,0 0-7-15,0 0-7 0,0 0-8 0,-12-4-6 16,12 4-4-16,0 0-2 0,0 0-6 16,0 0-10-16,0 0-1 0,0 0 1 0,0 0-3 15,0 0-2-15,0 0-1 16,0 0 0-16,-7 16-3 0,7-16 2 0,0 13-2 16,0-13-5-16,4 15-6 0,-2-7-4 15,-1 2-24-15,3 2-7 0,1-3-2 0,0 5-5 16,1-2-2-16,-1 1-7 0,6-1 2 15,-6 3-4-15,2-3-4 0,-1-2-1 16,0-1-2-16,-3 2 0 0,4-2 0 0,-5 0 2 16,-1 1 2-16,1-2 19 0,-2 3 11 15,-2-4 11-15,-1 3 3 0,-6-2 11 0,2 4-14 16,-2-3-6-16,0 3-2 0,-3-4-4 16,-1 3-6-16,-1-5-8 0,3 3 1 15,-3-2-2-15,1 1-11 0,4-3 3 16,-2 1 1-16,4 0-11 0,0-3-11 0,-1 0-26 15,8-3-42-15,-14 6-52 0,14-6-53 16,-11 5-57-16,6-4-74 0,5-1-75 16,-12 3-78-16,12-3-81 0,-13 0-122 0,13 0-63 15,-12 0 74-15,12 0-422 0,0 0-533 16</inkml:trace>
  <inkml:trace contextRef="#ctx0" brushRef="#br0" timeOffset="40527.16">29418 3613 2589 0,'0'0'-159'0,"13"-1"53"0,-13 1 33 0,0 0 40 16,10-5 45-16,-10 5 41 0,0 0 35 15,0 0 41-15,0 0 26 0,0 0 13 0,0 0 7 16,-29 13 13-16,11-9-2 0,2 0-1 16,-7 3-1-16,0-1-6 0,1-2-14 0,2 0-4 15,2-1-11-15,2 0-9 0,0-3-5 16,5 2-5-16,0 0-7 0,11-2-4 15,-21 0-4-15,21 0-11 0,-16 0-10 0,16 0-8 16,-13-4-7-16,13 4-3 0,-12-3-8 16,12 3-3-16,-9-5-1 0,9 5-9 15,0 0-6-15,-11-5-10 0,11 5-7 0,0 0-5 16,0 0-7-16,0 0 3 0,-14 15-4 16,10-6 3-16,1 6 2 0,-1 0-2 15,-4 6 22-15,0 8 4 0,-3 0 8 16,4-4-11-16,1-3-1 0,2-1-2 0,0 0 3 15,4-1 1-15,2-2 16 0,-2 1-6 16,6 1 16-16,-2-4 19 0,5 1 0 0,0 1-1 16,3-5-6-16,1-1-2 0,1-1-6 15,1-1-7-15,2-3-9 0,-4 0-10 16,5-4-3-16,-1 2-7 0,0-2-22 16,-4-1-37-16,3 0-49 0,-5-2-48 0,3 1-43 15,-14-1-61-15,27-1-73 0,-18 1-81 16,2-2-81-16,-1 0-104 0,-1-2-145 15,-1 0-19-15,-1-3 83 0,-1 1-431 0,0-2-544 16</inkml:trace>
  <inkml:trace contextRef="#ctx0" brushRef="#br0" timeOffset="40727.15">29279 3930 2741 0,'0'0'-20'0,"0"0"51"16,-19 1 27-16,19-1 39 0,0 0 36 0,0 0 33 0,-14 0 16 15,14 0-8-15,0 0-17 16,0 0-15-16,0 0-10 0,0 0-20 0,0 0-9 16,0 0-16-16,26-13-49 0,-12 9-65 15,1 2-84-15,5-3-86 0,-4 2-108 16,5-2-154-16,4-1-133 0,-2 2 58 0,0-3-183 16,0 0-210-16</inkml:trace>
  <inkml:trace contextRef="#ctx0" brushRef="#br0" timeOffset="41141.89">29753 3763 1904 0,'0'0'38'0,"-11"-8"31"0,11 8 5 16,0 0 14-16,0 0 29 0,0 0 33 16,0 0 40-16,-25 8 14 0,19 0 2 0,1 4 1 15,-4-1 4-15,4 3-7 0,-2 1-27 16,-3 1-7-16,0 1-18 0,3 2-15 15,-1-2-12-15,0 0-9 0,-1 0-13 0,-2-1-11 16,3-3-7-16,0-1-7 0,-1 1-7 16,0-3-8-16,-2 0-15 0,-2-1-19 15,2-2-20-15,-1-4-34 0,-1-1-12 16,13-2-8-16,-25-4-7 0,14 0-17 0,3-4-13 16,1-2 7-16,-1-1 15 0,5-6-2 15,3 5 9-15,-2-2 9 0,4-1 0 16,-2 3 23-16,1 2 15 0,3-1 13 0,0 5 31 15,0-1 26-15,-4 7 22 0,13-5 15 16,-13 5 22-16,17 0 12 0,-17 0 8 0,23 10-2 16,-10-4-6-16,3 3-8 0,0 3-16 15,2 0-6-15,-3-3 0 0,8 8-21 0,-4-5-3 16,-2 2-14-16,0-3-38 0,-2 1-53 16,-1-4-53-16,-1 2-68 0,1 1-64 15,-3-5-79-15,3 2-74 0,-7-2-111 0,2 0-163 16,-1-5-20-16,0 3 74 15,-8-4-327-15,0 0-390 0</inkml:trace>
  <inkml:trace contextRef="#ctx0" brushRef="#br0" timeOffset="42308.4">30022 3818 2546 0,'0'0'39'15,"0"0"27"-15,-6-8 22 0,6 8 20 16,0 0 10-16,0 0 27 0,0 0 30 0,0 0 18 15,0 0 11-15,0 0 9 0,-3 24 7 16,3-16-4-16,0 3 3 16,0 0 1-16,0 3-2 0,0 0-12 0,-2 0 2 15,-3 1 7-15,-1 1-3 0,1-3-3 16,-2 1-4-16,-3 3-9 0,-4-3-13 0,3-2-13 16,-4 2-15-16,-2-3-16 0,-1-1-15 15,4-4-6-15,-2 1-12 0,3-2-11 0,-3-2-7 16,7-3-2-16,9 0-16 0,-21-3-9 15,12-3-13-15,1-3-13 0,4-2-15 16,0-4-7-16,4 1-12 0,0 1-2 0,2 1-6 16,0-2 2-16,0 3-1 0,2 1 1 15,0 3-7-15,1 0 2 0,1 2 3 16,-1 3-6-16,4-1 6 0,-9 3 0 16,15-1 4-16,-15 1 3 0,17 4-3 0,-8-2-1 15,2 2 5-15,0-1-5 0,0 2 5 0,0-1-4 16,-1 1 7-16,-1 1-2 0,-1-4-3 15,0 2 5-15,-8-4 1 0,11 5 2 16,-11-5 2-16,11 3-1 0,-4 0 4 0,-7-3 0 16,0 0-2-16,22-8-3 0,-12 3 3 15,1-3-5-15,0 0 0 0,1-2 3 16,-1 0-6-16,0 1 5 0,-1-1-2 0,0 3-2 16,-3 3-5-16,-2-2-6 0,4 3-1 15,-9 3 5-15,9-2-4 0,-9 2 5 0,0 0 11 16,19 11-12-16,-11-5 4 0,1 1 3 15,-2 3-1-15,4 1 2 0,-4-3 5 16,0 4-6-16,4-2 7 0,-4-1-10 16,0-2 10-16,-1 2-5 0,2-2 3 0,-2-1 2 15,-1 0 2-15,1-4-2 0,-6-2 2 16,14 4-4-16,-14-4 4 0,14-2-6 0,-14 2 4 16,14-2-4-16,-6 0 3 0,-8 2-8 15,15-6 2-15,-10 5-1 0,2-3 0 16,-7 4-3-16,12-1-1 0,-12 1 3 0,12-3-5 15,-8-1 1-15,-4 4 3 0,9-2-7 16,-9 2 3-16,10-4 1 0,-10 4-3 16,12-2-10-16,-12 2-9 0,13-1-22 15,-6-3-18-15,-2 3-27 0,4-5-19 0,0 1-15 16,0-1-12-16,3-5-10 0,-2 1-5 16,1-5-2-16,4-11-10 0,-2-3-6 0,3-6 1 15,-3-9-4-15,3-5-10 0,-3-3 6 16,-1-6-10-16,-1-3 4 0,0-4 14 0,-3 1 22 15,-1-4 15-15,1 3 11 0,-3 3 13 16,2 7 17-16,-5 17 35 0,0 9 27 16,-2 7 12-16,1 5 2 0,-1 3-3 0,0 6 0 15,-3 4 25-15,3 4 23 16,0 0 19-16,-16 19 20 0,5 10 29 0,1 7 24 0,-3 14 27 16,2 7 20-16,-3 6 14 15,3 6 18-15,-1 2-6 0,1 1-13 0,-4 20-13 16,3-18-20-16,1 0-13 0,1-3-7 15,0-3-10-15,9-1-11 0,-3-4-12 0,2-18-7 16,2-1-11-16,0-13-2 0,0-4-8 16,-2-8-6-16,2-1 2 0,0-1-2 15,0-5 23-15,0-3 12 0,0-1-10 0,0-8-8 16,0 0-11-16,0 0-7 0,0 0-8 16,8-33-9-16,-1 0-18 0,3-5-12 15,3-11-11-15,5-1-6 0,0 3-10 0,3 6 0 16,-3 9-3-16,-3 4 8 0,-4 10-11 0,1 2 3 15,-3 6-3-15,-2 3 1 16,5 4 1-16,-1 1-3 0,-11 2 6 0,24 7 7 16,-13-1 1-16,-1 3 6 0,-3 3-1 15,2 0-3-15,-1 2 4 0,-2 1 1 0,0-3-1 16,-2 0-3-16,-3 0 8 0,1 1-7 16,0-3 3-16,0 2-6 0,-2-4-15 0,-2 1-35 15,2-9-43-15,-4 14-35 0,3-9-41 16,1-5-43-16,-6 6-59 0,6-6-53 15,0 0-60-15,0 0-44 0,-18-17-47 0,17 1-33 16,1-1-2-16,0-12-56 16,5-12-38-16,3-15-426 0,5-8-509 0</inkml:trace>
  <inkml:trace contextRef="#ctx0" brushRef="#br0" timeOffset="42725.5">30805 3459 2696 0,'9'-34'-32'0,"-3"10"65"0,-4 4 46 0,1 6 26 16,-3 2 21-16,5 4 10 0,-5 2 10 15,0 6 17-15,2-6 39 0,-2 6 22 16,0 0 18-16,0 0 12 0,13 24 17 0,-8-7 16 15,-1 5-6-15,4 12-7 0,-2 5-10 16,-2 0-18-16,-1 0-26 0,-3 0-21 0,4 1-15 16,-2-2-23-16,-4-1-10 15,2-6-18-15,-4-6-33 0,3 0-55 0,1-1-60 16,-2-5-58-16,0-3-44 0,0-1-32 16,2-5-17-16,2-1-24 0,0-4-40 0,-2-5-33 15,9 2-16-15,-9-2 2 0,21-11 10 16,-10 1 16-16,5-2 29 0,-3-2 26 15,-3 4 36-15,1-3 41 0,-3 7 29 0,0-2 13 16,-3 4 9-16,-5 4 44 0,10-4 57 16,-10 4 34-16,0 0 44 0,0 0 25 0,1 21 17 15,-1-9 10-15,0 0 0 0,0 2 0 16,0-1-2-16,0 1-3 0,4 3-8 0,-2-5 5 16,2 5-6-16,2-4-1 15,2-1-2-15,-1-1-6 0,2 0-11 0,0-4-15 16,2-1-2-16,0-2-15 0,1 1-7 15,1-3-30-15,-3-1-40 0,-10-1-34 0,22-1-28 16,-12-2-34-16,-1 1-29 0,1-4-37 16,-3 2-42-16,0 0-42 0,0-2-50 15,-3-2-52-15,-3 3-52 0,-1 5-66 0,-1-12-99 16,-7 5-125-16,1 2 64 0,-9 0-324 16,-2 2-411-16</inkml:trace>
  <inkml:trace contextRef="#ctx0" brushRef="#br0" timeOffset="43008.54">29570 4454 2407 0,'-52'19'-51'0,"11"-3"51"0,7-5 35 15,3 0 32-15,8-4 45 16,4 0 51-16,7-2 39 0,7-1 41 0,5-4 13 16,0 0 2-16,36 0-6 0,21-8-16 15,15-4-16-15,32-6-23 0,7-3-20 16,12-1-17-16,5 0-20 0,3-1-13 0,0 1-12 15,1-2-8-15,-4 4-16 0,-10 3-10 16,-3 1-4-16,-34 3-10 0,-8 7-9 0,-12-2-4 16,-18 0-4-16,-5 5-12 15,-11-1-14-15,-6 1-21 0,-6 2-34 0,-1-1-38 0,-5 0-44 16,-2 0-50-16,-7 2-49 0,0 0-52 16,9-2-54-16,-9 2-83 0,0 0-106 15,0 0-145-15,-20-8 53 0,9 6-298 0,-1 0-379 16</inkml:trace>
  <inkml:trace contextRef="#ctx0" brushRef="#br0" timeOffset="50856.61">29372 5097 2185 0,'4'-5'-172'0,"-4"-2"47"16,2-1 36-16,0 1 46 0,0-2 29 15,-1 1 33-15,1-1 32 0,0 2 20 0,0 1 15 16,-2-1 14-16,0 7 3 0,0-12 9 16,0 7 9-16,0 5 4 0,0 0 6 15,2-14 2-15,-2 14-7 0,0 0-16 0,0-9 0 16,0 9-16-16,0 0-11 0,2-9-11 0,-2 9-6 15,0 0-4-15,0 0 23 16,-2 28 14-16,2-4 14 0,-2 15 12 0,2 9 11 16,-4 15 9-16,2 6 1 0,-3 9 5 15,-3 1-8-15,0 18-7 0,3-19-12 16,-1-2-6-16,1 2-1 0,1-4-6 0,-3-4 8 16,5-5-1-16,2-5-3 0,0-11 5 15,0-8-6-15,0-1-8 0,0-9-7 0,2-7-8 16,-4-3-7-16,4-4-9 0,-2-2-6 15,0-1-6-15,0-1-3 0,0-4-6 0,2 0-5 16,-4-1 1-16,2-8-10 0,0 11-19 16,0-11-56-16,0 0-58 0,0 0-59 15,0 0-69-15,0 0-90 0,-22-15-95 16,14 1-97-16,0-5-125 0,3-4-65 0,-2-7 73 16,3-5-418-16,2-1-511 0</inkml:trace>
  <inkml:trace contextRef="#ctx0" brushRef="#br0" timeOffset="51490.48">29317 5083 2632 0,'-6'-5'-148'0,"6"5"27"0,-8-4 26 16,8 4 35-16,-6-4 37 0,6 4 15 16,0 0 1-16,6-10 2 0,4 4-1 0,7 1 1 15,15-5-4-15,9 0 3 0,15-2 5 16,10-2-4-16,6 2 2 0,6-2 2 0,25-1 1 16,3 1-6-16,1 1 1 0,-2 3 1 15,-21-2 0-15,-6 5 1 0,2 1 1 16,-4 2-2-16,-7 0 0 0,-8 2 2 0,-11 2 5 15,-7 2 6-15,0 2 10 16,-7 0 8-16,-8 2 5 0,-3 1 6 0,-5 1 11 16,5 13 15-16,0 3 17 0,-5 6 10 15,-4 15 10-15,2 9 3 0,-5 5 20 0,-6 10 16 16,0 8 7-16,-5 3 10 0,1 22 0 16,-1-1 3-16,0-18 4 0,2 18 2 0,-2-19-7 15,1-6 0-15,3 2-1 0,0-4-2 16,0-6-12-16,-3-5-12 0,5-3-11 0,-3-4-5 15,-1-14-11-15,1-6-5 0,-2-7-9 16,-3-4-9-16,0-9-6 0,2 2-5 16,-2-5 0-16,2-1 10 0,-4-3 9 0,0-1 13 15,1-1-12-15,1-7-15 0,-18 6-4 16,5-6-9-16,-6-2-10 0,-8-2-2 16,-17-1-5-16,-4-1-4 0,-16-2-7 15,-10 2-8-15,-10-1-4 0,-27 3 1 0,-6 3-7 16,4 1-5-16,-5 1-4 0,5 3-3 15,25-1 2-15,6 1-3 0,10 2-1 0,11-4 5 16,15 2-13-16,6-1-15 0,9-3-16 16,8 3-13-16,5-1-21 0,-1 1-24 0,6-1-36 15,-1 0-39-15,3 2-52 16,1-3-49-16,2 2-53 0,8-3-58 0,-15 0-65 16,15 0-91-16,-10 0-102 0,10 0 62 15,0 0-322-15,-9-8-381 0</inkml:trace>
  <inkml:trace contextRef="#ctx0" brushRef="#br0" timeOffset="69752.99">29310 6261 2177 0,'0'0'-170'0,"0"0"19"0,1-8 31 16,-1 8 34-16,0 0 21 0,0 0 26 15,-1-8 22-15,1 8 22 0,0 0 14 16,-3-9 12-16,3 9 6 0,-4-7 11 0,4 7 6 16,-2-7 8-16,2 7 5 15,-2-5 6-15,2 5 5 0,0 0-1 0,-2-9 2 16,2 9 2-16,0-6 2 0,0 6-1 16,0 0 2-16,-1-9-3 0,1 9-7 0,0 0-8 0,0 0-5 15,0 0-8-15,-2-10-6 16,2 10-9-16,0 0-2 0,0 0-3 0,0 0-3 15,0 0 12-15,-6 25 11 0,4-8 6 16,1 7 7-16,-3-1-1 0,-3 12 11 16,4 0-2-16,-3 2 4 0,2 0 2 0,1-1-2 15,1-7 10-15,0-3-4 0,2-2-4 16,2-4 1-16,-2 3 5 0,4-7-4 0,-3 1 4 16,3 0 10-16,2-5 2 0,2 1 10 15,1-2 1-15,2-4-7 0,3 3-9 0,1-5-9 16,1 0-5-16,0-1-14 15,4-1-3-15,1-3-7 0,-6 2-6 0,0-2-4 16,2 1-3-16,-1-2-6 0,-3 1-5 16,-13 0 1-16,23 0-4 0,-10-2-6 0,-13 2 2 15,15 0-6-15,-15 0-16 0,19-3-26 16,-9 1-35-16,-10 2-47 0,13-5-55 16,-6 3-75-16,0-1-67 0,-2-1-94 0,-5 4-103 15,11-5-129-15,-11 5 59 0,2-5-301 16,-2 5-355-16</inkml:trace>
  <inkml:trace contextRef="#ctx0" brushRef="#br0" timeOffset="82750.49">29649 5825 1646 0,'-7'6'252'0,"7"-6"-49"0,-6 4-11 15,6-4 1-15,-3 5 26 0,3-5-13 0,0 0-10 16,0 0-19-16,0 0 4 0,-8 5-1 16,8-5-4-16,0 0 2 0,0 0-4 0,0 0-4 15,0 0-9-15,0 0-5 0,0 0-3 16,0 0-10-16,0 0-8 0,0 0-11 15,0 0-9-15,4-24-8 0,-4 14-5 0,2-2-12 16,2-5-5-16,-3-6-11 0,-1 0-7 16,2-14-7-16,0 1-8 0,3 0-2 15,0 2 3-15,-1 8-1 0,0 4 2 16,-1 5-2-16,-1 2 6 0,2 2-2 0,-2 3-9 16,0-1-5-16,2 3-2 0,0 4 3 15,2 0 15-15,-6 4 5 0,14-2-5 0,-14 2 8 16,23 12-1-16,-12-3 4 0,3 5-1 15,9 7-2-15,0 2-6 0,-2 3-2 0,0-3-6 16,0 2-8-16,-2-2-5 0,0 0 0 16,-4-5-6-16,-3-4 2 0,-3-2-10 0,1 1 0 15,-5-6 0-15,3 3 0 0,-4-2 0 16,2-2 4-16,-5-1 10 0,5 1 9 16,-4-2 12-16,-2-4-4 0,0 0-10 0,-6 8-6 15,6-8-2-15,-16 2-5 16,2-4 0-16,14 2-6 0,-34-4 2 0,11 2-10 0,-2-4-3 15,6 2 7-15,0 2-12 16,2-3 2-16,1 3-3 0,3-2-9 0,1 3-12 16,1-2-32-16,-3 3-22 0,14 0-30 15,-18-2-24-15,9 4-33 0,-3-2-31 0,12 0-42 16,-15 3-65-16,5-2-65 0,10-1-64 16,0 0-66-16,-13 0-65 0,13 0-111 0,0 0-28 15,0 0 64-15,5-16-435 0,5 10-532 16</inkml:trace>
  <inkml:trace contextRef="#ctx0" brushRef="#br0" timeOffset="83000.17">29950 5378 2872 0,'5'-12'5'16,"-1"2"54"-16,0 3 49 0,-3 3 42 0,-1 4 43 16,4-9 22-16,-4 9 7 0,0 0 13 15,0 0 18-15,0 0 13 0,0 0 2 0,16 17 4 16,-12-4-9-16,3 6-10 0,-2 3-21 15,4 7-23-15,0 2-21 0,-2 2-15 16,1-2-18-16,2 0-22 0,-4-7-32 0,1-2-44 16,-2-1-43-16,2-1-49 0,-1-6-42 15,-1 1-45-15,1-2-51 0,-3-3-64 16,1 2-65-16,0-4-57 0,0-1-71 0,0-3-74 16,-4-4-102-16,6 4-54 0,-6-4 70 15,0 0-363-15,12-12-431 0</inkml:trace>
  <inkml:trace contextRef="#ctx0" brushRef="#br0" timeOffset="83223.03">30230 5240 2632 0,'-2'-15'39'15,"0"3"61"-15,-2-1 44 0,2 7 41 16,2-2 20-16,0 8 10 0,-2-8-3 0,2 8-11 16,0 0 7-16,0 0 11 0,0 0-3 15,0 0-2-15,0 0-10 0,12 35-2 16,-7-15-13-16,1 1-16 0,1 11-16 0,1 0-18 15,0 1-14-15,-1-1-13 0,1-1-34 16,-2-4-41-16,1 5-40 0,-1-6-43 16,-2-6-47-16,-1-2-45 0,1-3-38 15,-1 2-61-15,1-3-43 0,-3-1-44 0,-1-2-45 16,4-4-42-16,-2-1-28 0,-2-6-45 16,5 5-49-16,-5-5-376 0,0 0-391 0</inkml:trace>
  <inkml:trace contextRef="#ctx0" brushRef="#br0" timeOffset="83434.03">30414 5375 2401 0,'4'-22'-30'0,"-2"3"49"0,0 7 51 16,0 0 36-16,-2 4 27 16,0 1 16-16,0 7 7 0,0-11 4 0,0 11 17 15,0 0 21-15,0 0 13 0,0 0 1 16,0 0-4-16,-4 26 1 0,4-12-9 0,2 3-20 16,0 2-15-16,-1 3-15 0,3 0-16 15,3 0-12-15,-4 1-6 0,5-2-38 0,-3-3-39 16,3 2-43-16,0-3-52 0,-2 0-53 15,-1-5-62-15,-1 3-56 0,3-3-62 16,-2-4-68-16,-2 1-90 0,-1 0-143 0,0-2 16 16,-2-7-358-16,2 10-411 0</inkml:trace>
  <inkml:trace contextRef="#ctx0" brushRef="#br0" timeOffset="84266.9">29780 6091 2517 0,'-2'-6'54'0,"2"0"41"0,0 6 27 15,0 0 23-15,2-12 25 0,-2 12 31 0,0 0 13 16,0 0 19-16,0 0 7 0,0 0 0 15,0 0-8-15,13 27-1 0,-7-13-5 16,0 6-21-16,1 1-21 0,0 9-14 16,5 1-12-16,0 0-9 0,-1-2-17 15,-3-7-16-15,-1-1-14 0,1-4-27 0,-5-1-37 16,1-2-45-16,1-1-48 0,-2-1-44 16,1-1-43-16,-4-1-45 0,0-3-59 0,0 1-58 15,0-8-57-15,-4 6-76 0,4-6-72 16,0 0-105-16,0 0 40 0,0 0-349 0,0 0-404 15</inkml:trace>
  <inkml:trace contextRef="#ctx0" brushRef="#br0" timeOffset="84517.27">29892 6053 2505 0,'4'-11'12'0,"-2"5"34"0,-2 2 30 16,0 4 46-16,0 0 37 0,5-8 36 15,-5 8 26-15,0 0 13 0,0 0 4 0,0 0-5 16,16 14-11-16,-10-8-12 0,-3 3-18 15,5-3-14-15,-4 2-14 0,4 0-22 0,-4 1-13 16,1-2-12-16,-3 1-11 0,2-1-15 16,-3 1-6-16,1-1-12 0,-2-7-28 0,2 12-29 15,-2-12-33-15,2 10-39 16,-2-10-41-16,-2 9-46 0,2-9-43 0,-4 5-46 16,4-5-43-16,0 0-36 0,0 0-45 15,0 0-34-15,0 0-17 0,13-22-33 16,-8 12-21-16,2-1-369 0,3 3-316 0</inkml:trace>
  <inkml:trace contextRef="#ctx0" brushRef="#br0" timeOffset="84799.62">30108 6036 2083 0,'0'0'-76'16,"9"8"50"-16,-7-2 47 0,0 1 39 15,-2-7 38-15,0 16 29 0,0-5 24 0,-2 1 15 16,2-4 13-16,0 6 1 0,0-3 4 16,0 2-2-16,2 2-6 0,-2-5 2 15,1-1-2-15,3 0-7 0,1-1-9 0,-2-1-9 16,3 0-10-16,0 0-12 15,-6-7-11-15,12 3-11 0,-12-3-10 0,18-1-9 16,-18 1-11-16,16-9-7 0,-7 2-2 16,-2-2-6-16,1-4 0 0,-4 1-5 0,4-4-1 0,-5 1-3 15,-3 1 0-15,0-3-4 16,0 0-4-16,-1 3-3 0,-1 2-7 0,-2 1-5 16,0-1-7-16,-2 4-6 0,-1 2-18 15,-5 3-24-15,12 3-28 0,-19-2-38 0,19 2-39 16,-21 2-50-16,10 1-56 0,1-1-53 15,2 2-61-15,-1 2-64 0,3-4-68 16,6-2-86-16,-5 8 27 0,5-8-295 0,0 0-322 16</inkml:trace>
  <inkml:trace contextRef="#ctx0" brushRef="#br0" timeOffset="85167.01">30422 5889 2150 0,'2'-6'-43'15,"-1"2"33"-15,-1 4 26 0,0-8 27 0,0 8 23 16,0 0 22-16,-7-5 9 0,7 5 7 16,0 0-3-16,0 0 12 0,-29 10 5 0,22-5 0 15,-2 2-2-15,0 1 0 16,4 1-10-16,-2 0-5 0,3-1-18 0,-2 2 1 0,6-1-9 16,-2-1-4-16,4 1-9 0,-2-1 2 15,6 4-8-15,-1-4-1 0,3 1-4 16,1 0-12-16,-1-2-1 0,3 3 1 15,-3-5-8-15,2 3-5 0,-4-1 3 0,1 0 4 16,-2-1 4-16,1 1 14 0,-1-1 19 16,-3 0 17-16,-2-6 13 0,0 12 9 15,-2-3 2-15,0-3-1 0,-3 3-4 0,0-2-5 16,-1 0-8-16,-1-2-8 0,-4 0-11 16,6 0-8-16,-4 0-4 0,9-5-26 0,-18 4-29 15,18-4-38-15,-16 0-43 0,16 0-51 16,-18-2-76-16,12-1-73 0,6 3-93 15,-9-9-96-15,7 1-145 0,2 1 26 16,4 0-376-16,0-5-436 0</inkml:trace>
  <inkml:trace contextRef="#ctx0" brushRef="#br0" timeOffset="85683.92">30620 5840 2481 0,'0'-3'-51'0,"0"3"39"16,0 0 31-16,4-8 31 0,-4 8 32 15,0 0 26-15,0 0 21 0,0 0 19 0,0 0 9 16,0 0 5-16,-30 18-11 0,20-11 2 16,2 3-12-16,-1 2-4 0,1-2-10 15,5 0-13-15,-4-1-6 0,5 3-13 16,1-2 0-16,-1 0 0 0,2-1 3 16,2 0 2-16,-1 2 3 0,3 1 3 0,1 1 2 15,-2-3 3-15,1 0 0 0,2 0-5 16,-3-1 0-16,1 2-6 0,0-2-1 0,-2 2-8 15,0-2-4-15,-2 0-8 0,2 3-5 16,-4-4-1-16,2 2 0 0,-2 1-11 0,-2-2-2 16,0 0-7-16,1 0-7 0,-1-2-8 15,-4-1-1-15,5 0-16 0,-6-1-22 16,9-5-26-16,-12 7-38 0,12-7-31 16,-13 0-43-16,13 0-42 0,0 0-49 15,-11-14-43-15,11 7-30 0,-1-5-29 0,2-2-25 16,3-1-7-16,2-5-1 0,2 3 21 15,-1-1 23-15,4 3 30 0,0-3 32 0,-2 7 54 16,0-2 52-16,-1 1 47 0,3 2 56 16,-1 0 42-16,2-1 38 0,-1 3 33 0,2 1 29 15,-3 0 28-15,-1 2 21 0,0 2 16 16,2-1 26-16,-11 4-1 0,16-2-7 0,-16 2-2 16,20 6-13-16,-13-1-14 15,2 0-15-15,0 3-12 0,-4 1-11 0,1-1-15 16,-1 4-34-16,-1-2-43 0,-1-1-55 0,2 1-52 15,-3-2-53-15,-2-2-63 16,2 3-72-16,-2-3-69 0,0-6-100 0,0 8-47 16,0-8-205-16,0 0-194 0</inkml:trace>
  <inkml:trace contextRef="#ctx0" brushRef="#br0" timeOffset="85817.12">30859 5796 1869 0,'0'-4'-26'15,"0"4"15"-15,0 0-4 0,-5-10 8 16,5 10 1-16,0 0-25 0,-4-5-49 16,4 5-70-16,-3-6-114 0,3 6-171 0,-4-6 55 15</inkml:trace>
  <inkml:trace contextRef="#ctx0" brushRef="#br0" timeOffset="86266.06">30902 5288 1231 0,'2'-9'71'0,"-2"6"28"16,0 3 26-16,0 0 40 0,0 0 42 16,0 0 36-16,0 0 26 0,0 37 24 15,-2-13 17-15,-2 13 7 0,3 0-2 0,-1 5-13 16,0 1-17-16,-2 3-18 0,0-2-16 16,0-1-28-16,-2 2-18 0,5-4-11 15,-1-1-24-15,0 1-10 0,-2-6-21 16,2-6-9-16,0 6-4 0,-1-6-25 0,-4-7-9 15,4 2-17-15,-3-3-19 0,2-5-13 16,1-2-8-16,-1-1-15 0,0-1-15 0,1-4-11 16,0-3-19-16,3-5-16 0,0 0-14 15,0 0-12-15,0 0-3 0,0 0-12 0,14-25-5 16,-5 12 0-16,5-1 4 0,-1-2 11 16,0 3 3-16,0 3 9 0,0 2 5 0,-1-1 7 15,0 4 13-15,-5 4 16 16,1-1 18-16,-8 2 17 0,13 0 19 0,-13 0 10 15,9 6 3-15,-5 1 8 0,-1 0-1 16,-3-7 1-16,-3 17-2 0,1-5-7 16,-1-1-3-16,-1 5-5 0,0-5-4 0,-1 3-4 15,-1-2-6-15,-2 2 0 0,2-2-14 16,1-2-28-16,-1-2-35 0,1 3-48 0,-4-2-56 16,4-1-58-16,-5-1-67 0,5-4-58 15,-3-1-76-15,8-2-75 0,-13 0-93 0,13 0-16 16,-10-7-400-16,10-1-476 0</inkml:trace>
  <inkml:trace contextRef="#ctx0" brushRef="#br0" timeOffset="86450.87">31044 5825 2652 0,'3'-5'-11'0,"-3"5"38"0,0 0 24 0,8-6 33 16,-8 6 34-16,0 0 49 0,0 0 18 15,0 0 11-15,3 21-8 0,-1-9-7 16,0 0-17-16,-2 1-18 0,2 3-14 0,-2 1-12 15,0 2-16-15,0 0-36 0,0 1-38 16,0 1-44-16,2 2-14 0,-2-6-58 0,0 3-66 16,2-3-75-16,-2-5-77 0,0 0-89 15,0-3-135-15,2-3 2 0,-2-6-271 0,0 11-286 16</inkml:trace>
  <inkml:trace contextRef="#ctx0" brushRef="#br0" timeOffset="86783.05">31192 5370 2109 0,'-4'-14'-10'16,"0"3"26"-16,-2-2 19 0,6 3 31 16,-1 0 32-16,1-4 22 0,-4 4 17 0,4 0 20 15,0 1 4-15,0 0 14 0,0 1 0 16,0 8 0-16,0-15-9 0,0 15-12 15,0-9 3-15,0 9 11 0,0 0 8 0,0 0 1 16,0 0-1-16,25 22-3 0,-14-5 4 16,6 11 2-16,0 4-7 0,2 11-10 15,-2 0-10-15,1 5-19 0,-4-1-8 0,-3-8-12 16,-2 2-19-16,0-4-20 0,-1 1-31 16,-2-2-51-16,-1-1-52 0,1-2-54 0,-2-8-66 15,-2-3-42-15,-1-3-54 0,-1 0-53 16,5-4-50-16,-5-1-56 0,0-4-69 15,0-1-92-15,0-1 46 0,2-2-311 0,-2-6-346 16</inkml:trace>
  <inkml:trace contextRef="#ctx0" brushRef="#br0" timeOffset="86966.88">31510 5775 2312 0,'4'-4'-16'0,"-4"4"32"0,0 0 35 15,0 0 38-15,0 0 34 0,0 0-2 0,12 15 20 16,-12-7 3-16,0-8-2 0,2 17-15 15,-4-7-13-15,-1 2-18 0,1 2-10 16,-2-2-34-16,1 3-39 0,-1 0-47 0,0 1-56 16,1-4-61-16,1-2-86 0,-2 2-82 15,-1-2-104-15,4-3-48 0,-1 0-171 0,2-7-138 16</inkml:trace>
  <inkml:trace contextRef="#ctx0" brushRef="#br0" timeOffset="87116.32">31578 5467 1682 0,'-3'-4'-79'0,"3"4"2"0,-4-4-16 0,4 4-9 16,0 0-21-16,-9-6-32 0,9 6-204 15,-6-5 129-15</inkml:trace>
  <inkml:trace contextRef="#ctx0" brushRef="#br0" timeOffset="87333.36">31609 5213 1040 0,'0'0'67'0,"0"0"30"0,0 0 18 0,10 22 30 16,-8-7 31-16,2 6 20 0,-1 3 27 16,3 12 14-16,-1 3 10 0,6 9-1 0,-4-7-11 15,6 8-13-15,1-3-26 0,-3-9-18 16,0-1-16-16,-1-3-20 0,1-2-13 15,-3-7-26-15,0-5-52 0,-3 2-19 0,3-1-55 16,-5-5-35-16,3-3-54 0,-1 0-51 16,-2-1-31-16,1-1-42 0,-4-2-38 15,0-2-40-15,0-6-52 0,-4 8-63 0,4-8-27 16,-5 2-93-16,5-2-52 0</inkml:trace>
  <inkml:trace contextRef="#ctx0" brushRef="#br0" timeOffset="87439.28">31704 5779 1393 0,'0'0'-60'0,"0"0"16"16,0 0 6-16,0 0 2 0,0 0-12 0,0 0-17 16,0 0-31-16,0 0-39 0,14-12-162 15,-1 6 187-15</inkml:trace>
  <inkml:trace contextRef="#ctx0" brushRef="#br0" timeOffset="87619.78">32154 5595 937 0,'-4'13'95'0,"1"4"16"0,-3 4 9 16,-6 11 16-16,-1-3 3 0,2 6 5 16,-5 0 10-16,5-1-12 0,-1 0-2 0,5 2-21 15,-2-5-8-15,1-7-9 0,-2 6-24 16,3-5-32-16,1-5-39 0,2-3-47 0,1-3-57 16,-2-2-76-16,1-1-71 0,4-3-100 15,-3-2-229-15,3-6-73 0</inkml:trace>
  <inkml:trace contextRef="#ctx0" brushRef="#br0" timeOffset="87782.49">31899 5775 1492 0,'0'0'-63'0,"0"0"7"0,6 11 4 0,-6-11 0 16,7 8-20-16,-7-8-37 0,12 6-76 15,-5-4-123-15,-7-2 177 0</inkml:trace>
  <inkml:trace contextRef="#ctx0" brushRef="#br0" timeOffset="88231.96">31542 5651 894 0,'6'-5'125'0,"-6"5"20"0,5-3 11 15,-5 3 21-15,0 0 31 0,0 0 29 16,14 10 26-16,-8-3 0 0,-2 1-6 0,-1 2-8 15,4-1-17-15,-2 5-23 0,1 0-19 16,-1-1-21-16,3 3-10 0,-5-1-24 16,6-3-33-16,-6 2-37 0,3-3-51 15,-2 1-43-15,-1-2-68 0,1 0-70 0,3-3-88 16,-6 0-109-16,3-2-170 0,0 0 0 16,-4-5 58-16,0 0-134 0,4 7-109 15</inkml:trace>
  <inkml:trace contextRef="#ctx0" brushRef="#br0" timeOffset="88451.49">31487 5421 1669 0,'-6'-5'-58'0,"6"5"-32"0,0 0-34 15,-3-7-11-15,3 7-68 0,0-8-158 0,0 8 127 16</inkml:trace>
  <inkml:trace contextRef="#ctx0" brushRef="#br0" timeOffset="88799.8">32505 5674 1195 0,'-19'8'99'0,"-10"5"-9"16,-9-1-7-16,-15 5 17 0,-14 3 30 16,-23 3 23-16,-10 2 16 0,-17 3 36 0,-19 1 17 15,-14 3 16-15,-51 12 11 0,6-1-12 16,51-7 1-16,4-6 16 0,9 3-21 16,14 0-22-16,17 0-21 0,14-2-21 0,25-4-16 15,9-6-18-15,7-1-17 0,10-3-24 16,6-3-26-16,7 1-33 0,2-7-53 0,9 1-60 15,-1-1-76-15,3-4-84 0,5 0-103 16,4-4-115-16,0 0-156 0,0 0 53 0,0 0-330 16,0 0-370-16</inkml:trace>
  <inkml:trace contextRef="#ctx0" brushRef="#br0" timeOffset="89181.75">29340 5917 2363 0,'-19'3'-20'0,"3"-3"20"15,5 0 10-15,2 0 29 0,9 0 46 0,0 0 46 16,-13 0 9-16,13 0 7 0,0 0 0 16,35-13 2-16,5 6 1 0,21-4-1 15,13 0-5-15,30-5-6 0,4-3-15 0,6 1-16 16,1-5-7-16,5 3-16 0,4-7-10 16,1-2-4-16,-1 2-14 0,-4-2-10 0,-1 0-17 15,-10 2-22-15,-7 2-20 0,-28 7-20 16,-7 1-26-16,-14 0-17 0,-12 5-27 0,-9 1-28 15,-12 3-31-15,-4 1-46 16,-10 0-67-16,-6-1-73 0,-2 3-110 0,-7 1-55 16,-7-1-198-16,-7-2-203 0</inkml:trace>
  <inkml:trace contextRef="#ctx0" brushRef="#br0" timeOffset="92348.49">22935 2712 1780 0,'0'0'-85'0,"2"-6"47"0,-2 6 34 0,0 0 22 15,0 0 7-15,3-5-1 16,-3 5-3-16,0 0 24 0,0 0 15 0,0 0 14 16,-10 20 13-16,7-10 8 0,-5 2 5 15,3 4 4-15,-7-1-5 0,2 0-1 0,1-1-4 16,0-2 1-16,1 3-8 0,-2-3-10 15,5-1 0-15,-2-1-12 0,-2-2 0 0,4-1-10 16,-3 3-2-16,6-6-4 0,-3 2 2 16,5-6 2-16,-9 8-11 15,9-8-4-15,-9 5-2 0,9-5-4 0,0 0-7 16,0 0-5-16,0 0 2 0,0 0-6 16,-11-17-10-16,11 7-2 0,4-3-10 0,1-2 6 15,-1 1-2-15,3-8-2 0,-3 7-2 16,3-1 4-16,-4 3-4 0,3 3-4 15,-2-1 0-15,1 4-1 0,1 2 6 0,0 3-3 16,-6 2 0-16,0 0 5 0,24 4-4 16,-12 3 12-16,3 1-6 0,1 4 1 0,0 0 2 15,7 9-2-15,1-6 4 0,-1 3-4 16,-9-3-1-16,2-3 2 0,-5-2 2 16,-2-1 1-16,2-3-1 0,-4 2 3 15,-2-1-3-15,1-2 6 0,0-2 13 16,-6-3 19-16,8 4 0 0,-8-4 0 0,0 0-13 15,0 0 1-15,0 0 3 0,0 0-12 16,0 0-4-16,0 0 1 0,-4-21 1 0,2 9-8 16,-2 1 2-16,-4-3 2 0,5-3-7 15,-5 2 1-15,3 1-1 0,-4 1-5 16,4-3 3-16,-1 4 0 0,3 2 2 0,-1 1-11 16,-2 3 3-16,2-1-3 15,4 7-5-15,-8-7 6 0,8 7 2 0,0 0-4 16,-14 2 0-16,14-2 7 0,0 0 0 0,-20 10-5 15,15-5 4-15,-3 2-5 0,0 0 7 16,1 0-1-16,-3-1 5 0,3 1 0 16,-1 0-3-16,-2-2 1 0,7 0 26 15,3-5 20-15,-10 7 10 0,6-2-2 0,4-5-1 16,0 0 3-16,0 0-4 16,-11 2-5-16,11-2-8 0,0 0 4 0,0 0-9 0,0 0-5 15,0 0-4-15,0 0-4 0,0 0-7 16,0 0-6-16,0 0 4 0,-15 2-8 15,15-2-16-15,0 0-24 0,0 0-21 0,0 0-17 16,0 0-30-16,0 0-14 0,0 0-27 16,0 0-26-16,0 0-32 0,0 0-37 15,0 0-50-15,0 0-47 0,0 0-75 16,0 0-132-16,0 0-117 0,0 0-151 0</inkml:trace>
  <inkml:trace contextRef="#ctx0" brushRef="#br0" timeOffset="99031.06">29347 2309 1656 0,'0'0'-55'0,"6"-4"33"16,-6 4 21-16,0 0 18 0,0 0 15 15,0 0 4-15,-18-7 12 0,18 7 0 16,-16 2 0-16,4 3-3 0,-3 1 3 0,-5 4-1 15,-6 7-5-15,4 3-1 0,-2 2-2 16,3 2 2-16,6 2-5 0,2-1 2 0,3-3-2 16,7-1 0-16,3-2 12 15,0 0 6-15,3 1 6 0,3-3 8 0,-1 0-2 16,6 0-2-16,-2-1 2 0,2 1-7 0,-1-5-8 16,1 2 0-16,-2-5-8 0,5 1-1 15,-3-1-7-15,1-2-27 0,3-2-36 0,-6-1-40 16,3 0-48-16,-1-2-68 15,2 0-86-15,-13-2-111 0,18-4-274 0,-6 0-150 16</inkml:trace>
  <inkml:trace contextRef="#ctx0" brushRef="#br0" timeOffset="99400.32">29545 2474 1636 0,'0'0'-46'15,"0"0"42"-15,0 0 35 0,0 0 22 0,-20 14 15 16,11-7 12-16,4 1 6 0,-1 2 5 16,3 4-6-16,-3 0-1 0,2 1-1 15,2 0-5-15,0-1-9 0,2 1 6 0,2-4 1 16,0 1-4-16,4 2 2 0,-1-3-4 16,3 1 7-16,4-2-3 0,-1-5-1 0,2 3-10 15,1-2 4-15,-1-6-7 0,2 3-13 16,-2-6 4-16,3 3-10 0,1-2 2 15,-2-4-7-15,0 0 2 0,-1-1 10 0,-1-1-1 16,1-6-1-16,-5 3 2 16,-2-3 3-16,1 0-5 0,-5-1-4 0,2-1-13 15,-3 1 3-15,-2 0-6 0,-4 3-6 16,1 0 6-16,-2 0-11 0,-1 3-3 0,1 1-11 16,-2 1-25-16,-4 2-28 0,0 1-29 0,2 4-34 15,9 0-34-15,-21 0-44 16,10 0-57-16,11 0-71 0,-20 4-92 0,13-4-100 15,7 0-103-15,-14 1-113 0</inkml:trace>
  <inkml:trace contextRef="#ctx0" brushRef="#br0" timeOffset="100047.31">29787 2392 1641 0,'10'-3'-31'16,"-10"3"37"-16,0 0 37 0,0 0 31 0,17 8 13 15,-12-3 28-15,-1 5 6 0,4 1 12 16,-2 4 5-16,-2 0 2 0,-1 4-6 0,3 2-12 16,0 1-5-16,-2-1-17 0,-2-2 0 15,2-3-8-15,-3 1-10 0,-1 0-6 16,2-3-9-16,-2-2 10 0,2-3 8 0,0-1 7 16,-2 2 25-16,0-4 27 0,0-6 22 15,2 11 16-15,-2-11-11 0,0 0-19 16,0 0-19-16,0 0-11 0,0 0-17 0,0 0-12 15,12-23-10-15,-7 11-8 0,3-3-7 16,-1-5-9-16,3 3-9 0,1-2-5 16,-3 5-6-16,-1 1-5 0,2 1-8 15,-4 4-7-15,1 1-3 0,-1 2-1 0,1 1-2 16,-6 4-3-16,14-3 0 0,-14 3 0 16,0 0-2-16,0 0-2 0,21 5 5 0,-21-5-4 15,11 7 0-15,-6-2-1 0,-5-5 0 16,8 10 0-16,-3-6-3 0,-5-4 1 15,5 8 1-15,-5-8 2 0,4 7-1 0,-4-7 3 16,3 6 2-16,-3-6 6 16,0 0 22-16,6 6 22 0,-6-6 1 0,0 0-8 15,0 0-8-15,0 0-8 0,19-19-2 16,-9 7-1-16,1-1-11 0,3-3-2 16,0-8-2-16,6 4-5 0,-6 1-2 0,-1 5-1 15,-4 4-1-15,1 0-5 0,-1 3-3 16,-3-1-5-16,-1 4-4 0,1-1 1 0,-6 5-2 15,14-3 1-15,-14 3 1 0,0 0 5 16,16 12-5-16,-9-6 4 0,-4 3 0 16,3-1-1-16,-1 3 1 0,-1-1-1 0,0 2 4 15,0-2-1-15,-2 4-1 0,2-2 0 16,-2 0 0-16,0 0 1 0,0 0-2 16,-1-2 1-16,-1 1-8 0,0-2-32 15,0 0-27-15,2-2-45 0,-2-7-50 0,2 13-43 16,-2-9-44-16,0-4-37 0,0 8-54 15,0-8-95-15,0 0-128 0,0 0-88 16,0 0 65-16,0 0-244 0,0 0-316 0</inkml:trace>
  <inkml:trace contextRef="#ctx0" brushRef="#br0" timeOffset="100330.6">30409 1886 2189 0,'0'-10'-17'0,"0"-2"52"0,2 7 38 16,-2 5 18-16,0-9 3 0,0 9-14 16,0 0-15-16,0 0 5 0,0 0 31 15,0 0 39-15,0 0 19 0,2 45 11 0,-2-20 7 16,1 14 1-16,3 7-19 0,0 12-8 16,3 0-14-16,2 0-8 0,-2-2-15 15,-2-1-11-15,5-1-4 0,-4-1-11 0,0-11-9 16,-3 0-9-16,3-5-14 0,-4 1-8 15,1-2-23-15,-3-9-42 0,0-2-31 16,2-5-40-16,-4-3-38 0,2-1-44 0,0-3-38 16,0 1-40-16,-1-3-49 15,-1-3-87-15,2-8-123 0,-2 7-44 0,2-7-204 0,0 0-245 16</inkml:trace>
  <inkml:trace contextRef="#ctx0" brushRef="#br0" timeOffset="100546.81">30522 2255 2012 0,'0'-13'-23'16,"-1"5"32"-16,1 0 33 0,0 0 24 16,0 8 24-16,0-10 1 0,0 10-15 15,0 0-8-15,0 0-3 0,0 0-10 0,0 0-2 16,0 0-2-16,0 0-3 16,0 0-4-16,10 27 1 0,-8-16-11 0,1 2-1 15,-3-2-2-15,2 1-4 0,0 0 4 16,-2 1-6-16,0 1-23 0,0-1-26 15,0-1-34-15,-4 2-41 0,4-1-52 0,-3-1-66 16,-1-2-95-16,-3-1-168 0,4-4-76 16,1 0-58-16</inkml:trace>
  <inkml:trace contextRef="#ctx0" brushRef="#br0" timeOffset="101146.8">30666 2402 1485 0,'-4'10'-9'16,"4"-4"24"-16,0-6 20 0,-4 8 26 0,4-8 18 15,-2 7 15-15,2-7 6 0,0 0-3 16,0 8-5-16,0-8 0 0,0 0-1 16,0 0 0-16,0 11-2 0,0-11-1 0,0 0 9 15,0 0-11-15,0 0-6 0,0 0-5 16,0 0-8-16,0 0 0 0,0 0-5 0,17-21-2 15,-12 11-17-15,-3-1 8 16,1 2 2-16,-1-3 4 0,2 4 15 16,-2 0 3-16,-1 1-4 0,-1 7-9 0,6-12-7 15,-4 6-16-15,-2 6-10 0,0 0 6 16,0 0 1-16,0 0 8 0,0 0 5 0,0 0 6 16,0 0 3-16,4 28-3 0,-4-15-3 15,2 0 1-15,-2-1-8 0,2 2-4 16,2 1 1-16,0 1-3 0,-3-1-2 0,7-1 3 15,-3-1-7-15,4-2-4 0,-6-1-2 16,7-2-2-16,-5 0 1 0,2-4-2 0,2-2 1 16,-9-2-11-16,15 2 2 0,-15-2-3 15,15-5-3-15,-5 0 1 0,-3-1-3 16,1-2 2-16,2-2 0 0,-3-1-5 16,-2-6 1-16,6 2 1 0,-2-4-5 15,-4 2-1-15,5-2 2 0,-4 6 6 0,0 1-5 16,-5 3-2-16,5 0-4 0,-2 2-3 15,-2-1-1-15,1 3-7 0,-3 5 13 16,0 0-13-16,0 0 6 0,0 0 2 0,0 0 1 16,0 0 0-16,0 0 4 0,12 22-2 15,-10-14 0-15,-2 5 2 0,0-3 4 0,0 0-3 16,2 0 2-16,-2 1-4 16,0-1-27-16,2 2-34 0,-2-3-37 0,0 1-35 15,2-2-37-15,0 1-41 0,-2-1-59 0,1-1-74 16,-1-2-141-16,0-5-80 15,4 9 57-15,0-5-91 0,-4-4-99 0</inkml:trace>
  <inkml:trace contextRef="#ctx0" brushRef="#br0" timeOffset="101463.51">31089 1693 1653 0,'-8'-5'-3'0,"5"2"5"0,3 3 7 15,-8-5-10-15,8 5 24 0,0 0 33 16,-8 19 23-16,6-5 23 0,-2 4 15 16,4 9 14-16,0 7 11 0,0 9 10 0,2 1 7 15,2 11 7-15,2 1-24 0,2 0-15 16,-3-2-9-16,5-1-18 0,-5-10 7 15,2-2-17-15,2-2-8 0,-4-1-14 0,1-6-6 16,-2-3-7-16,0-5-37 0,0-4-33 16,0-1-36-16,-1-4-45 0,1-1-38 0,-2-2-35 15,0-2-53-15,0-1-81 0,-1-4-148 16,-1-5-64-16,0 7-97 0,0-7-112 16</inkml:trace>
  <inkml:trace contextRef="#ctx0" brushRef="#br0" timeOffset="101648.93">31028 2336 1714 0,'-6'-2'43'0,"6"2"29"0,0 0 29 15,-11-3 35-15,11 3 30 0,0 0 24 16,0 0 0-16,0 0-3 0,-8-6-10 16,8 6-10-16,0 0-20 0,0 0-14 0,0 0-41 15,37-8-46-15,-21 5-74 0,4 3-70 16,2-3-88-16,-3 3-137 0,10-6-248 0,-4 3 48 15,-2 1-100-15,-6-2-122 16</inkml:trace>
  <inkml:trace contextRef="#ctx0" brushRef="#br0" timeOffset="102548.09">31236 2263 1611 0,'0'0'-10'0,"0"0"28"16,0 0 17-16,0 0 25 0,5-8 23 15,-5 8 18-15,0 0 9 0,0 0 2 0,0 0 3 16,34 13 2-16,-25-5 5 0,0 1-2 15,0 4-4-15,-1-2 0 0,0 1-11 16,-3 1 0-16,-1-1 2 0,0 2-1 16,-2-5 8-16,0 3 17 0,-4 1-12 15,0-3-1-15,0 0-1 0,-2 0-7 0,-1-1-2 16,-4 1 2-16,4-3-2 0,-4 0-4 16,-1 0-6-16,0-2 2 0,1-2-10 0,-2 1-5 15,11-4-5-15,-19-2-3 0,19 2-8 16,-15-10-8-16,6 1-9 0,8-3-6 15,-1-5-8-15,5-3-11 0,1-5-9 0,8-2-2 16,-4 4 1-16,-1 5-7 0,-2 6-4 16,0-1 1-16,1 5-11 0,-1 1 4 15,1 2-3-15,-6 5 3 0,0 0-4 0,15 2 6 16,-15-2 0-16,17 8-1 0,-10-1 4 16,0 0-2-16,0 1 0 0,3 1 5 0,-2 1-5 15,-1 2 2-15,2-1-9 16,-3-2-41-16,0 0-48 0,0-3-44 0,1 4-47 15,1-3-44-15,-5 2-45 0,3-4-69 16,1-1-100-16,-2-1-187 0,-5-3 56 16,11 2-229-16,-11-2-288 0</inkml:trace>
  <inkml:trace contextRef="#ctx0" brushRef="#br0" timeOffset="103079.66">31668 1531 2019 0,'-4'-5'-103'16,"4"5"12"-16,0 0 55 0,0 0 40 0,0 0 42 15,-11 22 46-15,9-3 41 0,1 5 28 16,-1 5 29-16,5 9 14 0,-1 5 9 0,4 2-15 16,1 3-10-16,1 5-10 0,0 1-13 15,-4-11-33-15,-1 1-13 0,3 2-8 16,1-3-12-16,0-4-5 0,0 0-10 0,-3-3-6 15,-1-3-21-15,3-8-26 0,-4-4-32 16,0-3-20-16,-2-5-27 0,0-1-10 16,0-2-3-16,0-2 3 0,0-8-17 15,-6 7-15-15,6-7-9 0,0 0-5 16,0 0-1-16,0 0-1 0,-27-21-4 0,18 6 3 16,-2 1 4-16,-1-4 12 0,1 4 9 15,2 0 4-15,-3 6 7 0,2 0 8 0,1 0 7 16,-1 3 20-16,1 2 19 0,1-1 14 15,8 4 16-15,-12-1 28 0,12 1 20 16,0 0 22-16,0 0 32 0,0 0 20 0,0 0 18 16,0 0-2-16,0 0-1 0,0 0-7 15,0 0-8-15,41 1-8 0,-24-6-9 16,-2 0-14-16,2 0-14 0,1 0-7 0,-4 0-8 16,2 0-15-16,-5 1-8 15,3 2-7-15,-14 2-5 0,18 2-7 0,-5 2-1 16,-1 2-3-16,0 3 0 0,0 3-5 15,-3 0-4-15,0 0-7 0,-1 2-30 0,-2-2-40 16,-1 3-49-16,3-3-48 0,-5 2-55 16,6-1-53-16,-5 1-69 0,1-4-93 15,-3 1-161-15,2-2 30 0,-3-2-186 0,3-1-231 16</inkml:trace>
  <inkml:trace contextRef="#ctx0" brushRef="#br0" timeOffset="103246.17">31870 2051 1958 0,'0'-11'9'0,"-1"5"35"0,-1-1 14 15,2 7 23-15,-2-10 18 0,2 10-1 16,0 0-7-16,0-10-9 0,0 10-28 16,0 0-52-16,0 0-74 0,2-8-122 0,-2 8-176 15,0 0-290-15,0 0-156 0</inkml:trace>
  <inkml:trace contextRef="#ctx0" brushRef="#br0" timeOffset="104630.54">32097 2118 1652 0,'-11'10'-25'0,"7"-5"62"15,-3 3 30-15,-2 3 27 0,-2-1 26 0,2 0 17 16,1 2-3-16,-3 5 2 0,1-1-3 16,0-1-7-16,5 0-8 0,-3 3-7 15,3-1 1-15,1-1-15 0,0-3-6 16,1 1-11-16,3-1-7 0,0 1-4 0,3-2-6 16,1 0-13-16,-2-1 2 0,1-3 2 15,3-1-9-15,0 0-5 0,1-2 1 16,-7-5-5-16,14 5-4 0,-14-5-1 0,16-3 4 15,-16 3-7-15,18-10 3 0,-11 5 19 16,2-7 15-16,-2 0 5 0,-1-1 3 16,-5-3 5-16,5-1 9 0,-6 5 2 0,2-2-7 15,-2 1 0-15,0 3-5 0,0-1-8 16,0 3-9-16,-2 0-7 0,2 8-3 16,-6-13-11-16,3 8-1 0,3 5-4 0,-8-5-4 15,8 5-4-15,0 0-3 16,0 0 1-16,-10-2-3 0,10 2 0 0,0 0-3 0,0 0-1 15,0 0 2-15,0 0-4 0,0 0 4 16,0 0 3-16,0 0-4 0,0 0 0 16,0 0-1-16,29 14-1 0,-29-14-1 15,17 0-3-15,-6 0-3 0,-11 0 2 16,20 0-3-16,-20 0-4 0,18 3-5 0,-6-1 1 16,-2 2 0-16,2 2 0 0,-3-2 1 15,2 4-3-15,-1-3 5 0,-1 7 0 16,2-4 0-16,-2-2 1 0,-2 3-2 15,1-3 0-15,-1 4 2 0,-2-3-3 0,2 1 5 16,-3-4-5-16,1 2 4 0,-5-6 3 16,9 8 0-16,-5-4 0 0,-4-4 4 15,8 5 8-15,-8-5-3 0,0 0-1 0,17 2 0 16,-17-2 0-16,0 0-3 0,23-7 0 16,-14 3-1-16,2-2-1 0,-2 0-1 15,0 0 10-15,-2-2 12 0,4 3 4 0,-4 1 6 16,-7 4-3-16,11-8-3 0,-4 4-2 15,-7 4-7-15,7-4-6 0,-7 4-4 16,7-4-4-16,-7 4-6 0,0 0 3 0,11-4-1 16,-11 4-1-16,0 0 0 0,0 0 0 15,0 0 1-15,20 8-2 0,-20-8-1 0,9 4-3 16,-9-4-10-16,12 1-5 0,-12-1-10 16,0 0-19-16,20-1-7 0,-20 1-20 15,16-8-17-15,-7-3-15 0,2 1-26 16,-2-6-16-16,0-3-13 0,3-8-18 15,-3-2-6-15,0-4-6 0,0-1-10 0,-2-5-9 16,-3-2-4-16,0-4-5 0,-3-15 8 16,-1-4 12-16,0 1 10 0,-1-3 17 15,-1 2 16-15,0 7 27 0,0 16 35 0,0 11 31 16,-2 7 17-16,4 4 3 0,-1 5-1 16,-1 3 3-16,-3 5 17 0,5 6 33 0,0 0 15 15,0 0 20-15,-18 27 19 16,12-4 14-16,0 13 13 0,0 3 15 15,2 2-4-15,3 0 9 0,-1 3-3 0,2 2-1 0,2-3-7 16,-1 1-11-16,5 1-8 16,-2-4-6-16,-3 0-10 0,10-1 0 0,-4-5-13 15,-1 0 2-15,1-6-15 0,-1-7-21 16,2-3-27-16,-3-5-6 0,-1-4-6 16,2 0-14-16,0-3-16 0,2-4-6 0,-8-3-14 15,18-3-11-15,-8-6-18 0,1-1-14 16,-2-5-16-16,7-11-12 0,-1-5-15 15,-1-1-1-15,7-12 3 0,-1-2 12 16,0-3 6-16,-4-3 13 0,2-1 16 16,-5 5 24-16,-3 13 38 0,-3 4 23 0,1 10 6 15,-5 3-4-15,2 8-1 0,-3 5 21 16,-2 5 28-16,0 0 25 0,0 0 13 0,0 27 21 16,-2-8 8-16,2 3 0 0,0 5 4 15,-5 7-3-15,5-4-8 0,-1 7-9 16,1 0-13-16,1-6-2 0,-1 5-8 0,0-7-5 15,7 4-17-15,-1-6-34 0,-1-7-34 16,2 1-23-16,1-1-20 0,0-7-13 16,1 3-12-16,1-5-9 0,0-2-8 0,-1-4 2 15,2-5 8-15,-1 2 12 0,-10-2 5 16,22-7 12-16,-9 0 4 0,-2-3 24 16,1 0 21-16,1-4 24 0,-4 4 30 15,1-2 24-15,-5 2 29 0,3 2 3 16,-3 2-16-16,-1 1-7 0,-4 5-11 0,8-6 13 15,-8 6 33-15,0 0 9 0,0 0-3 16,0 0 17-16,-15 33-1 0,4-16 19 0,-7 12-3 16,7 2 30-16,-3 0-6 0,5 6-15 15,2-4-14-15,-1 2-13 0,2-2-9 16,0-4-11-16,2-6-11 0,1 0-26 0,-1-1-78 16,2-5-74-16,-2 0-72 0,4-2-60 15,-6-1-92-15,2-2-144 0,-3-3-138 16,0-3 48-16,-1-2-132 0,-4-2-179 0</inkml:trace>
  <inkml:trace contextRef="#ctx0" brushRef="#br0" timeOffset="105279.48">30207 2719 1840 0,'5'-7'-16'0,"-5"7"21"0,0 0 0 15,8-6 12-15,-8 6 28 0,0 0 35 0,0 0 22 16,0 0 25-16,0 0 2 0,21 13 17 15,-18-8 4-15,4 2 11 0,-3 0-1 16,-1 0-1-16,1 0-5 0,0 1-13 16,-3 1-9-16,5 1-11 0,-4 0-11 0,2 1-8 15,-2 1-10-15,-2 0-5 0,4 0-11 16,-4-1-8-16,0 1-10 0,0 0-30 16,-2 1-30-16,2-3-44 0,-2 1-41 0,2-2-43 15,2 0-48-15,-2-1-54 0,0-8-65 16,2 13-111-16,-2-13-156 0,0 0 55 15,0 0-112-15,0 0-120 0</inkml:trace>
  <inkml:trace contextRef="#ctx0" brushRef="#br0" timeOffset="105513.13">30054 2706 1654 0,'-7'4'-7'0,"7"-4"30"16,-6 9 21-16,6-9 43 0,0 0 43 0,0 0 40 15,0 0 13-15,17 7 7 0,-3-7-24 16,4 0-9-16,2-2-16 0,4 1-16 0,5-4-45 16,5-1-41-16,0 0-57 15,-3 2-55-15,-6 1-85 0,-3-1-101 0,-3 1-164 16,-1-2-82-16,-3 3-89 0,-6 0-94 15</inkml:trace>
  <inkml:trace contextRef="#ctx0" brushRef="#br0" timeOffset="105719.47">30045 3082 1639 0,'-6'11'24'15,"2"-3"32"-15,2 0 35 0,2-4 39 0,0-4 46 16,0 0 73-16,0 11 14 15,0-11 1-15,0 0-15 0,16 3-25 0,-16-3-26 16,23-2-21-16,-9 2-27 0,6-3-47 16,0-1-58-16,0 3-66 0,5-3-70 15,-4 1-73-15,-1 0-70 0,-1-4-88 0,-4 2-98 16,-1-2-134-16,1-2 48 0,-3 2-81 16,-3-1-88-16</inkml:trace>
  <inkml:trace contextRef="#ctx0" brushRef="#br0" timeOffset="106083.52">30403 2937 1629 0,'0'0'13'0,"0"0"14"0,0 0 15 16,0 0 26-16,10-3 33 0,-10 3 22 15,0 0 18-15,0 0 19 0,0 0 8 16,18 12 9-16,-13-6 3 0,-2 0-8 16,3 0-3-16,-1 0-16 0,-1 1-7 0,0-1-9 15,-1 3-14-15,4 0-10 0,-3-3-6 16,-2-1-10-16,-2-5-7 0,5 12-5 0,-5-12-6 15,4 9-10-15,-4-9-1 0,3 5-4 16,-3-5 16-16,4 7 22 0,-4-7 19 16,0 0 3-16,0 0-14 0,0 0-13 0,0 0-11 15,25-12-13-15,-18 5-3 16,6 0-7-16,-4 0-10 0,1 1-4 0,-3-1-5 0,3 3-3 16,-10 4-9-16,13-7-3 15,-5 6-2-15,-8 1 2 0,13-2-5 0,-13 2-1 16,0 0-4-16,23 3 5 0,-16 1-1 15,1-1-2-15,0 3-4 0,1-1-11 16,-1 1-35-16,0-2-34 0,-3 1-48 0,3 0-56 16,-8-5-60-16,9 11-56 0,-5-6-63 15,-4-5-85-15,4 6-108 0,-4-6-105 0,0 0 55 16,2 9-248-16,-2-9-321 0</inkml:trace>
  <inkml:trace contextRef="#ctx0" brushRef="#br0" timeOffset="107928.36">31066 2944 2180 0,'0'0'-47'15,"0"0"35"-15,0 0 21 0,0 0 38 0,0 0 36 16,0 0 24-16,0 0 15 0,0 0 10 16,0 0 7-16,0 0-9 0,0 0-8 0,0 0-7 15,0 0-12-15,0 0-7 0,0 0-8 16,0 0-14-16,0 0-16 0,0 0-22 15,0 0-21-15,0 0-19 0,0 0-13 16,4-9-15-16,-4 9-1 0,-2-8-4 0,2 8-3 16,-12-10 4-16,1 4 5 0,-1 3 1 15,-1 0 5-15,0 0-2 0,-2 1 5 16,-1 4 13-16,-1 2 9 0,0 0 15 16,2 3 0-16,-1-1 28 0,5 5 15 0,-3-1 19 15,7 2 35-15,0-2 6 0,1 1 7 16,2 4 5-16,3-3-4 0,2 0-8 0,1-2-3 15,2 2-9-15,3-2-11 0,-1-1-6 16,4 1-8-16,3-3-8 0,-2-2-9 16,3-2-6-16,3-1-13 0,-2-2-18 0,7-2-20 15,2 1-21-15,1-6-18 16,7-1-16-16,0-5-8 0,-1 0-18 0,-1-6 3 16,-3-1-13-16,3-9 9 0,-5 3 1 15,4-9 9-15,-6-3 2 0,-6 7 8 0,2-11 9 16,-10 8-3-16,2 1 13 0,-4 6-3 15,-3 8 25-15,-3 2 11 0,1-1-2 16,0 6-2-16,-2 3 0 0,2 1 5 0,-2 8 17 16,0 0 18-16,-11-2 10 0,11 2 6 15,-11 19 27-15,4-3 12 0,4 3 4 0,-1 8 10 16,0 8 6-16,2 2 9 0,1 4-3 16,-1-1 5-16,2 3-4 0,-2-2-9 15,2 1-7-15,-2-2-2 0,2-2-10 0,-5-8-9 16,5-3-7-16,-3-4 0 15,-1 0 0-15,-1-3-7 0,1-2-1 0,-2-4 1 16,1 1 0-16,-4-3 2 0,4-1-6 16,-4-3-3-16,-2-2-5 0,2 0-6 0,0-3 3 15,0-1-11-15,9-2-6 0,0 0-2 16,-31-5-10-16,21-1-20 0,1-4-14 16,3-2-13-16,1-1-19 0,2-1-13 0,3 3-5 15,3-4-5-15,2-1-4 0,3-3-6 16,6-5-13-16,6 2-14 0,1-1-11 15,4-2-11-15,7-4-12 0,4 0-10 16,4 2-5-16,5-4-11 0,-2-1 1 0,1 0 9 16,2-3 12-16,-10 1 5 0,-2-2 15 15,-6-1 14-15,-6 7 10 0,-8 1 21 16,2 2 21-16,-7 4 15 0,-5 9 8 0,-2-2 1 16,-4 3 4-16,-2 3 4 0,-1 3 15 15,-3 5 8-15,1 2 17 0,7 0-2 0,-17 7 15 16,4 1 21-16,2 2 20 0,0 5 17 15,2 5 19-15,-1 7 4 0,1 2 3 16,-1 2 3-16,2 0-7 0,1-1 1 0,1-2-7 16,3-3-4-16,-7 4-9 0,6-3-6 15,0-3-10-15,-2 0-5 0,1 2-6 0,1-4-7 16,-1 4 0-16,-4-3-10 0,4-1-1 16,-1-4-2-16,3-1-7 0,-1-3-3 15,0-3-6-15,-1 2-1 0,4-5-10 16,-1 3-3-16,0-4-4 0,2-6-4 15,-2 10-1-15,2-10-14 0,0 0-5 0,6 5-7 16,-6-5-4-16,0 0-8 0,0 0-11 16,28-15-14-16,-16 9-10 0,5-6-5 0,-1 3 4 15,-2-2 10-15,4 1 8 0,-3 0 5 16,-3 3 5-16,1-2 12 0,-4 2 19 16,1 0 21-16,-2 2 11 0,-1-1 10 15,-2 2 10-15,-5 4-3 0,12-7-1 0,-12 7-7 16,8-7-2-16,-8 7-6 0,5-3-9 0,-5 3-1 15,0 0 0-15,12-4 3 16,-12 4-6-16,0 0 2 0,0 0 1 0,0 0-4 16,21 9 0-16,-21-9 2 0,10 5 1 15,-10-5-1-15,5 5 3 0,-5-5 16 16,0 0 9-16,11 2 8 0,-11-2-2 0,0 0-3 16,0 0 2-16,22-3-1 0,-22 3-2 15,9-7-4-15,-2 2 5 0,0-1 2 0,-2 1 2 16,1 0 10-16,-1 0 10 0,-5 5 8 15,11-9-5-15,-8 6-1 0,-3 3-8 16,8-5-15-16,-8 5-1 0,0 0-15 16,7-7-8-16,-7 7-2 0,0 0 0 15,0 0 0-15,0 0 0 0,0 0 0 0,0 0-3 16,16 10-3-16,-16-10 0 0,0 0 2 16,5 9-5-16,-5-9-1 0,6 5 3 0,-6-5-1 15,5 5-1-15,-5-5-2 0,11 4-8 16,-11-4-7-16,0 0-5 0,14 0 4 15,-14 0-3-15,0 0 4 0,0 0 3 0,20-7-3 16,-16 3 4-16,-4 4 0 0,9-10 0 16,-6 2 3-16,1 1-4 0,3-4 1 0,0-2-1 15,-1 2 2-15,-1-1 0 0,1 2 4 16,-2 2 6-16,0 1 0 0,0-1-5 16,-3 2 3-16,-1 6-5 0,6-11 2 15,-2 9-3-15,-4 2-3 0,0 0-5 16,3-12 4-16,1 9-6 0,-4 3 2 0,0 0 1 15,7-5-3-15,-7 5-7 0,0 0-1 16,3-7-1-16,-3 7 0 0,4-5 2 0,-4 5-14 16,6-7-5-16,-3 0-3 0,3-1-1 15,-3-1-2-15,6-3 0 0,-4-3-4 16,1-4-3-16,1-3 1 0,0-12-5 16,-4 1-5-16,3-5-11 0,-2-3-7 0,-1 2 7 15,-1-1 7-15,2 4 3 0,-4 10 19 0,2 6 11 16,-2 5-8-16,2 3-1 15,-2 3 2-15,-2 6 11 0,2 3 29 0,0 0 21 16,-4 22 17-16,2 0 22 0,-2 6 19 16,4 12 14-16,2 1 10 0,0 2 4 15,-2-2-10-15,2 0-9 0,2-4-7 0,-1-1-8 16,4-2-3-16,-3-8-11 0,-1-4-1 16,1-2-8-16,0-2-4 0,-1-3-1 0,-1-3-7 15,2 1-19-15,-1-4-13 0,-1-2-18 16,-1 1-15-16,-1-3-25 0,0-5-33 15,0 0-32-15,0 0-20 0,0 0-2 16,0 0-10-16,0 0-7 0,0 0 3 16,-30-15 13-16,18 7 8 0,1 2 13 0,0 1 12 15,2-1 15-15,4 2 7 0,-1 2 25 16,6 2 11-16,-9-6 25 0,9 6 25 0,0 0 13 16,-10-6 10-16,10 6 11 0,0 0 15 15,0 0-5-15,0 0-2 0,0 0-10 16,0 0-38-16,30-1-48 0,-18 1-65 0,5 0-60 15,2 1-51-15,10-1-14 0,13-1-52 16,6 1-57-16,-5-2-58 0,0 0-88 0,-11 2 7 16,-8 0-135-16,-3 2-124 0</inkml:trace>
  <inkml:trace contextRef="#ctx0" brushRef="#br0" timeOffset="108163.6">32491 2880 1642 0,'16'2'-17'0,"-7"0"28"0,-9-2 46 0,12 4 47 0,-12-4 38 16,0 10 32-16,0-10 40 15,-8 10 32-15,-3-1 25 0,-7 3 23 0,-10 3 11 16,-5 4 17-16,-10-2 8 0,-3 4 22 15,-3-3 1-15,1 1-5 0,-1 0-5 16,-1 0-19-16,2-4-15 0,-1-3-27 0,-1 2-25 16,10-6-20-16,-1 3-27 0,9-3-20 15,0 3-20-15,8-7-18 0,4 4-16 0,5-4-15 16,2 0-13-16,2 0-24 0,0 1-36 16,0-1-35-16,11-4-46 0,-15 4-58 15,9-2-62-15,6-2-50 0,-9 4-51 0,9-4-67 16,-9 2-80-16,9-2-78 0,0 0-104 15,0 0-148-15,-14-8-33 0,14 8 78 16,-9-7-482-16,9 7-633 0</inkml:trace>
  <inkml:trace contextRef="#ctx0" brushRef="#br0" timeOffset="109312.39">29283 2336 2998 0,'0'0'-140'0,"3"8"42"0,-3-8 39 15,0 0 30-15,0 7 29 0,0-7 16 0,0 0 10 16,0 0 11-16,-5 9 6 0,5-9 5 16,0 0-8-16,0 0 9 0,0 0-3 15,-2 9 9-15,2-9-9 0,0 0 3 0,0 0-4 16,0 0-3-16,0 0-3 0,0 0 4 16,0 0 12-16,0 0 4 0,0 0-8 0,0 0 10 15,0 0-26-15,0 0-1 16,0 0-7-16,0 0-3 0,-7-23-1 0,7 23-12 15,-1-10 4-15,1 10 7 0,0 0-10 16,-2-9-4-16,2 9-7 0,0 0-2 16,-4-8 1-16,4 8 1 0,0 0 1 0,0 0-6 15,0 0 2-15,0 0 5 0,0 0-3 16,0 0-6-16,0 0 16 0,0 0 2 16,0 0 3-16,0 0 33 0,0 0-15 0,0 0-3 15,0 0 6-15,0 0-5 0,0 0 0 16,0 0-2-16,0 0-4 0,0 0-6 0,0 0-33 15,0 0-40-15,0 0-25 0,0 0-64 16,0 0-54-16,-25 10-77 0,25-10-85 16,-16-2-152-16,5 2-24 0,11 0-105 15,-24 0-136-15</inkml:trace>
  <inkml:trace contextRef="#ctx0" brushRef="#br0" timeOffset="111845.27">23108 2697 1813 0,'0'0'35'0,"2"-3"18"0,-2 3 18 15,0 0 15-15,0 0 5 0,0 0 6 16,-23 12 5-16,11-2 9 0,-6 11 10 16,-3 1 10-16,-1 1-1 0,6 2-14 15,-4 0 1-15,5-2-18 0,2-3-13 0,3-3-3 16,2 1-14-16,1-3 2 0,-1-1 1 15,3-1-28-15,-3-1 0 0,4-3 1 0,2-1-8 16,-2-1-1-16,4-7 28 0,-5 9 12 16,5-9-9-16,0 0-4 0,0 0-3 15,0 0-10-15,0 0-6 0,0 0-7 0,-15-25-4 16,10 12-6-16,3-2-8 0,2-2 5 16,-1 0 4-16,1-1-9 0,0 4-11 0,0 3 2 15,0-3-2-15,0 5-4 0,1 1-2 16,-1 8 1-16,4-12 0 0,3 8-5 0,-7 4 5 15,0 0-3-15,14 0 1 16,-14 0 2-16,16 5-3 0,-7 0 1 0,-1 1-5 16,2 0 3-16,-5-1 9 0,-5-5-1 15,12 9 9-15,-9-3-21 0,1-1 10 16,-4-5-2-16,6 8-2 0,-6-8 6 0,0 9 2 16,0-9-3-16,0 6-1 0,0-6 3 15,0 0 8-15,0 0-3 0,0 0 4 0,0 0 7 16,0 0-8-16,0 0 3 0,0 0-7 15,0 0 0-15,0 0 5 0,0 0 0 16,0 0-15-16,-12-21 10 0,12 21-24 16,0 0-23-16,0 0-39 0,-1-10-45 15,1 10-65-15,0-4-71 0,0 4-85 0,-2-9-123 0,2 9-129 16,-2-8 50-16,2 0-152 16,0 8-189-16</inkml:trace>
  <inkml:trace contextRef="#ctx0" brushRef="#br0" timeOffset="114278.26">22806 1247 1872 0,'0'0'-37'0,"13"3"34"0,-13-3 33 15,-4 12 20-15,-1-4 6 16,-2 6 6-16,-2 5 15 0,-11 6 5 16,5 3 5-16,-4 0 0 0,4-1-4 0,-4 2-7 15,1-2-9-15,3-2-4 0,2 1-4 16,0-9-10-16,3 0-3 0,2-5-2 0,1 1-6 16,1-4-6-16,1-1-1 0,1-3 3 15,-2 1-3-15,2-3-4 0,4-3-22 16,0 0-12-16,0 0-8 0,0 0 0 0,-21-15-2 15,18 5-2-15,-6-4 0 0,4-5-8 16,-2-2 7-16,-7-8-3 0,3 2-1 16,0-2 3-16,-2-4-1 0,8 10 3 15,-1 1 3-15,5 5 2 0,-1 0 7 16,0 3 0-16,0 2 2 0,4 4-2 0,0 1 2 16,1 0 9-16,5 4 8 0,-1 1 2 15,-7 2 4-15,21 2 5 0,-5 2 3 0,1 4-4 16,0 0-2-16,2 3-2 0,9 4 3 15,-6 2-5-15,1 2-3 0,-5 2 6 16,3-3-6-16,-5-1-3 0,-3-2 5 0,-2-1-7 16,1-2-7-16,-3-1-1 15,-1 1-8-15,-2-3-3 0,0-3-1 0,-2 2 6 16,-3-4-1-16,-1-4-1 0,2 6 5 16,-2-6 3-16,0 0-8 0,0 0 4 15,-7-20 1-15,1 5 1 0,2-2-1 0,-6-13-5 16,3 1 2-16,2 2 2 0,-4 8 7 15,6 4 12-15,-1-1-7 0,-2 5 2 0,4 0-10 16,-1 6 3-16,3 5 2 0,-4-3-2 16,4 3 4-16,0 0-6 0,-2 19 1 15,0-6 7-15,2 3-2 0,0 2 0 0,0 2-1 16,2-2-1-16,2 4 3 0,-4 0 1 16,0 1-3-16,0-3-3 0,0-3 4 15,-4 0-1-15,2-5 3 0,2 1 6 0,-4-5-4 16,0 0 3-16,-2-3-5 15,6-5 5-15,-9 1 7 0,9-1 3 0,0 0-2 16,-19-12 2-16,13 6 8 0,1-1-6 16,-1-3 7-16,4 6-9 0,0-4-1 15,0 1-6-15,2 7-1 0,4-14-6 0,0 6 6 16,2 3-5-16,-6 5-2 0,11-8 1 16,-6 4-14-16,4 2-22 0,-9 2-17 0,14-4-30 15,-3 2-29-15,-11 2-42 0,16-2-45 16,-8 2-61-16,-8 0-65 0,15-2-146 15,-15 2-162-15,9-1-122 0</inkml:trace>
  <inkml:trace contextRef="#ctx0" brushRef="#br0" timeOffset="125127.39">1558 2709 2601 0,'-9'5'261'0,"1"-1"7"0,8-4-7 0,0 0-19 16,-15-2-32-16,15 2-9 0,0 0-22 15,-8-14-21-15,8 7-20 0,0-1-6 0,2-4-11 16,0 0-14-16,5-3-11 0,0 2-10 16,0-1-9-16,4 0-8 0,1 3-8 15,1-1-5-15,0 4-4 0,5 3-8 0,-1-1-8 16,2 4-6-16,4 2-5 0,2 2-2 15,0 4-6-15,5 1 2 0,1 3-8 16,-7 4-2-16,-5 1 0 0,-3-3 0 16,-5 3 2-16,0 1-5 0,-3-1 2 15,-2 4-3-15,-4-4 3 0,1-1-1 0,-3 0 0 16,-1-1 1-16,-1-1 1 0,0 0 0 16,0-2 4-16,-2 1 2 0,3-3-4 15,-2-1 2-15,1 0 0 0,2-7 1 0,-4 13-4 16,2-7-1-16,2-6-4 0,-2 10-1 15,2-10-1-15,2 13-1 0,-2-7-1 16,2 2 3-16,2 3-1 0,2 1 0 0,2-2-1 16,-1 3-1-16,2-2 3 15,0 2-15-15,0-2 5 0,0 1-2 0,0-3 0 16,-2 3 2-16,-2-2 6 0,-1-1 10 16,0 1 29-16,-2 0 11 0,-1 2 28 0,-1-2 21 15,-1-1 19-15,-5 1-4 0,2 2-2 16,-5 0-5-16,-1-2-14 0,1 2 0 15,-4-5-14-15,-1 3 12 0,-1-4-5 0,-1-3-9 16,0-3-9-16,-7-3-10 0,-2-1-5 16,2-1-7-16,-2 0-12 0,4 0-12 0,0-2-15 15,4 4-53-15,2-3-58 0,2 5-62 16,1-3-80-16,1 3-86 0,11 1-83 16,-16 1-84-16,16-1-107 0,-11 4-149 15,11-4 52-15,0 0-467 0,0 0-635 16</inkml:trace>
  <inkml:trace contextRef="#ctx0" brushRef="#br0" timeOffset="125691.67">1538 2296 2891 0,'-33'0'-180'0,"3"0"22"0,3 2 50 15,-2 0 34-15,-1-1 17 16,-11 3 19-16,5 2 17 0,0 6 8 16,-2-1-1-16,-4 15 7 0,0-1 4 0,4 8 19 15,4 8 8-15,2 5 10 0,1 5 15 16,5 4 8-16,3 6 7 0,1 2 10 0,8 2 6 15,1 6 11-15,6 2-3 0,7-1 28 16,4 0-4-16,3-4 12 0,11-3-8 16,5-1-6-16,7-6 5 0,14 8 6 0,11-8-2 15,2-7 9-15,1-16-1 0,17-1-5 16,-3-12-11-16,3-5-11 0,4-6-2 16,0-3-9-16,4-8-12 0,-1-2-20 15,-1-8-3-15,19-7-6 0,-9-6 0 16,-5-2-6-16,-21-2 0 0,9-12 3 0,-3-4 10 15,-22 4 6-15,-1-1 6 0,-12-5 19 16,-4-3 21-16,-9-4 12 0,-10-4 12 16,-7-5 2-16,-10-2-15 0,-7-7 2 0,-16-17-17 15,-16-3-11-15,-9 10-17 0,-9-2-5 16,-7 5-10-16,-11 9-7 0,-7 5-6 0,-5 10-7 16,-8 8-9-16,-3 14 1 15,-6 10-9-15,1 11-7 0,20 16 1 16,-22 11-4-16,5 7-11 0,2 11-31 0,7 2-45 0,7 5-45 15,4 10-61-15,5 3-55 16,8 0-54-16,13 2-48 0,13-13-52 0,4 1-89 16,6-1-192-16,12-3-7 0,8-10 95 15,9 0-278-15,10-4-344 0</inkml:trace>
  <inkml:trace contextRef="#ctx0" brushRef="#br0" timeOffset="126109.62">1326 4282 2469 0,'-30'10'-46'0,"8"-1"0"0,3-3 7 16,8 0 26-16,5-6 30 0,6 0 31 16,0 0 21-16,0 0 17 0,58-41 11 0,14-2 7 15,10-6-4-15,11-9-4 16,4-2 1-16,4-2-1 0,2-1 2 0,4-1-8 15,-6 3 3-15,-6 4-4 0,-5 5-12 16,-12 8-12-16,-23 15-2 0,-9 5-22 0,-13 6-20 16,-11 7-22-16,-5 4-39 0,-9 3-54 15,-5 6-52-15,-3-2-65 0,0 0-71 16,-24 25-99-16,-1-5-131 0,-1 0 22 0,-12 6-60 16,1 3-51-16</inkml:trace>
  <inkml:trace contextRef="#ctx0" brushRef="#br0" timeOffset="126358.18">903 4900 1456 0,'-29'28'36'0,"10"-11"23"16,10-5 36-16,1-3 37 0,10-8 28 0,-2-1 23 16,38-25 12-16,12-10 26 0,29-23 9 15,17-16-1-15,38-27-18 0,0 1-19 0,6-3-16 16,-3-1-14-16,-3 4-7 0,-3 1 6 15,-27 25-18-15,0-1-14 0,-6 1-13 16,-1 4-15-16,-7 5-6 0,-11 10-10 16,-15 9-17-16,-20 15-15 0,-9 5-22 15,-11 9-19-15,-7 3-25 0,-6 7-47 0,-7 0-50 16,-1 4-61-16,-3 3-65 0,0 0-90 16,0 0-110-16,0 0-166 0,-43 16 32 15,29-12-234-15,-4 2-290 0</inkml:trace>
  <inkml:trace contextRef="#ctx0" brushRef="#br0" timeOffset="130257.5">3603 3805 1153 0,'-21'-3'184'0,"2"3"-8"15,0 3-49-15,2-2-24 0,0-2-4 16,-2 2 5-16,-1-1 12 0,2 2 6 0,-2-2 13 16,4 0 17-16,0 0 11 0,16 0-9 15,-21 0-9-15,21 0-10 0,-15-2-9 16,15 2-11-16,-14-1-13 0,14 1-6 0,0 0-13 16,0 0-10-16,0 0 0 0,0 0-15 15,0 0-8-15,0 0 6 0,48-13-9 16,-14 6 1-16,6-1-5 0,17-1-1 15,3 0-11-15,6 0-3 0,5 1 7 16,1-4-9-16,1 1-2 0,3-3-3 0,3 0 3 16,-2-1-2-16,16-4-8 0,-18 5 4 15,-1 1-1-15,1 1 1 0,-3-2-7 0,-2 2-4 16,1 2 1-16,-8 1 7 0,0 0-7 16,-6 3-4-16,-10 1-2 0,-2 1 3 15,-2 3 2-15,2-5 1 0,-6 5-4 0,3-3 0 16,0 1-10-16,-2-1 19 15,3 1 4-15,0-3-10 0,2 3-2 0,2-2 7 16,-4 2-1-16,1-2-5 0,2 0 5 0,-4 3-6 16,-2-4-5-16,1 6 10 0,-7-1-7 15,-5 1 2-15,0 0 2 0,1 0 1 16,1 0-3-16,1 0-1 0,9 1 4 16,0-2-4-16,-1 2 3 0,-5 1-1 0,-2-2-3 15,6-2-1-15,-5 2-2 0,-3 0 3 16,-1 2-1-16,-1-2-4 0,1 0 3 0,-1-2 2 15,0 4 0-15,-1-2-3 0,-3 0 4 16,-1 0-1-16,1 0 2 0,-3 0-8 16,-1 0-1-16,1-2 6 0,1 2-1 15,4 0 8-15,0 0-4 0,-1-1 7 16,5-2-9-16,7 0-1 0,3 2 7 0,-5 1-2 16,1-3-2-16,3 1-6 0,-2 0 7 15,-3 0-3-15,-4 2 2 0,6-2-8 0,-2 0 9 16,-5 2 1-16,-1 2-4 0,-1-2-4 15,1 0 7-15,-2 0-6 0,1 2 0 16,-2-2 4-16,-3 0 0 0,6 0-1 0,-2 0-4 16,1 0 0-16,-6 0 8 0,6 0-7 15,-4 2-4-15,3 0 12 0,-6-2-10 16,1 2 8-16,-2-2-7 0,-1 2-2 16,1-1-2-16,-4 0 4 0,4 2 0 15,-4-3 0-15,2 4 2 0,-3 0 1 0,2-2-5 16,-1 0 2-16,3 3-1 0,-2-2 3 15,2 1 1-15,2-2 0 0,2 4 0 0,2-1 1 16,1 0 5-16,0-4-4 0,13 5-7 16,-10-1 2-16,7 1 0 0,-5-3 1 15,-5 0-1-15,10 3 4 0,-5-2 1 0,-4-2-1 16,-1 2-4-16,10 1-1 0,-5-2 1 16,-4 1-3-16,0-2 1 0,-4 1 6 0,4-2-5 15,-2 0 1-15,-2 2 3 0,-1-3-3 16,-4 0-2-16,1 0 5 0,-4 1-5 15,-1-1 8-15,-1 2-8 0,-13-2 4 0,23 0 2 16,-14 2-3-16,-9-2-3 16,16 0 6-16,-16 0-4 0,15 2-1 0,-15-2 5 15,0 0-3-15,17 2-3 0,-17-2 3 16,0 0-4-16,11 1 6 0,-11-1-8 0,0 0-21 16,0 0-59-16,10 4-71 0,-10-4-80 15,3 6-123-15,-3-6-179 0,-7 8-66 16,7-8 62-16,-13 10-191 0,4-5-225 0</inkml:trace>
  <inkml:trace contextRef="#ctx0" brushRef="#br0" timeOffset="132963.37">14538 4117 1967 0,'0'0'-5'0,"0"-11"39"0,0 11 33 16,0-8 10-16,0 8 11 0,0-9 13 0,0 9 16 15,0-6 10-15,0 6 0 0,0 0-3 16,-2-8-19-16,2 8-4 0,0 0-13 15,0 0-9-15,0 0-1 0,0 0 2 0,0 0 24 16,0 0 12-16,8 33 24 0,-5-9 8 16,5 14 21-16,0 12-9 0,-1 2 13 15,-3 6 2-15,3 5-13 0,0-2-19 16,-1-4 14-16,-1 2-12 0,1-8-12 0,-3-8-17 16,1-1-4-16,1-5-8 0,-4 0-13 15,1-6-6-15,0-6-2 0,0-2-5 0,0-4-6 16,0-1-6-16,-2-5-10 0,2-1-4 15,-2-3-4-15,0-1-7 0,1 0-1 16,-1 0-6-16,0-8-3 0,-1 10-24 0,1-10-53 16,-6 5-63-16,6-5-71 0,0 0-96 15,0 0-84-15,-19-15-99 0,11 6-117 16,-1-5-107-16,1-4 46 0,0-3-407 16,-1-8-518-16</inkml:trace>
  <inkml:trace contextRef="#ctx0" brushRef="#br0" timeOffset="133744.99">14603 4122 2726 0,'-9'-5'-94'0,"-4"-2"41"0,6 2 32 0,2 0 16 16,-3-1 20-16,5 3 24 0,-4-3 19 15,7 6 6-15,-6-8 1 0,5 2-10 0,1 6-3 16,-4-8-7-16,4 8-6 0,5-8 0 16,3 5-7-16,6-1-1 0,2 1-4 0,9-3 2 15,18 1-6-15,2 1-3 0,14-1-4 16,6 1 1-16,-1-1-5 0,8-1 1 15,0-1 2-15,3 0-1 0,-2 1-6 0,8 0 4 16,-4-4-4-16,0 0 2 16,1 1-2-16,-3 1 2 0,-5-1-2 0,-4-1-1 15,-5 2-2-15,-3 2-1 0,-19 4 2 16,-5-1-6-16,-10 1-1 0,-7 2 0 0,0 0 3 16,-3 2 3-16,-2 1 0 0,-1-1-4 15,0 4 3-15,-4 0 1 0,3 6 1 16,0 5 37-16,-1 2-1 0,-2 14 15 0,3 6 22 15,0 3 17-15,-1 7 9 0,1 3 17 16,1-3-7-16,0-1 11 0,1 4-12 0,1-6-7 16,3 1-12-16,-7-10 19 0,-2-3-7 15,5 0-10-15,-4-3-9 0,-3-6-10 0,1-6-5 16,-2-2 0-16,0-3-2 0,-2-2-7 16,2 0-3-16,-2-4-1 0,-1 1-1 15,-1-1 3-15,0-8-6 0,2 12 12 16,-2-7-2-16,0-5-6 0,-2 10-7 15,2-10-3-15,-7 13-6 0,3-8-4 0,-2 0-4 16,-1 0-3-16,-5 2-7 0,-1 0 2 16,-8-1-5-16,-9 6-2 0,-11 1 1 0,-10 2-3 15,-10 3-4-15,-4-1-1 0,-7-1-2 16,-23 9 0-16,-2-1 0 0,-5 3-2 0,3-1-3 16,4 1-1-16,3-1 25 15,24-7 8-15,7-2-5 0,9 1 1 0,15-6-5 0,2-1-5 16,12-5-4-16,4 2 2 0,2-4-1 15,5-2-4-15,1 1-1 0,4-1 3 16,7-2-5-16,-16 4 1 0,16-4-22 16,-9 2-1-16,9-2 0 0,0 0 2 15,0 0-1-15,0 0-22 0,0 0-33 0,-20-4-41 16,20 4-55-16,0 0-72 0,-3-4-82 16,3 4-77-16,0 0-104 0,1-9-158 0,-1 9-9 15,0-11 62-15,0 2-378 0,0 1-453 16</inkml:trace>
  <inkml:trace contextRef="#ctx0" brushRef="#br0" timeOffset="134207.22">14651 4386 2536 0,'-16'3'-109'0,"1"1"35"0,3-1 29 15,1-1 13-15,2 0 24 16,1 1 26-16,8-3 17 0,-13 3 15 0,13-3 10 15,-9 2-1-15,9-2 4 0,0 0-9 16,0 0 7-16,0 0 9 0,0 0 1 0,59-17-10 16,-5 3-8-16,11-3-3 0,26-9-2 15,5 3-9-15,1-2-3 0,2 3 1 16,0 0-4-16,1-2-5 0,-7-2-4 0,-17 9-3 16,-8 4 2-16,0-3-6 15,-9 0 1-15,-18 8 0 0,-5 0-4 0,-11 2-3 16,-3 1 8-16,-8 2 2 0,-2 1 2 15,-4 0-6-15,-8 2 3 0,0 0-7 0,0 0 0 16,0 0-3-16,0 0-25 0,0 0-49 16,-20 17-53-16,4-6-77 0,-4-3-93 0,-8 6-129 15,-3-2-79-15,3 0-147 0,-7 1-140 16</inkml:trace>
  <inkml:trace contextRef="#ctx0" brushRef="#br0" timeOffset="134507.32">14898 4671 1669 0,'-25'17'-26'0,"0"-2"31"0,1 0 25 0,-3-1 20 15,6-3 8-15,6-1 20 0,0-3 29 16,8-1 29-16,-2-2 20 0,6-1 3 16,3-3 14-16,0 0-3 0,0 0 0 15,39 2-9-15,6-11-17 0,16-6-16 0,11-5-9 16,26-9-20-16,0-2-1 0,7-2-15 15,-4-2-10-15,0 4-3 0,0 0-7 16,-4 1-8-16,-8 2-7 0,-19 8-7 0,-16 3-2 16,-4 2-8-16,-18 6 0 0,-7 0-10 15,-7 4-3-15,-7 2-4 0,-4-2-35 0,-7 5-32 16,6 0-43-16,-6 0-38 16,0 0-45-16,0 0-69 0,-42 6-75 0,19 0-119 0,-2 0-89 15,-14 1 33-15,-3-1-96 16,0 0-94-16</inkml:trace>
  <inkml:trace contextRef="#ctx0" brushRef="#br0" timeOffset="134840.19">14961 4242 1579 0,'-3'-9'37'16,"1"1"41"-16,-2 3 52 0,1-1 21 15,3 6 18-15,0 0 10 0,-4-10 15 16,4 10-4-16,0 0 0 0,-3-7-15 0,3 7-15 16,0 0 3-16,0 0 6 0,0 0 12 15,7 24-1-15,3-4 4 0,1 10-14 0,3 6 22 16,5 9-16-16,0 3-15 0,2 1-18 16,0 2-10-16,-2-1-11 0,-2 0-14 0,-2-4-5 15,-2-9-13-15,-2-2-9 0,-2-2-7 16,-2-1-8-16,2-1-7 0,-6-4-2 15,1-7-7-15,-2-1-6 0,0-3-5 0,-2-3-5 16,0-1-6-16,0 0-56 0,1-3-61 16,-1 1-71-16,0-3-76 0,0 0-94 15,0-7-107-15,0 0-96 0,0 0-127 16,0 0 49-16,0 0-394 0,0-26-481 0</inkml:trace>
  <inkml:trace contextRef="#ctx0" brushRef="#br0" timeOffset="135123.78">15405 4129 2615 0,'4'-11'-34'0,"-2"3"54"0,-2 1 38 15,2 4 8-15,-2 3-12 0,0 0 0 0,0 0 34 16,0 0 51-16,0 0 31 0,7 30 16 16,-1-6 15-16,3 13 7 0,3 10-4 15,1 1-3-15,3 5-5 0,-3 1-14 16,2-4-18-16,0 3-12 0,3-4-16 15,-3-1-13-15,-2-3-11 0,0-8-12 0,-1-4-10 16,-1-2-5-16,-1-7-6 0,-5-2-12 16,2-1-7-16,-4-6-8 0,1 2-7 0,2-2-7 15,-5-3-11-15,1-3-67 0,0 1-60 16,0-2-67-16,0-1-82 0,-2-7-91 0,0 7-111 16,0-7-123-16,0 0-72 0,0 0 50 15,0 0-348-15,0 0-423 0</inkml:trace>
  <inkml:trace contextRef="#ctx0" brushRef="#br0" timeOffset="135840.01">15621 4303 2531 0,'-16'4'-65'0,"3"0"31"0,3-2 32 16,4-2 21-16,6 0 30 0,-11 3 35 0,11-3 32 15,0 0 18-15,0 0 19 16,0 0 1-16,25-17 0 0,13 2 1 0,21-6-17 16,25-9-12-16,10-3-11 0,5 3-13 15,3 1-13-15,13 1-6 0,-3 0-7 16,7 3-8-16,3 3-10 0,0 0-5 0,-9 5-4 16,-2-2-8-16,-8 1 3 0,-29 9-11 15,-3-2 1-15,-12 2-6 0,-15 6 1 0,-8-3-5 16,-7 3 10-16,-9 0 5 0,-2 1-2 15,-5-1 3-15,-3 2-3 0,-3 1-8 16,-7 0 2-16,13-3-1 0,-13 3-9 16,0 0-3-16,0 0-40 0,0 0-69 0,0 0-94 15,0 0-99-15,0 0-141 0,0 0-219 16,0 0 44-16,-40 0 65 0,29-3-203 16,1-1-228-16</inkml:trace>
  <inkml:trace contextRef="#ctx0" brushRef="#br0" timeOffset="135990.34">17162 3822 1976 0,'-9'1'-47'16,"9"-1"5"-16,-18-3 10 0,18 3 1 0,-7 0-10 0,7 0-36 16,0 0-45-16,0 0-57 15,0 0-299-15,-13 2 15 0</inkml:trace>
  <inkml:trace contextRef="#ctx0" brushRef="#br0" timeOffset="136340.32">17219 3859 1339 0,'-7'-10'84'0,"1"4"40"0,6 6 43 15,-7-6 38-15,7 6 31 0,-9-8 31 16,9 8 16-16,-3-6 10 0,3 6 6 15,0 0 3-15,-6-5-7 0,6 5-13 0,0 0-16 16,0 0-3-16,0 0-17 0,27 0-18 16,-27 0-25-16,30 9-12 0,-6-2-3 0,1 7-28 15,0-4-2-15,0 3-19 0,0 3-17 16,-2 1-29-16,2 0-1 0,-12 0-15 0,2 0-9 16,-3-5-1-16,-1 5-7 0,-4-5-11 15,0 2-5-15,-1 1-4 0,-5 2-3 16,-1-5-1-16,-3 2-6 0,-5 2-1 0,-2 0-7 15,-5 9 0-15,-6-4 2 0,-4 1-48 16,-2-1-43-16,-1-3-49 0,-1 1-56 16,0-2-62-16,5-1-85 0,1-8-78 15,4-1-107-15,4-3-133 0,3-4-75 0,5-2 47 16,7 2-452-16,-9-9-585 0</inkml:trace>
  <inkml:trace contextRef="#ctx0" brushRef="#br0" timeOffset="136590.35">17694 3800 3076 0,'5'-6'39'15,"-1"3"54"-15,-4 3 34 0,0 0 1 16,0 0-4-16,0 0-2 0,0 0 26 0,0 0 12 16,9 21-6-16,-4-8-1 15,-5 4-8-15,6 4-13 0,-3 1-11 0,3 0-14 16,-3 1-8-16,1 0-8 0,5-2-10 15,-6 0-7-15,3-3-11 0,-3-1-7 16,1-1-20-16,0 3-75 0,-2-7-87 0,0 0-94 16,0-1-93-16,-4-3-139 0,0-2-176 15,-4 0 10-15,6-6 72 0,0 0-266 0,-9 4-299 16</inkml:trace>
  <inkml:trace contextRef="#ctx0" brushRef="#br0" timeOffset="136992.42">17768 3649 2336 0,'0'-11'57'0,"2"3"40"0,0 1 19 0,-2-2 25 15,4 2 11-15,-4 7 8 0,9-10-1 16,1 6-7-16,-3-1-7 0,3 4-14 16,-10 1-15-16,23-2-7 0,-10 2-16 0,0 3 1 15,5 2-18-15,-4 3-3 0,4 0-6 16,-7 1-4-16,3 4-9 0,-7-2-6 0,1 2-7 15,-5-1-4-15,2 5-6 0,-3-5 3 16,0 2-4-16,0 0-5 0,-2 0 2 0,1 0-4 16,-1 1 2-16,2 1 18 15,2-1 19-15,2 0 13 0,-3-1 9 0,6 0 9 16,-4 0 8-16,4 2 2 0,2 0 4 16,0-3-1-16,-2 3-3 0,0-4 7 15,5 3-6-15,-1-1-5 0,-5-1 9 0,1-2-10 16,-1 0-4-16,-5-2 0 0,3 3-9 15,-1-2-3-15,-3-3-4 0,-2 5-8 0,0-2-7 16,-4 1-2-16,-5 1-7 0,0 2-1 16,-5-3-7-16,0 2-6 0,-6-1-6 0,4-2 2 15,-6-2-15-15,-1 0-57 0,1-1-62 16,1-3-90-16,1-3-110 0,4-2-128 16,-5-7-140-16,1 0-210 0,7-1 50 15,2 1 80-15,-1-1-463 0,5-1-577 16</inkml:trace>
  <inkml:trace contextRef="#ctx0" brushRef="#br0" timeOffset="137777.81">18233 4023 2850 0,'6'5'-99'16,"0"-1"73"-16,-3 2 64 0,-3-6 43 15,9 7 41-15,-9-7 38 0,11 3 29 0,-11-3 13 16,9 2 5-16,-9-2-8 0,0 0-7 16,27-5-13-16,-18 2-6 0,5-3-11 15,-3 0-3-15,3-3-2 0,-3 1-3 16,-4-4 2-16,2 3-6 0,-2-2-8 0,-2 1-3 16,-3-2-11-16,0 2-11 0,-4-4-7 15,0 0-12-15,-3-1-14 0,-3-4-9 0,-4 0-6 16,0-6-15-16,-4 2 1 0,1 3-9 15,3 5-1-15,1 1-10 0,2 2-5 16,-3 3-7-16,1 1-4 0,-1 4 1 0,1 0-6 16,-1 2 3-16,0 2-5 0,12 0 3 15,-16 4-5-15,6-2-1 0,2-1 1 16,8-1-1-16,0 0 5 0,0 0 3 0,0 0 5 16,0 0 2-16,0 0-1 0,0 0-1 15,0 0-6-15,43-12 1 0,-25 4-5 16,5 2 7-16,-1-2-8 0,0 2 1 15,-1 2-8-15,-2 0 1 0,-2 2-1 0,-1 2 3 16,0 4 8-16,2 2-2 0,0 0 3 16,-4 5 10-16,1 0-3 0,-1 4-2 0,-1-2 0 15,-1 3 0-15,-3 1 1 0,-2-3 2 16,2 6-8-16,-4-5-24 0,-3 1-2 0,2-1 4 16,0 1 4-16,-3-1-12 0,-1-1-9 15,0-1-62-15,0-1-59 0,0 0-96 16,0 0-116-16,0-2-126 0,-1 2-116 0,-1 0-162 15,0-3 55-15,0-1-589 0,2-8-752 16</inkml:trace>
  <inkml:trace contextRef="#ctx0" brushRef="#br0" timeOffset="138573.12">18675 3938 3431 0,'-29'9'-54'16,"29"-9"54"-16,0 0 46 0,-3 8 17 15,3-8 28-15,0 0 22 0,0 0 24 0,-8 2-2 16,8-2 4-16,0 0 3 0,0 0-7 16,0 0-4-16,0 0-15 0,0 0-11 0,0 0-8 15,25-8-8-15,-15 2-9 0,-1 1-9 16,-3-2-6-16,3 1-9 0,3-5-2 16,-5 3-4-16,1-3-7 0,0 1-2 15,-3 2 4-15,1-3 6 0,0 1 11 0,-2-3 1 16,0 1 1-16,-3 3 3 0,3-3 2 15,-2 0 2-15,0 3-2 0,-2 1-1 16,2-2-1-16,-2 4-7 0,0 0-9 0,0 6-3 16,0-9-6-16,0 9-5 0,0 0-2 15,0 0-4-15,0 0-3 0,0 0-3 0,0 0-2 16,0 0 1-16,5 25-8 0,-1-16 2 16,1 1-3-16,-4 1 2 0,7-3-3 0,-5 2-2 15,5-3-3-15,0 2 2 16,0-5-1-16,-3 2-5 0,2-4 4 0,-7-2-2 15,20 0-3-15,-20 0 4 0,21-8-7 0,-12 2 2 16,2-2 2-16,0-1-2 16,-4 1-3-16,2-4 4 0,-3 3-2 0,-1 1-2 15,4-4 7-15,-6 6 2 0,1 0-2 16,2 1 1-16,-5-1 2 0,3 0-6 0,-4 6 4 16,7-4-4-16,-7 4 4 0,0 0-2 15,0 0 4-15,0 0-6 0,18 7 4 0,-12-2-1 16,0-1 4-16,2 1-2 0,-1-1-4 15,0 1 0-15,2-2 3 0,0 1-7 16,0-2 3-16,7 0-4 0,0-2-10 0,9-4-4 16,2 0-24-16,7-5-26 0,0-3-19 15,-3 0-21-15,-4-4-14 0,-2-3-4 16,-6 0-1-16,-2-6 4 0,-3-3 4 16,-7-2 14-16,-1-7 5 0,-5-4 9 0,-1-7 5 15,-3-14 7-15,-3-6 9 0,1-4 3 16,-4-1-1-16,2 0 13 0,-2 5 3 0,-2 8 4 15,0 5 26-15,2 16 26 0,-3 5 13 16,7 12 2-16,-1 3-1 0,1 6-5 0,1 4 0 16,-5 2 2-16,6 6 0 0,3 1 37 15,-11 12 19-15,5 1 9 0,3 11 21 0,-2 12-2 16,1 8-5-16,4 4-9 0,4 12-4 16,2 1-8-16,5 0-4 15,2-3-5-15,3-3-7 0,2-3-7 0,-2 0-2 16,6-6-8-16,-8-3-4 0,2-10-11 15,-5-4-22-15,-2-8-37 0,2-5-40 0,-4 0-44 16,-2-7-50-16,-3 1-73 0,5-3-89 16,-4-4-99-16,-3-3-104 0,6 3-134 0,-6-3 18 15,0 0-454-15,0 0-568 0</inkml:trace>
  <inkml:trace contextRef="#ctx0" brushRef="#br0" timeOffset="138723.4">19272 3560 2923 0,'0'0'-4'0,"-16"-2"63"16,16 2 60-16,-9-4 28 0,9 4 37 15,0 0 29-15,0 0 14 0,-11-5 2 16,11 5-15-16,0 0-14 0,-4-6-24 0,4 6-15 16,0 0-17-16,9-13-27 0,-1 6-52 15,3 2-73-15,1-5-91 0,3 0-122 16,2-3-125-16,8-5-193 0,0-1-111 0,4-2 54 16,-2 1-328-16,12-6-403 0</inkml:trace>
  <inkml:trace contextRef="#ctx0" brushRef="#br0" timeOffset="139106.39">19819 3359 2478 0,'-11'12'-4'0,"1"-3"55"0,0-2 37 16,7-3 30-16,-3 1 34 0,6-5 21 16,-5 7-3-16,5-7 10 0,0 0 8 0,-5 6-1 15,5-6-5-15,0 0-8 0,0 0-18 16,0 0-13-16,0 0-17 0,0 0-10 0,29-20-12 15,-19 12-10-15,-3-3-7 0,0 0-15 16,3-1-6-16,-5-2-3 0,5 0-13 16,-6-1-2-16,0-1-6 0,-2 3-5 0,0 2-3 15,-1 1-6-15,-2 2-4 16,-3 1-4-16,4 7-6 0,-20-4 0 0,20 4 5 16,-25 11-8-16,9-3 2 0,-9 10 2 15,8-2-2-15,0 5 15 0,4 0 15 0,3-6 9 16,2 2 14-16,3-1 8 0,1-3 9 15,2 1 9-15,2-2 8 0,0 1 11 16,4-5-1-16,0 2-17 0,1-3 4 0,4 0-18 16,3-4-15-16,1-3-47 0,1 2-61 15,3-4-72-15,0 0-101 0,0-2-115 0,0-2-141 16,3-1-151-16,-5 3-115 0,0-2 63 16,-4 0-492-16,-1 3-634 0</inkml:trace>
  <inkml:trace contextRef="#ctx0" brushRef="#br0" timeOffset="139459.04">20086 3225 3147 0,'0'-19'55'16,"2"1"68"-16,-1 5 54 0,-1 0 36 16,0 2 22-16,2 2 32 0,0 1 20 15,0-1 4-15,-2 9-15 0,2-9-27 16,-2 9-24-16,0 0-8 0,0 0-11 16,0 0-9-16,16 28-11 0,-13-5-14 0,5 10-19 15,-5 2-8-15,3 0-17 0,-4 1-10 16,1-1-12-16,-1-6-14 0,-2-3-9 0,3 0-14 15,-6-2-51-15,3-3-78 0,0 0-73 16,0-4-60-16,-2-2-82 0,2-1-93 0,0-5-84 16,0 1-97-16,-1-4-144 0,1-6-23 15,-4 5 52-15,4-5-469 0,0 0-602 16</inkml:trace>
  <inkml:trace contextRef="#ctx0" brushRef="#br0" timeOffset="139639.26">20175 3103 3224 0,'2'-10'87'0,"-2"1"74"16,2 1 40-16,-2 8 47 0,4-10 37 16,-2 4 18-16,-2 6-6 0,1-10-26 15,-1 10-32-15,6-12-27 0,0 4-22 0,2-1-42 16,1 0-57-16,0-1-68 0,5 0-80 16,-1 1-91-16,1 3-97 0,-1-3-103 0,-4 4-120 15,1 1-156-15,0 3-42 16,-10 1 48-16,0 0-337 0,21 10-432 0</inkml:trace>
  <inkml:trace contextRef="#ctx0" brushRef="#br0" timeOffset="140024.29">20186 3321 2617 0,'-14'17'19'0,"0"-3"43"16,5-2 31-16,0-4 33 0,4 0 53 0,-1-4 34 16,3 1 29-16,3-5 16 0,-4 7-17 15,4-7-10-15,0 0-16 0,0 0-20 16,0 0-21-16,0 0-18 0,30-12-14 0,-15 2-15 15,4 2-9-15,-1-3-16 0,-1-1-10 16,-2 4-6-16,-2-1-14 0,-2 4-13 0,1 0-4 16,-1 3-7-16,2 1-4 0,-13 1-6 15,18 1-5-15,-8 2-1 0,1 3-4 16,0 1-2-16,3 1-5 0,-3 1 5 16,0-1-3-16,3 1-2 0,-1-1 0 15,5 4-1-15,-2-3-1 0,7-1 5 0,-1 1-4 16,-3-1 2-16,3-1-3 0,-1-2 2 15,-1-3 8-15,-5 0 7 0,-1 0-1 0,-2-2 11 16,-12 0 14-16,22-2 16 0,-22 2 7 16,13-4 5-16,-13 4-6 0,9-10-9 0,-6 6-6 15,-3 4-5-15,-3-16-11 16,-5 3-11-16,-3-3-8 0,-6-6-27 0,-3 1-52 16,-4-1-42-16,3 3-46 0,5 4-62 15,-8-5-84-15,9 7-115 0,-2 1-137 16,5 2-144-16,-1 3-70 0,-1-1 72 0,7 2-505 15,-2-2-644-15</inkml:trace>
  <inkml:trace contextRef="#ctx0" brushRef="#br0" timeOffset="142424.21">16558 4300 2932 0,'0'0'-171'16,"0"-7"46"-16,0 7 40 0,0-9 30 15,0 9 31-15,2-10 35 0,-2 10 31 16,0-10 26-16,2 5 15 0,0 1 14 0,-2 4 15 16,4-12 12-16,-2 10 5 0,-2 2 4 15,1-10 2-15,-1 10-3 0,0-5-11 0,0 5-9 16,0 0-15-16,0 0-10 0,0 0-8 16,0 0-2-16,13 29 7 0,-9-4 0 15,3 14 27-15,-2 16 1 0,2 3 15 0,-1 6 10 16,0 1-10-16,-2-3 31 0,4-1-15 15,-3-3-13-15,1-3-6 0,1-2 2 16,0-9 1-16,-2-8-2 0,2 0-19 16,-3-6-9-16,4-6-11 0,-4-5 23 0,2-2 0 15,-4-5-9-15,1 0 1 0,-1-1 15 16,4-1-6-16,-5-2-7 0,1-3 5 0,0 2-6 16,-2-7-6-16,7 9-6 0,-7-9-5 15,3 8-10-15,-3-8 2 0,10 7-11 0,-10-7-3 16,12 4-8-16,2-3-5 0,-1-2-8 15,3-3-4-15,2 1-4 0,7-1-5 0,0 0 1 16,11-5-6-16,-1 0 5 16,-7 2-12-16,5 1 0 0,-7-2-2 0,-3 4-2 15,-1-4-3-15,-8 5-1 0,2-2 5 0,-5 4-10 16,1-3 2-16,-2 2-5 0,-10 2-3 16,12-2-10-16,-12 2-21 0,13-3-34 15,-13 3-35-15,5-3-38 0,-5 3-41 16,0 0-45-16,0 0-52 0,0 0-71 0,0 0-60 15,0 0-53-15,0 0-70 0,-18-12-90 16,7 8-82-16,0-1 47 0,1 2-461 0,-1-2-586 16</inkml:trace>
  <inkml:trace contextRef="#ctx0" brushRef="#br0" timeOffset="142723.47">16983 4870 2865 0,'-2'-11'-119'0,"2"11"53"15,-4-6 30-15,4 6 23 0,-4-4 15 0,4 4 9 16,0 0 7-16,0 0 26 0,0 0 31 16,0 0 30-16,0 0 5 0,31 16 16 0,-14-7 6 15,-2 1-2-15,3 2 12 0,-4 3-19 16,11 4 7-16,-3 1-6 0,-4-1 5 16,3 3-4-16,-7-5 5 0,-3-1-10 0,0 1 11 15,-2-2-11-15,-4-1 8 0,3-1-13 16,-5 1-6-16,-1-2-11 0,0 3-8 15,-2-3-9-15,-4 1-8 0,3 3-6 16,-7-3-7-16,1 5-5 0,-3-3-7 0,-1-1-6 16,-2 1-6-16,1-1-39 0,2-4-61 15,-2-3-78-15,5 0-90 0,1-4-96 0,-1 0-117 16,7-3-143-16,0 0-47 0,-10 2 57 16,10-2-322-16,0 0-381 0</inkml:trace>
  <inkml:trace contextRef="#ctx0" brushRef="#br0" timeOffset="158152.29">7660 4671 2302 0,'8'-4'-78'0,"0"1"43"16,-8 3 41-16,7-2 23 0,-7 2 20 0,0 0 18 15,7-5 13-15,-7 5 13 0,7-3 16 16,-7 3-4-16,0 0 17 0,0 0 11 0,6-8 0 16,-6 8 2-16,0 0 6 15,3-8-9-15,-3 8-9 0,-2-10 1 0,2 10-11 16,-5-11-6-16,-2 5-10 0,-2-4-15 16,-2 5-2-16,-3-3-13 0,-1 4-4 0,-2-2-6 15,0 2-10-15,-4 2-1 0,2 4-7 16,-5 0-6-16,0 4 0 0,0 0-12 15,-7 6 3-15,6 4 5 0,0 1-7 0,5 2-5 16,4-3-2-16,7-3 4 0,2 1-1 16,0 1-6-16,5 2-2 0,2-3 2 15,7-1-4-15,-2 1 8 0,4 1-4 16,4-1 0-16,5 0-4 0,5 5 3 0,4-4-2 16,1-1-5-16,1-3 6 0,5 1 0 15,-1 0-4-15,-1-2 2 0,-2 2-3 16,-5-5-2-16,-6 0-2 0,-2-2 4 0,-4 0 0 15,-1 0 8-15,-1 2 8 0,-3-2 12 16,-1 0 21-16,-2 0 18 0,-5-5 10 0,5 10 4 16,-5-10-5-16,-1 12-2 0,-5-5-6 15,-1-1-7-15,-2 0-10 0,-4-1-4 0,-1 0-4 16,3-1-7-16,-4-1-6 0,0-1-1 16,-1 0-6-16,16-2-18 0,-27-4-45 15,14 3-47-15,1-1-68 0,0-2-82 0,0 1-82 16,5 1-72-16,-1-3-87 15,2 0-119-15,6 5-30 0,-7-7-413 0,5 2-510 16</inkml:trace>
  <inkml:trace contextRef="#ctx0" brushRef="#br0" timeOffset="159036.67">7912 4907 2614 0,'6'0'-79'16,"-6"0"41"-16,9 2 48 0,-9-2 42 0,0 0 43 15,0 0 37-15,0 0 22 0,0 0 7 16,19-2-6-16,-19 2-11 0,12-7-8 0,-9 3-7 16,3-2-12-16,0 0-9 15,2-2-11-15,-3-1-14 0,-1 1-8 0,1-2-6 16,0-1-4-16,-3-1-11 0,2 0-5 16,-3-3-7-16,1 1-3 0,0 0 0 15,-2 3-5-15,0 0-2 0,0 3-2 0,0-1 3 16,0 9-6-16,-2-14 1 0,2 14-3 15,0-6-5-15,0 6 3 0,0 0-5 0,0 0-2 16,0 0-4-16,0 0 4 0,0 0 1 16,0 0-5-16,2 29 3 0,2-21-4 15,-1-1 2-15,1 3 0 0,0-3 2 0,2-2 7 16,0 0 5-16,-6-5 0 16,11 8 3-16,-6-4-5 0,-5-4 0 0,18 0-4 15,-18 0 0-15,21-4-1 0,-10 0-5 16,0-1-2-16,2-4 1 0,-1-1-4 0,0 1 1 15,-2-2 2-15,-3 0-5 0,2-1-2 16,-2 2 5-16,0 2 10 0,-1 1 4 0,-3 0 2 16,1 3-3-16,3-3-1 0,-7 7-6 15,3-6 2-15,-3 6-5 0,0 0 1 16,11 0 2-16,-11 0 0 0,0 0-5 0,11 6-2 16,-7-2-1-16,-4-4-2 15,12 8 4-15,-4-4-2 0,-8-4 0 0,13 9-1 0,-7-6 1 16,-6-3 3-16,13 5 3 0,-13-5 3 15,17 0-4-15,-17 0 0 0,15-7-2 16,-5 2-2-16,1-5-2 0,1-3-7 16,0-2 2-16,-3-3 0 0,0-1-5 0,1-11-3 15,-1 0-5-15,-5-3-4 0,0-1 1 16,-1-4 0-16,-6-2 0 0,-1 1 1 16,0 2 4-16,-1 2-3 0,-1 4 4 0,0 8 2 15,0 3 0-15,4 7-4 0,-5 0 1 16,3 3 0-16,-1 2 2 0,0 1 2 0,5 7-7 15,-7-5 5-15,7 5-1 0,0 0 5 16,-13 18 4-16,9-6 1 0,2 7 20 16,2 2 4-16,2 4-1 0,6 12 14 0,-1 0 20 15,9 0 14-15,2 0 6 16,7 1-5-16,-2-11-4 0,4-1 1 0,2-5 9 16,-3-3-14-16,2-1-2 0,5-6-6 15,-9-3-3-15,0-4-4 0,-5-1-8 0,-1-3 1 16,0-1-4-16,1-3-2 0,-6 0-3 15,0-4-8-15,1 2 1 0,-5-5-2 0,-1 2 8 16,-4 1-9-16,-2-2-1 0,-4-1-1 16,1-1 0-16,-8-1-8 0,2 0 0 15,-2 1-4-15,-5 2-5 0,1 2-3 16,-3 1 1-16,3 4-6 0,-1 6 5 16,-1 0-2-16,-2 2-4 0,4 4-3 0,-3 1-53 15,2 2-50-15,2-1-61 0,-1 0-77 16,3 3-96-16,0-1-88 0,5-2-114 0,-1-1-182 15,2-2 41-15,3-1 73 0,-1-5-395 16,2-2-481-16</inkml:trace>
  <inkml:trace contextRef="#ctx0" brushRef="#br0" timeOffset="159401.54">8958 4466 2754 0,'-11'5'15'0,"1"2"50"16,2-2 30-16,1-1 27 16,7-4 19-16,-6 4 9 0,6-4 11 15,0 0 10-15,0 0 10 0,0 0 6 0,0 0-16 16,0 0-15-16,0 0-16 0,0 0-13 16,23-14-17-16,-13 7-16 0,3-3-22 0,4 1-56 15,-6 0-71-15,1 1-71 0,-1-1-88 16,2 2-94-16,-1-1-124 0,-4 1-190 0,1 0 43 15,1 0-303-15,-1 1-364 0</inkml:trace>
  <inkml:trace contextRef="#ctx0" brushRef="#br0" timeOffset="159886.04">9326 4192 2345 0,'0'0'-34'0,"-6"-9"27"0,6 9 18 15,0 0 22-15,0 0 16 0,0 0 14 16,-36 12 0-16,24-8 3 0,1 4 8 0,-2 1-10 16,-1 0-2-16,5 1 1 0,0 2 3 15,0-2-5-15,0 3-3 0,6-5-3 16,-1 0 13-16,4 2 14 0,0-3 3 16,2 3 19-16,1-2 8 0,3 1 6 0,3-3 9 15,3 3 17-15,1 0 18 0,3-3-5 16,0 5-10-16,2-3 3 0,1 2-11 0,-6-1-2 15,5-1-3-15,-5 0-5 0,-2 0-3 16,-3 1-6-16,3-1-4 0,-5 1-5 16,-1-1-8-16,-1 2-11 0,-1-3-13 15,-3 2-6-15,-3 1-8 0,1 0-12 16,0 0 2-16,-5-1-7 0,1 0-8 0,-1-4-44 16,-1-2-60-16,8-3-64 0,-17-2-77 15,17 2-101-15,-16-15-92 0,7 3-117 0,6-2-182 16,-1-3 46-16,0 0-437 0,4-1-560 15</inkml:trace>
  <inkml:trace contextRef="#ctx0" brushRef="#br0" timeOffset="160588.06">9415 4301 2847 0,'0'0'-53'0,"0"0"47"0,0 0 29 16,14 6 37-16,-14-6 38 0,0 0 33 0,9 4 24 15,-9-4 6-15,8 2 11 0,-8-2 3 0,12 3-5 16,-12-3-7-16,0 0-8 15,18 0-15-15,-18 0-12 0,20-5-12 0,-11 1-13 16,2-2-8-16,3-2-9 0,-3 1-13 16,-1-3-6-16,1-2-4 0,-2 3-9 0,0-5-8 15,-2-1-4-15,-1 2-6 0,-3 0 0 16,-3 0-3-16,0-1-4 0,0 1-6 16,-1-1-4-16,-3 2-1 0,-2 3-4 0,3 1-2 15,-4 3-1-15,2-1 0 0,5 6-3 16,0 0 0-16,-21 2 0 0,21-2 4 0,-12 12-1 15,9-2 2-15,-3 1 14 16,4-1 0-16,2 2 10 0,2 0 2 0,0-2 5 16,3 0 3-16,1 2-1 0,-1 1 2 15,8-5 1-15,-2 0-1 0,3-1-2 16,-2 0-5-16,6-2 10 0,-1-5-14 0,0-2-11 16,4-2-4-16,14-7 12 0,-5-2-12 15,2-1-10-15,-3-5-7 0,-2-2-1 0,-3-4-16 16,-3-1-9-16,-1-3 1 0,-8-2 2 15,-2-1-4-15,-6-3 6 0,-7-1-4 0,-2-3 3 16,-8-8 3-16,-5 1 2 16,0 4-3-16,-3 1 3 0,1 9 2 0,6 6 7 15,0 6 9-15,3 5 4 0,1 4-4 16,2 1-1-16,3 5 2 0,-3 2-3 16,8 3 2-16,0 0 0 0,-13 10 2 0,11-2-2 15,2 3 0-15,2 4 6 0,2 2-1 16,1 3-6-16,7 9-1 0,0 0 2 0,2-3-7 15,2 2-29-15,3-2-58 0,2-1-54 16,-2-4-65-16,0 1-60 0,-2-8-50 16,2-4-51-16,-5-3-32 0,-2-2-7 0,1-1 23 15,-2-2 37-15,-2-1 44 16,1 2 64-16,-10-3 75 0,13 2 61 0,-6-2 53 16,-7 0 45-16,10 4 30 0,-10-4 21 15,0 0 31-15,13 3 27 0,-13-3 24 0,0 0 12 16,8 4 18-16,-8-4-2 0,0 0-3 15,0 0-13-15,12 4-5 0,-12-4-4 0,0 0-15 16,0 0-12-16,18-4-23 0,-18 4-34 16,10-4-63-16,-10 4-69 0,10-2-69 15,-10 2-82-15,0 0-94 0,0 0-119 0,0 0-85 16,0 0 41-16,0 0-118 0,0 0-110 16</inkml:trace>
  <inkml:trace contextRef="#ctx0" brushRef="#br0" timeOffset="160903.22">8359 4960 1730 0,'-50'31'52'15,"3"-5"41"-15,8-2 22 0,6-7 21 16,8-1 23-16,6-7 42 0,6-5 39 0,4 1 15 16,7-2 15-16,2-3 1 0,0 0-13 15,42-25-18-15,7-3-24 0,27-14-26 16,17-6-17-16,11-10-22 0,11-4-9 0,40-22-19 15,9 7-14-15,-6 2-11 16,-30 22-12-16,36-17-10 0,-38 21-3 0,-6 0-8 0,-6 8-5 16,-15 3-9-16,-11 6-5 15,-29 10-6-15,-12 4-5 0,-13 8-4 0,-9 2-1 16,-5 1-4-16,-5 3-9 0,-7 0-4 16,-3 4-6-16,-5 0-30 0,0 0-49 15,0 0-66-15,0 0-93 0,0 0-106 0,-23 13-135 16,10-8-170-16,0 4-19 0,-7 1 78 15,2-2-342-15,-13 9-405 0</inkml:trace>
  <inkml:trace contextRef="#ctx0" brushRef="#br0" timeOffset="162485.99">9453 4930 2274 0,'7'-5'-153'0,"-7"5"39"15,5-4 30-15,-5 4 28 0,6-5 30 16,-6 5 34-16,7-7 30 0,-3 4 23 0,-4 3 23 16,8-6 10-16,-8 6 16 0,8-4 6 15,-8 4 2-15,0 0-2 0,0 0 3 0,0 0 2 16,0 0 30-16,0 0 4 0,0 0 10 16,-10 29 1-16,-7-4-6 0,-4 0-3 15,-10 7 8-15,1 0-13 0,-3-1 6 0,6-6-15 16,-7 5-11-16,7-6-15 0,5-6-8 15,-1 1-9-15,6-5 28 0,4-3 16 0,2-3 12 16,2-2 4-16,4-3 5 16,-3 0-18-16,8-3-9 0,0 0-13 0,0 0-11 15,0 0-13-15,-19-8-14 0,19 8-11 16,0 0-5-16,0 0-5 0,0 0-5 0,19-12-9 16,-19 12-5-16,29 2-2 0,-7 1-3 15,3 2-1-15,9 2-3 0,1 2-9 16,0 0 3-16,-3 2-4 0,0-1-7 0,-3 1-2 15,-7-1 3-15,-3-3-13 0,1 0 5 16,-4-1-3-16,-2-1-1 0,-1 0-10 0,-1-1-48 16,-2 1-53-16,1-1-60 0,-6-1-70 15,4-1-84-15,-9-2-86 0,11 1-97 16,-11-1-135-16,0 0-83 0,0 0 66 16,17-3-473-16,-17 3-591 0</inkml:trace>
  <inkml:trace contextRef="#ctx0" brushRef="#br0" timeOffset="162735.17">9878 4954 2882 0,'5'-4'-36'0,"-5"4"53"16,4-5 31-16,-4 5 13 0,0 0 16 0,0 0 48 15,0 0 32-15,0 0 32 0,0 0 10 16,0 0-3-16,20 19-10 0,-14-10-19 15,4 1-13-15,-5 2-18 0,2 0-11 16,4 1-14-16,-2-1-10 0,-2 2-12 0,2 0-9 16,0-2-10-16,-4 1-8 0,3 1-38 15,-3-2-75-15,0-3-87 0,0-1-99 16,-3 2-116-16,2-3-130 0,-2 2-156 16,0-4 58-16,1-1-350 0,-3-4-412 0</inkml:trace>
  <inkml:trace contextRef="#ctx0" brushRef="#br0" timeOffset="162986.18">10256 5032 2565 0,'0'0'49'15,"0"0"36"-15,0 0 25 0,0 0 45 16,18 5 48-16,-18-5 32 0,13 11 23 16,-8-5 11-16,2 1 14 0,4 6 6 0,-4-4-36 15,2 3-3-15,0 2-11 0,-2 1-19 16,0-1-16-16,-1-2-24 0,1 5-10 0,-3-6-24 15,2 3-6-15,-4-2-14 0,-2-3-15 16,0 3-4-16,-2-2-19 0,-4 1-15 0,2-3-68 16,-1 4-62-16,-1-4-72 0,-1-1-83 15,-2-2-87-15,4-3-95 0,5-2-111 16,-15-2-140-16,5-3-52 0,4-2 54 16,-1-3-456-16,2-4-570 0</inkml:trace>
  <inkml:trace contextRef="#ctx0" brushRef="#br0" timeOffset="163534.51">10591 4766 2892 0,'-15'2'2'0,"15"-2"68"0,0 0 63 16,0 0 40-16,-17-5 29 0,17 5 33 16,0 0 20-16,-12-2 1 0,12 2 4 0,0 0-6 15,0 0-26-15,-2-8-14 0,2 8-13 16,0 0-21-16,14-11-16 0,-14 11-15 0,19-5-16 16,-7 4 0-16,-12 1-19 0,25-2-8 15,-13 2-14-15,-1 2-7 0,3 1 2 0,-3 0-12 16,2 1-9-16,-2 1 7 0,-4 2-1 15,1-2 13-15,0 0 0 0,-5 2 7 16,1 0-1-16,0 0-9 0,-2 1-4 0,-2-8-5 16,0 17-6-16,-4-6-8 15,0 0-4-15,2-4-7 0,1 5-6 0,-1-6-2 16,-2 0-7-16,4-6-3 0,-4 15-4 16,4-13 7-16,0-2-10 0,0 0 1 0,0 15-4 15,0-15 7-15,8 8-5 0,-5-4-2 16,1 1 3-16,-4-5-2 0,18 9-11 0,-11-3-2 15,0 1 4-15,3-3 6 0,-2 4-5 16,1-1 0-16,-1-2 1 0,-3 0-14 0,3 1 0 16,-4-2 0-16,4 2 0 0,-8-6 0 15,5 10 0-15,-1-3 0 0,-4-7 0 16,2 10 0-16,-2-10 0 0,-8 12 0 16,5-5 0-16,-5 0 0 0,-1 1 0 15,-1-1 0-15,0-2 0 0,-5 0 0 0,4 0 0 0,-2-3-185 16,-1 0-236-16,5 2-159 15,-3-1-204-15,2-2-78 0,3 3 83 0,7-4-779 16,-7 5-1000-16</inkml:trace>
  <inkml:trace contextRef="#ctx0" brushRef="#br0" timeOffset="163771.14">11033 5005 4263 0,'10'-3'25'16,"-1"-3"65"-16,-3 5 45 0,-6 1 42 0,12-7 32 0,-12 7 9 15,0 0 3-15,13 0 3 16,-13 0 2-16,0 0-18 0,16 7-15 0,-13-2-16 16,1 0-16-16,-4-5-17 0,7 12-14 15,-5-5-10-15,-2 1-19 0,2 1-10 0,-4-1-9 16,0 3-13-16,-1-1-25 0,-5 2-72 16,-2 1-67-16,1-1-68 0,0-1-72 0,-3-3-87 15,1 4-83-15,-2-8-81 0,2 3-99 16,0-3-140-16,2-4 50 0,9 0-546 15,-14-6-683-15</inkml:trace>
  <inkml:trace contextRef="#ctx0" brushRef="#br0" timeOffset="164169.29">11251 4475 3152 0,'-8'0'-99'0,"8"0"49"0,0 0 42 0,-21 3 33 16,11-1 31-16,10-2 28 0,-15 5 29 15,10-1 22-15,5-4 20 0,-14 7 19 0,14-7 19 16,-7 6 23-16,7-6 20 16,-4 5 22-16,4-5 15 0,0 0-3 0,0 0 0 15,0 0-23-15,0 0-21 0,32 0-23 16,-19-5-22-16,3 0-19 0,1 3-19 15,0-4-14-15,1 2-17 0,-4 1-6 0,4-1-9 16,-1 4-13-16,-3 2-6 0,0 0-12 16,0 3-5-16,-1 4-6 0,0-1-4 0,-1 2-1 15,-3 2-6-15,0 3-7 0,-2-1-4 16,0 1-3-16,-3 1 1 0,2 1-13 0,-5 1 8 16,3-1-9-16,-2 2-2 0,3-2-7 15,-5-3-67-15,0 1-72 0,1-1-76 16,-1 0-91-16,0-3-122 0,0 0-139 0,0-1-148 15,0-2-69-15,2-1 69 16,-2-2-619-16,0-5-783 0</inkml:trace>
  <inkml:trace contextRef="#ctx0" brushRef="#br0" timeOffset="164567.63">11877 4708 3872 0,'4'2'46'0,"-4"-2"40"0,0 0 29 15,0 0 21-15,0 0 9 0,0 0-5 16,0 0-8-16,0 0-12 0,18-5-13 0,-18 5-11 16,5-5-11-16,-5 5-7 0,8-5-7 15,-8 5-7-15,4-6-6 0,-4 6-6 16,0 0 7-16,8-3 3 0,-8 3 11 0,0 0 12 15,0 0 1-15,0 0 0 0,3-9 6 16,-3 9-2-16,0 0 10 0,0 0 0 0,0 0-2 16,0 0 13-16,0 0-7 0,0 0 5 15,0 0-5-15,0 0 1 0,0 0-1 0,0 0 3 16,0 0 12-16,0 0 18 16,0 0 3-16,0 0 2 0,-3 28-7 0,-1-18-13 15,0 0-7-15,-2 4-24 0,-4 0-7 16,3 1-56-16,-5 0-28 0,-5 8 0 15,0-5 0-15,4-4 0 0,-3 1 0 0,2-1-95 16,-4-1-229-16,3-1-130 0,1-4-142 16,5-2-177-16,4-5-64 0,5-1 79 0,0 0-723 15,0 0-928-15</inkml:trace>
  <inkml:trace contextRef="#ctx0" brushRef="#br0" timeOffset="165201.1">12245 4253 3705 0,'0'0'-103'16,"0"0"92"-16,0 0 66 0,0 0 43 15,0 0 37-15,0 0 34 0,0 0 12 0,0 0 8 16,0 0 4-16,0 0-6 0,0 0-16 15,0 0-14-15,0 0-12 0,0 0-19 0,0 0-6 16,0 0-13-16,12-6-7 0,-10 1-14 16,2-2-13-16,-4 7-3 0,3-15-7 0,-3 4-8 15,0-1 4-15,0 0-4 16,0-2-8-16,-2 3-1 0,1-3-1 0,-5 0-3 16,2 2-6-16,-4 0-1 0,3 2-3 15,-3 3-5-15,-3 1-6 0,1 4 0 0,-1 0-6 16,11 2 0-16,-31 4-3 0,14 7-2 15,0 3 0-15,-4 6 4 0,3 3-6 16,5-5 3-16,4 2-6 0,4-4 5 0,-4 1 1 16,6-3 0-16,-3 3-2 0,2-6 0 15,4 1 14-15,0 0 9 0,0-2 15 16,0-3 18-16,2-1-8 0,-2-6 19 16,9 12-12-16,-3-9-1 0,-6-3-7 0,18 2-4 15,-18-2-10-15,17 0 0 0,-17 0-6 16,19 2-3-16,-12-2 1 0,-7 0 3 0,21 7-1 15,-10-1 5-15,1 1 2 0,-1 1-4 16,1 3 15-16,0 2 4 0,-1 3 4 16,-3-2 15-16,-1 3 7 0,-3-2 8 0,2 0 16 15,-5-1-57-15,-1 0-51 0,0 1 0 16,-1 2 0-16,-5 0 0 0,-5 0 0 0,-1 0 0 16,-1-1 0-16,-1-1 0 0,-4 7 0 15,-7-5 0-15,3-4 0 0,4-1 0 0,0-2 0 16,7-1 0-16,-4-2 0 15,2-2 0-15,1-1 0 0,-3-3 0 0,8-1 0 16,7 0 0-16,-24-3 0 0,15-2 0 16,1-1-377-16,2-2-297 0,-1-2-179 0,3 3-29 15,2-2 89-15,2-1-776 0,0-2-1010 16</inkml:trace>
  <inkml:trace contextRef="#ctx0" brushRef="#br0" timeOffset="165618.28">12301 3913 4117 0,'-12'-7'-105'0,"5"1"61"15,1 1 47-15,6 5 36 0,-10-4 24 0,10 4 11 16,0 0-9-16,-7-4 22 0,7 4 23 15,0 0 12-15,0 0-2 0,0 0-9 0,0 0 3 16,43 12-9-16,-20-9-11 0,12 7-9 16,1-2 2-16,1 0 1 0,-1 5-8 15,0-1-1-15,-2 2 5 0,-2 3 6 16,-1 0 1-16,-5 5 18 0,-2 0 24 16,-8 1 52-16,-2 3 18 0,-7-3 20 0,-3-1 14 15,-4-1 10-15,-2 2-1 0,-7 10-1 16,-5 0-13-16,-2-2-3 0,-6-2-86 0,1 0-143 15,-1-2 0-15,1-1 0 0,-4-4 0 16,3-1 0-16,0-1 0 0,7-6 0 0,4-4 0 16,-2-1 0-16,6-1 0 0,2-3 0 15,-3 1 0-15,5-3 0 0,-4 0 0 16,7-3 0-16,-6 8-111 0,6-8-343 0,-5 5-82 16,5-5-82-16,-4 3-114 0,4-3-87 15,0 0 68-15,0 0-667 0,0 0-870 0</inkml:trace>
  <inkml:trace contextRef="#ctx0" brushRef="#br0" timeOffset="166636.32">11601 5361 3618 0,'2'-5'-158'0,"-2"-2"64"0,0-1 49 0,4-2 34 16,-2-3 47-16,2 0 23 0,0-1 43 16,1-1 25-16,-1 5 16 0,2 1 17 0,-5 0 5 15,3 4-3-15,-2 0-8 0,-2 5 4 16,0 0 17-16,0 0 29 0,0 0 7 15,7 35-9-15,-9-12-16 0,-7 17 19 0,-2 7-41 16,0 2-10-16,-1-2-23 0,-1-1-7 16,3-7-7-16,-1-3-13 0,0-2-13 0,3-2-8 15,-4-3-10-15,3-7-9 0,1-1-9 16,2-6-8-16,-5 2-10 0,4-3-72 0,-1-4-64 16,-2-2-74-16,-1-2-93 15,-1-3-82-15,3-1-60 0,9-2-64 0,-21-5-52 0,10-4-73 16,-2-5-36-16,1-4-540 15,-5-11-638-15</inkml:trace>
  <inkml:trace contextRef="#ctx0" brushRef="#br0" timeOffset="166822.29">11318 5533 2917 0,'-2'-22'-94'16,"-2"5"89"-16,4 2 77 0,0 6 62 15,0-2 41-15,0 5 22 0,4 1 29 0,-4 5 10 16,9-10 4-16,-9 10 4 0,19 0 5 16,-19 0-4-16,29 4-20 0,-9 3 4 0,5-1-23 15,9 4-9-15,1 0-25 0,0 1-11 16,-3-1-17-16,0 2-19 0,-3-4-1 0,-7-1-28 15,1-1-56-15,-1 2-58 16,-4-2-82-16,1 0-102 0,-3-1-118 0,-1 1-146 16,-1-2-201-16,-3 3-46 0,4 0 74 15,-3-4-528-15,-1-1-632 0</inkml:trace>
  <inkml:trace contextRef="#ctx0" brushRef="#br0" timeOffset="167035.89">11949 5397 3540 0,'-11'-2'183'0,"11"2"44"16,-9-4 31-16,9 4 42 0,-5-4 32 16,5 4 10-16,0 0-5 0,0 0-21 15,-4-9-35-15,4 9-26 0,0 0-26 0,15-12-24 16,-8 7-24-16,3-2-23 16,1 4-54-16,0 1-72 0,0-2-68 0,0 2-95 15,-2-2-98-15,1 2-119 0,-1 1-123 16,-9 1-111-16,22 0-164 0,-22 0 38 0,14 1 70 15,-5 1-515-15,-9-2-621 0</inkml:trace>
  <inkml:trace contextRef="#ctx0" brushRef="#br0" timeOffset="167235.26">11965 5519 3076 0,'-11'12'25'0,"1"-3"81"0,3 0 48 16,1-4 41-16,0 3 31 0,5-4 31 15,1-4 25-15,-8 7 40 0,8-7 31 0,0 0 14 16,0 0-4-16,0 0-20 15,0 0-24-15,0 0-27 0,17 5-34 0,-17-5-24 16,0 0-21-16,27-9-22 0,-13 4-28 16,0 1-26-16,1-2-56 0,1-1-83 0,-2 0-109 15,2 0-92-15,-1-1-96 0,3 2-104 16,-1-2-117-16,-4 1-119 0,3-1-167 0,-3 2 68 16,0 0 78-16,-1 1-556 0,-3 3-680 15</inkml:trace>
  <inkml:trace contextRef="#ctx0" brushRef="#br0" timeOffset="167569.2">12379 5095 3319 0,'0'0'13'0,"0"0"60"16,-4-8 41-16,4 8 39 0,0 0 27 0,0 0 21 15,0 0 20-15,0 0 14 0,0 0 22 16,0 0 20-16,0 0-1 0,0 0 6 16,15 22 6-16,-8-10-10 0,6 5-24 0,-2 0-15 15,3 10-6-15,0-1-13 16,0 1-6-16,-1-2-22 0,0 3-16 0,-1-1-17 16,-3-5-16-16,0-3-12 0,0 0-68 15,-4-3-63-15,3 0 0 0,-5-3 0 0,3 1 0 16,-1-2 0-16,-4-5 0 0,3 3 0 15,-2-3 0-15,2-2 0 0,-4-5 0 0,3 4 0 16,-3-4-225-16,0 0-237 0,0 0-136 16,0 0-169-16,0 0-81 0,16-18 80 0,-10 5-770 15,-1-1-983-15</inkml:trace>
  <inkml:trace contextRef="#ctx0" brushRef="#br0" timeOffset="168218.16">12810 5126 3895 0,'0'0'-166'15,"-6"-5"69"-15,6 5 63 0,-4-7 47 16,4 7 49-16,0 0 27 0,0 0 17 16,0 0 6-16,0 0 25 0,0 0 23 15,-10 18 22-15,8-9 9 0,2 4 14 0,0 6 8 16,4 4 2-16,1-3-3 0,-2 4 10 15,5-2-13-15,3 5 1 0,5-1-12 16,-2-2-1-16,2-7-6 0,1-5-7 0,0-2-5 16,3-5-15-16,-6-3-7 0,4-2-11 15,0-3-10-15,5-4-12 0,4-7-6 0,-2-1-12 16,0-6-6-16,-3 1-45 0,0-4-55 16,-3 0 0-16,-2-5 0 0,-3-3 0 0,-5 3 0 15,-4-4 0-15,-3 6 0 16,-4 2 0-16,-1 3 0 0,-5-1 0 0,0 4 0 15,-1 3 0-15,-2 5 0 0,-3 3 0 16,-3 2 0-16,-1 6 0 0,-2 2 0 0,-3 5 0 16,-11 2 0-16,3 4 0 0,-4 6-145 15,-6 3-297-15,5 6-120 0,-6 4-126 0,1 2-169 16,4 0 71-16,-5-3 86 0,5-1-664 16,1 3-819-16</inkml:trace>
  <inkml:trace contextRef="#ctx0" brushRef="#br0" timeOffset="168566.93">12277 5757 3675 0,'-14'16'-16'0,"-4"-3"66"16,3 1 49-16,1 0 33 0,0 0 34 0,-2 0 31 16,1-2 24-16,6-2 7 0,1-3 43 15,2 0 29-15,6-7 30 0,7 10 9 0,-7-10-6 16,37-5-23-16,18-11-32 0,12-8-28 15,29-10-25-15,6-5-22 0,3-5-20 16,5 0-21-16,5-1-16 0,-2 4-37 0,-13-1-109 16,-5 7 0-16,-12 2 0 0,-26 12 0 15,-10 0 0-15,-13 7 0 0,-5 2 0 0,-8 3 0 16,-3 3 0-16,-9 0 0 16,2 4 0-16,-3-1 0 0,-8 3 0 0,10-5 0 15,-10 5 0-15,0 0 0 0,0 0 0 16,0 0 0-16,0 0 0 0,0 0 0 0,0 0 0 15,0 0 0-15,0 0 0 0,0 0 0 16,0 0 0-16,-22 14 0 0,19-8 0 0,-5 0-171 16,1 2-847-16,-1 3 81 0,-4 1 102 15,1 1-944-15,-4 3-1208 0</inkml:trace>
  <inkml:trace contextRef="#ctx0" brushRef="#br0" timeOffset="169767.38">12141 4245 4280 0,'0'-7'-381'0,"0"7"60"0,0 0 45 16,0-9 50-16,0 9 40 0,0-8 40 15,0 8 40-15,0-8 33 0,0 8 27 16,0-9 29-16,0 9 20 0,0-9 18 15,0 9 18-15,0-8 12 0,0 8 17 16,2-9 7-16,-2 9 2 0,0-7-8 0,0 7-5 16,1-7-4-16,-1 7-2 0,0 0-8 15,0 0-5-15,0 0-8 0,0 0 2 0,13 25 0 16,-6-15-6-16,-2 4-1 0,3 1-2 16,-5-1-5-16,3-1-30 0,0 3-78 15,-2-5-108-15,2-1-156 0,-3-2-178 0,1-1 56 16,2-3-142-16,-6-4-111 15</inkml:trace>
  <inkml:trace contextRef="#ctx0" brushRef="#br0" timeOffset="172583.15">18357 5089 1656 0,'0'0'19'0,"0"0"32"16,0 0 32-16,-3-9 20 15,3 9 9-15,0 0 15 0,-2-8 1 0,2 8 11 16,-3-6 0-16,3 6 8 0,-2-6-9 16,2 6 10-16,0 0-14 0,0-9-15 15,0 9 18-15,0 0-12 0,-2-7-12 0,2 7-15 16,0 0-8-16,0 0-13 0,0 0-10 15,0 0 10-15,0 0 9 0,2 28 33 0,0-9-9 16,3 4 26-16,-4 16-10 0,1 0 22 16,0 0-7-16,4 3 14 0,-5-2-15 0,3 0-8 15,0 2-7-15,0-7 12 0,0 2-2 16,-2-10-18-16,2-7-17 0,-2-1-4 16,-1-3-10-16,1-3-14 0,0-1-5 15,2-2 3-15,-4-1-15 0,2 0-4 0,0-1 2 0,-2-1-6 16,0-7 7-16,1 10-22 15,-1-10-2-15,-1 9-4 0,1-9-3 0,0 0-16 16,-2 5-56-16,2-5-75 0,0 0-84 16,0 0-109-16,0 0-122 0,-22-10-126 15,17 1-168-15,1 4 64 0,0 0-555 0,3-2-687 16</inkml:trace>
  <inkml:trace contextRef="#ctx0" brushRef="#br0" timeOffset="173083.19">18759 5320 3057 0,'-16'2'-140'0,"16"-2"47"16,0 0 43-16,-20 3 37 0,13-1 33 15,-3 0 34-15,10-2 24 0,-21 3 24 16,11-1 18-16,10-2 12 0,-17 5 1 0,11-1-5 16,6-4-10-16,0 0 1 15,-9 5 14-15,9-5 18 0,0 0-4 0,0 0-5 0,0 0-9 16,36 1-16-16,-13-4-9 0,2 0-15 16,13-3-5-16,-2 0-10 0,3 0-9 15,-3 1-4-15,-8 0-11 0,-3 0-3 16,-3 2-5-16,-2-2-5 0,-6 3-7 0,4-2-5 15,-7 1-4-15,-1 1-12 0,0 2-38 16,-10 0-34-16,11-2-45 0,-11 2-57 0,0 0-63 16,0 0-63-16,0 0-78 0,0 0-67 15,0 0-124-15,0 0-3 0,0 0-329 16,0 0-370-16</inkml:trace>
  <inkml:trace contextRef="#ctx0" brushRef="#br0" timeOffset="173367.94">18890 5092 2341 0,'-3'-9'-21'16,"1"3"53"-16,0-1 46 0,2 7 29 16,-4-12 26-16,4 12 34 0,-2-5-6 0,2 5-7 15,0 0-14-15,0 0-14 0,0 0 28 16,0 0 23-16,0 0 5 0,8 36 5 16,-5-14-14-16,3 9 17 0,2 4-15 0,-2 1-12 15,-1-1 12-15,1 1-16 0,-1 0 8 16,0-2-20-16,-1 1-16 0,-2-6-6 0,0-5-16 15,-1 1-8-15,1-8-7 0,0 3-19 16,0-1-1-16,0-4-8 0,-2-1-5 16,2 0-9-16,-2-4-9 0,0-2-4 15,0 1-10-15,0-2-33 0,0-7-41 0,1 8-58 16,-1-8-80-16,0 0-97 0,0 0-95 16,0 0-114-16,0 0-160 0,0 0-25 15,0-34 74-15,2 19-442 0,2-4-516 0</inkml:trace>
  <inkml:trace contextRef="#ctx0" brushRef="#br0" timeOffset="173883.61">19154 5136 2653 0,'-8'-8'-56'15,"3"1"55"-15,-2 2 45 0,5-2 44 16,2 7 16-16,-1-10 13 0,1 6 2 0,0 4 9 15,7-15 6-15,-1 9-12 0,4-2-5 16,1 2-11-16,1-1-5 0,1 2-2 0,1 1-8 16,-2 1-7-16,1 1-5 0,1 2-4 15,1 0-12-15,1 2 0 0,-2 1-9 0,2 1-2 16,-3-1-3-16,1 4-3 0,-3 1-2 16,-2 0 20-16,2-2 12 0,-8 5 13 0,3-3-4 15,-3 2 6-15,-1 2-7 16,-2-1-7-16,0 2-5 0,-2-1-9 0,2-2-4 15,-1 2-9-15,1-3 0 0,0-1 1 16,0 2-3-16,0-3 2 0,1 1 1 0,-1 0 0 16,4 0 1-16,3 0-3 0,-2-1-1 15,4 1 1-15,2 3-5 0,0-3-6 16,0 2-2-16,1 1 11 0,-1-1-4 0,0 4-7 16,-1-6 7-16,-1 5 10 0,-1-5 7 15,-5 2 18-15,3 1 28 0,-1-2 16 0,-4 0 12 16,-2 2 14-16,-1 0-1 0,-5 1-8 15,0 3-9-15,-1-3-7 0,-5 2-12 0,0-2-7 16,-5 1-13-16,1-1-9 16,-7 3-7-16,-3 1-9 0,5-4-7 0,0-5-4 15,1 1-7-15,2-1-2 0,0-3-9 16,3-4-31-16,2 0-6 0,-2-4 0 0,-1 1-103 16,3-6-80-16,5 4-78 0,2-2-87 15,-1-1-112-15,4-1-113 0,0 0-140 0,2-1-75 16,2 0 64-16,2-1-649 0,4 0-828 15</inkml:trace>
  <inkml:trace contextRef="#ctx0" brushRef="#br0" timeOffset="176099.05">19857 5242 3491 0,'-10'3'-178'0,"5"-2"59"0,5-1 59 0,-14 4 49 15,14-4 37-15,-9 4 31 0,9-4 27 16,0 0 18-16,-14 3 16 0,14-3 15 15,0 0 0-15,-9 3-3 0,9-3-8 16,0 0-3-16,-2 4-5 0,2-4 8 0,0 0 5 0,0 0 6 16,0 0-11-16,0 0-11 15,32-7-11-15,-18 4-11 0,3-3-7 0,4 1-7 16,0 0-8-16,-1-4-7 0,7-3-8 16,-2 6-4-16,-3-1-4 0,-8 2-7 0,2 2-3 15,-3-3-2-15,-4 2-3 0,-1 2-2 16,2 0-2-16,-10 2-2 0,9-5-5 0,-5 1 0 15,-4 4-5-15,0 0 1 0,0 0-2 16,0 0-2-16,0 0 0 0,-46 4-1 16,29-2 2-16,-10 3-3 0,5-5 8 0,-1 6 9 15,3-4 9-15,7-2 4 0,0 2-2 16,0 0 1-16,13-2 11 0,-20 0 4 16,20 0 9-16,-13 0 3 0,13 0-1 15,0 0-5-15,0 0-4 0,0 0-3 0,0 0-6 16,0 0 0-16,0 0-8 0,0 0-4 15,0 0-9-15,44-10 2 0,-29 6-6 0,2-1-2 16,1 1-28-16,-1-2-54 0,3-2-58 16,2-1-65-16,-6 2-81 0,4 2-76 0,-5-3-58 15,0-1-58-15,1 4-37 0,-5-2-62 16,-2 1-49-16,0 2-476 0,-6 0-555 0</inkml:trace>
  <inkml:trace contextRef="#ctx0" brushRef="#br0" timeOffset="176352.56">19977 5039 2665 0,'-8'-12'-143'16,"5"3"66"-16,-1 3 58 0,2-1 47 0,-1 2 42 16,3 5 30-16,-2-7 29 0,2 7 18 0,-1-7 0 15,1 7-10-15,0 0 0 0,0 0 13 16,0 0 12-16,0 0 14 0,0 0 6 16,3 26-9-16,2-11-2 0,2 4-9 0,-3 3-17 15,2 1-13-15,-1 7-13 0,4-6-11 16,-6-2-12-16,1 3 0 0,1-4-14 15,-3-3-9-15,2 1-8 0,0-3-5 16,-3 1-6-16,1-2-7 0,5 0-5 0,-5-4-6 16,0 1-3-16,-1-2-6 0,1-3-10 15,2 0-61-15,-2-1-55 0,0 0-78 16,-2-6-101-16,5 3-111 0,-5-3-126 0,0 0-134 16,20-9 49-16,-11 1-413 0,6-4-488 15</inkml:trace>
  <inkml:trace contextRef="#ctx0" brushRef="#br0" timeOffset="176681.78">20400 4946 2627 0,'-9'-4'-56'0,"-2"4"50"0,11 0 42 16,-14-2 30-16,14 2 23 0,-16 0 14 16,16 0 5-16,-11 0-1 0,11 0-4 15,0 0-4-15,0 0-5 0,0 0-4 16,0 0 2-16,0 0 30 0,-13 2 16 0,13-2-4 15,0 0-14-15,0 0-12 0,0 0-11 16,45-7-7-16,-31 9-10 0,-14-2-5 0,31 3-3 16,-17 3-4-16,4 5-1 0,-1 1 0 15,-2 2 1-15,-4 3 1 0,5 8-5 16,-5 1-2-16,0 1-6 0,-2-4-4 0,-6-3-5 16,3 1-4-16,-3-4-4 0,-3 1-4 15,2-3-5-15,0 1-1 0,0-3-3 0,0-1-7 16,-2 0-43-16,0-3-50 0,0 1-65 15,0-1-63-15,-4-4-66 0,2 1-66 16,2-6-85-16,-3 7-102 0,3-7-54 0,-6 4 43 16,6-4-264-16,0 0-285 0</inkml:trace>
  <inkml:trace contextRef="#ctx0" brushRef="#br0" timeOffset="176848.83">20480 5240 2025 0,'-19'5'-30'15,"19"-5"51"-15,-8 3 47 0,8-3 45 16,0 0 43-16,0 0 42 0,0 0 36 0,0 0 14 15,0 0-3-15,0 0-19 0,0 0-22 16,0 0-20-16,0 0-21 0,0 0-17 16,35-10-14-16,-24 5-16 0,1-3-45 15,1 2-77-15,-2-2-92 0,3-1-87 0,0 1-103 16,-2-2-120-16,3-1-175 0,-1-1 41 16,-1 0-278-16,1 1-306 0</inkml:trace>
  <inkml:trace contextRef="#ctx0" brushRef="#br0" timeOffset="180981.13">20807 5046 2070 0,'-7'3'-72'0,"7"-3"29"0,-13 2 39 0,13-2 37 16,-10 3 27-16,10-3 22 15,-9 2 12-15,9-2 11 0,0 0 8 0,-10 4 19 16,10-4 9-16,0 0 3 0,0 0 13 16,0 0 16-16,36-7-2 0,-11 3-16 0,10-4-10 15,1 1-16-15,0 0-12 0,1-2-12 16,-1 1-6-16,-2 0-11 0,2-1-8 0,-2 2-12 15,-2-2-12-15,1 1 4 0,-8 3-7 16,-8 0-8-16,0 0-5 0,-3 3-4 0,-3-2 1 16,-2 1-8-16,-3 0-9 0,2 3-32 15,-8 0-35-15,7-5-64 0,-7 5-67 16,0 0-57-16,4-6-80 0,-4 6-80 0,0 0-136 16,-13-8-3-16,3 2-269 15,-1 2-290-15</inkml:trace>
  <inkml:trace contextRef="#ctx0" brushRef="#br0" timeOffset="181265.1">20988 4797 2125 0,'0'0'-6'0,"-11"-1"42"15,11 1 37-15,0 0 27 0,0 0 22 16,0 0 5-16,0 0 8 0,0 0 0 16,0 0 4-16,0 0-5 0,0 0 7 15,0 0 15-15,10 18 8 0,-7-6 8 0,6 3-8 16,0 3 8-16,-4 5-16 0,4 8-10 0,-6-6 11 15,5 10-26-15,-5-3-12 16,1-5-10-16,0-3-12 0,-1-2-8 0,-1 1-8 16,0 0-11-16,3-6-4 0,-3-3-5 15,0 1-7-15,-1-3-5 0,-1 0-9 0,2-2-1 16,2-1-10-16,0-3-10 0,-3 0-53 16,-1-6-58-16,6 6-96 0,0-4-112 15,-6-2-127-15,0 0-167 0,19-10-39 0,-5 0 61 16,1-3-367-16,10-9-419 0</inkml:trace>
  <inkml:trace contextRef="#ctx0" brushRef="#br0" timeOffset="181799.23">21557 4746 2493 0,'1'-5'-61'16,"-1"5"28"-16,0 0 20 0,0 0 38 0,0 0 29 15,0 0 27-15,0 0 19 0,0 0 17 16,8 19 21-16,-5-11 7 0,-2-1 7 0,1 0 4 16,0 0 3-16,0 0-11 0,0-2-5 15,1 0 0-15,-3-5-5 0,2 8 1 0,-2-8 3 16,4 7 4-16,-4-7 1 16,0 0 4-16,6 7-7 0,-6-7-15 0,0 0-15 15,0 0-7-15,0 0-12 0,0 0-12 16,12-17-8-16,-12 9-8 0,0-3-8 15,0-1-3-15,0-2-6 0,-2-6-8 0,0 3-6 16,-5-6-5-16,4 6 1 0,-3 2-1 16,2 0-7-16,-1 2-1 0,-1 3-5 0,-4 5 1 15,1 2-5-15,0 0 0 0,9 3 1 16,-29 11-3-16,13-1 1 0,0 4-2 0,-4 9 2 16,6-1-3-16,2 0 0 0,4-3 1 15,5-2-3-15,1 0 6 0,2-2-1 16,2-3 0-16,-1 5 4 0,5-5 2 0,-1 1 5 15,6-3 4-15,-2 1 15 0,-2-3 7 16,1 0 10-16,-3 0 12 0,4 0-14 16,-6-1 8-16,3 0 29 0,-4 2 37 0,-2-1 12 15,-2 4 5-15,-4 2-4 0,-3 1-13 16,-1-3-11-16,-3 4-12 0,-1-1-8 16,1-1-13-16,-3-3-10 0,2 1-8 0,-2 0-7 15,1-3-3-15,-1-2-13 0,3 0-43 16,-2-1-79-16,-2-2-68 0,0 0-100 0,0-3-99 15,-1 2-126-15,0-3-119 0,-2 0-127 16,-3-3-88-16,-2 2 79 0,1-3-669 16,-2 0-846-16</inkml:trace>
  <inkml:trace contextRef="#ctx0" brushRef="#br0" timeOffset="182499.23">20316 4689 3476 0,'0'0'-183'0,"16"-1"61"0,-16 1 52 0,9-2 43 16,-9 2 33-16,7-3 28 0,-7 3 24 16,0 0 12-16,12-4 21 0,-12 4 13 15,0 0 2-15,11-4 5 0,-11 4-2 0,0 0-4 16,0 0-7-16,9-4-5 0,-9 4-3 16,0 0-7-16,0 0-3 0,0 0-1 0,0 0-5 15,0 0-5-15,0 0 4 0,0 0-8 16,0 0-3-16,0 0 0 0,0 0-1 0,0 0-8 15,0 0 1-15,0 0 4 0,0 0 6 16,0 0-4-16,0 0 0 0,-34 8 21 16,9-3-5-16,-14 4-4 0,-19 0 12 15,1 2-5-15,-8 0-4 0,-3 1-6 16,-2 0-10-16,-5 0-6 0,3-1-5 0,1 0-4 16,2 2 6-16,8-3 15 0,4-3-5 15,16 1-6-15,1-2-3 0,3 0-4 0,6-2-5 16,9-2-4-16,5 1-3 0,0-1-3 15,1 2-3-15,5-4-6 0,-1 2 0 0,12-2 1 16,-16 4-3-16,16-4-8 0,-14 2 0 16,14-2-1-16,-11 0-3 0,11 0-1 15,0 0-2-15,0 0-8 0,-18 0 3 0,18 0-5 16,0 0-36-16,0 0-53 0,0 0-76 16,0 0-90-16,0 0-102 0,0 0-115 15,0 0-170-15,0 0-66 0,0 0 76 16,0 0-454-16,21-17-560 0</inkml:trace>
  <inkml:trace contextRef="#ctx0" brushRef="#br0" timeOffset="182980.57">19446 4696 2822 0,'5'-3'-107'16,"2"-2"48"-16,-3 1 41 0,2 1 32 15,-6 3 27-15,6-7 30 0,-6 7 19 0,0 0 17 16,0 0 0-16,0 0-2 0,0 0-8 16,0 0-11-16,0 0-12 0,0 0-4 0,0 0-7 15,-27 19 39-15,10-6 19 0,-6 5 12 16,1 0 9-16,-3 0 8 0,0 2-4 0,2-3-2 15,-1 0 0-15,10-3-14 0,0-1 4 16,5-5-8-16,-1 2-7 0,3-2 0 16,0-1-3-16,4 3-6 0,-1-4 6 0,2 0 7 15,2-6-3-15,8 15 6 0,-2-7-30 16,5-2-1-16,2 4-7 0,7-3-9 16,3 1-6-16,0-4-8 0,9 6-2 15,0-3-7-15,-3-1-8 0,-9-2-5 0,2-2-6 16,-3 1 6-16,-2-1-12 0,-2-1-7 15,-4-1 3-15,2 2 0 0,-1 0-10 0,-12-2-13 16,15 3 4-16,-15-3-5 0,16 0-62 16,-16 0-48-16,0 0-56 0,9 2-60 15,-9-2-82-15,0 0-91 0,0 0-106 0,0 0-136 16,0 0-55-16,0 0 74 16,0 0-472-16,-29 15-560 0</inkml:trace>
  <inkml:trace contextRef="#ctx0" brushRef="#br0" timeOffset="187032.08">18621 4942 2713 0,'-7'6'-178'15,"2"0"24"-15,-3-1 41 0,3-2 32 0,-4 1 33 16,9-4 22-16,-9 7 23 0,5-5 23 16,4-2 27-16,-9 4 14 0,9-4 16 0,-6 4 3 15,6-4-3-15,0 0-2 0,0 0 0 16,0 0-5-16,0 0-11 0,14-24-6 0,9 3-4 15,2 0-4-15,14-8-6 0,5-2-7 16,0-2-2-16,-1-4-1 0,7 1 2 16,-6 2-9-16,-5 1 0 0,2 1-8 0,-5 5 0 15,-7 3 0-15,-6 7 0 0,-5 3 7 16,-6 1 7-16,-1 5-9 0,-1 1 4 16,-4 0-2-16,2 0-6 0,-5 4 1 15,1-1-8-15,-4 4-1 0,0 0-16 0,4-5-45 16,-4 5-57-16,0 0-68 0,0 0-76 15,0 0-119-15,0 0-117 0,-25 12-136 0,15-8-126 16</inkml:trace>
  <inkml:trace contextRef="#ctx0" brushRef="#br0" timeOffset="187329.8">18863 4448 1745 0,'0'-7'4'0,"0"7"41"0,0-9 37 16,0 9 14-16,2-5-2 0,-2 5-11 0,0 0-7 15,0 0-9-15,0 0-4 0,0 0-4 16,12 14-2-16,-8-1-1 0,3 1 37 0,4 3-3 16,2 9-9-16,-1-1-14 0,4 2 1 15,2-2-5-15,-2 0-8 0,2 0-4 0,-1-3-5 16,-4-5-2-16,0 1-12 15,-2-5 1-15,0-1 2 0,-2 2-7 0,-4-5-2 16,4 2-5-16,-6-4-13 0,3 2-56 0,-1-4-52 16,-1 0-61-16,-4-5-91 15,9 5-123-15,-9-5-118 0,0 0-167 0,0 0-155 16</inkml:trace>
  <inkml:trace contextRef="#ctx0" brushRef="#br0" timeOffset="187781.64">19365 4170 1799 0,'-2'-12'-5'15,"2"2"32"-15,0 1 31 0,0 2 7 16,2 0-1-16,-2 7-3 0,4-12-7 0,0 7-7 16,-1 2-2-16,6-2-4 0,0 1-7 15,2 1-5-15,-1 1 1 0,1 2-5 16,-11 0-3-16,25 5 0 0,-12-1-2 15,1 1-3-15,-1 3 2 0,-2 3-1 16,-3-3 1-16,0 1 0 0,-3 1 0 0,3-1 4 16,-4 1 1-16,0 2-4 0,0-2 0 15,-3 0-1-15,-1 1 0 0,2 0 1 0,2-2 21 16,-2 0 2-16,1-1 8 0,-1 1 1 16,4 2 3-16,-1-3 3 0,-2 2 15 15,5 1-6-15,1-1 2 0,-1 0-11 16,1 1 6-16,-1-2 1 0,-3 2-3 0,4-1-5 15,-6-2 8-15,5 3 3 0,-5-1 1 16,-3 1 7-16,2 1 2 0,-2-4-6 16,0 3-2-16,-2 0-6 0,-1 0-2 0,-3-1-5 15,3-2-6-15,-4 1-3 0,1-2-5 16,-1 1-3-16,0-4-3 0,-4 1-9 0,4 0-5 16,0 0 6-16,7-5-7 0,-16 0-8 15,16 0-50-15,-17-3-94 0,12-2-101 16,-5-2-129-16,2 0-174 0,3-3-49 0,1-1 61 15,4 1-202-15,2-2-217 0</inkml:trace>
  <inkml:trace contextRef="#ctx0" brushRef="#br0" timeOffset="187963.58">19832 4206 1935 0,'0'0'39'0,"14"-6"49"15,-11 3 35-15,-3 3 15 0,10-6 14 16,-10 6 0-16,10-9-2 0,-5 2-4 15,4 0-22-15,-1 1-6 0,4-3-15 0,1-1-9 16,-2 2-20-16,3 0-8 0,0-2-33 16,0-1-51-16,-1 3-54 0,1-2-58 0,-3 1-63 15,-2-3-72-15,2 2-71 0,-6 1-95 16,1 0-35-16,-4 0-87 0,-6 4-54 16</inkml:trace>
  <inkml:trace contextRef="#ctx0" brushRef="#br0" timeOffset="188179.44">19941 3921 1460 0,'-4'-5'12'0,"4"5"21"0,0 0 8 0,0 0-2 16,0 0 14-16,0 0 29 0,0 0 21 15,-2 22 13-15,4-10 8 0,0 4 12 0,2 6 15 16,-3 3-7-16,5 8-22 16,-1 2-9-16,6-3-8 0,-2 1-6 0,-2-2-12 15,4-1-7-15,0 1-10 0,-2-2-9 0,3 0-2 16,-5-6-2-16,1-4-11 0,-1 0-19 15,1-2-72-15,0-2-68 0,-3-4-89 16,3 2-97-16,0-4-162 0,-1-4-15 16,3-1-145-16,-1-3-118 0</inkml:trace>
  <inkml:trace contextRef="#ctx0" brushRef="#br0" timeOffset="188730.19">20558 4001 1654 0,'-13'4'-5'16,"13"-4"32"-16,-10 4 25 0,10-4 20 15,-8 1 13-15,8-1 13 0,0 0 4 16,-5 3-1-16,5-3 0 0,0 0 7 0,0 0 3 16,0 0 8-16,0 0 12 0,0 0 16 15,0 0-20-15,0 0-5 0,0 0-13 0,0 0-11 16,0 0-5-16,5-21-14 0,-5 21-4 15,6-12-8-15,-4 3-9 0,-2-2 7 0,3 0 2 16,-3-1-8-16,-3-1-3 0,1 1-2 16,-4-5-3-16,3 4 4 0,-3 1-5 15,2 1-6-15,-3 1-8 0,1 3-7 0,-4 0-4 16,1 3 1-16,-1 3-4 16,-1 1-2-16,-2 4-4 0,-5 1 1 0,4 4-3 15,-4 1 2-15,2 2-4 0,5-2 0 16,4 2 0-16,0 0-4 0,2-2 4 0,1 1 0 15,2-1 3-15,4 0 7 0,5 0 2 16,0 1-1-16,2-3 6 0,5 6 4 0,1-1 4 16,2 2 11-16,-2-3 1 0,1 2 6 15,4 4 9-15,-2-3 6 0,-5-2 7 16,-1-1 3-16,-5 1 9 0,1-1 9 0,-3 0 7 16,2 0 4-16,-6-1 1 0,-1 0-3 15,-1 1-9-15,-2 0-8 0,-5 0-6 0,3 1-9 16,-4-2-9-16,-3 1-6 0,-1 0-11 15,-3 0-3-15,-3-1-6 0,4-3-1 16,-2-1-3-16,1 0-4 0,2-4-8 16,-4 1-40-16,5-4-49 0,-3 0-68 0,5 0-80 15,-3 2-94-15,3-2-90 0,11 0-116 16,-19-2-174-16,12 2 14 0,7 0 74 16,-15-4-388-16,15 4-463 0</inkml:trace>
  <inkml:trace contextRef="#ctx0" brushRef="#br0" timeOffset="189846.9">18662 4284 2447 0,'-21'4'-154'0,"-2"0"38"0,2 0 29 0,4-1 36 15,-3-1 23-15,6 2 16 16,1 0 21-16,1-2 21 0,3 0 9 0,-2 1 15 16,11-3 20-16,0 0 8 0,0 0 10 15,0 0-1-15,16-16 12 0,16 0-9 0,20-13-9 16,26-8-3-16,10-3-3 0,8-1-12 16,6 0-11-16,1-1-1 0,-3 1-9 15,-2 2-4-15,-2 2-8 0,-9 0 0 0,-5 5-3 16,-22 7 0-16,-8 4-2 0,-6-1-5 15,-11 7-1-15,-9 4 0 0,-7 2-4 16,-3 3 0-16,-5 1-8 0,-4-1-4 16,0 3-9-16,-7 3-46 0,0 0-53 0,0 0-60 15,0 0-86-15,0 0-95 0,0 0-162 16,-47 9 40-16,30-7-79 0,-4 1-45 0</inkml:trace>
  <inkml:trace contextRef="#ctx0" brushRef="#br0" timeOffset="190095.96">19641 3748 1575 0,'6'-3'57'0,"-1"-3"44"0,-5 6 29 15,9-5 9-15,-9 5 0 0,0 0-11 0,0 0 2 16,11-2-3-16,-11 2-6 16,0 0-19-16,19 13 0 0,-9-6-8 0,-3 0 1 15,0 5-15-15,2-4-6 0,-6 2 2 16,3 1-9-16,-2 1-6 0,-4 1-1 15,0-1-8-15,-2 2-7 0,-2 1-4 0,-2 1-2 16,-1-3-4-16,1 4-8 0,-2-4 1 16,1 0-8-16,-1-1-77 0,4-2-68 0,0-3-81 15,2 0-103-15,0-1-142 0,2-6-68 16,0 0 48-16,0 0-76 0,38-10-49 16</inkml:trace>
  <inkml:trace contextRef="#ctx0" brushRef="#br0" timeOffset="190447.34">21033 3500 1532 0,'0'0'5'0,"-6"17"29"0,3-7 31 0,-6 0 12 16,2 4 20-16,-1-2 15 0,-5 2 11 15,1-3-8-15,3 2-11 0,-3 0-5 0,5-1-12 16,-2-1-12-16,-2-1-2 0,6 0-8 15,-3-3-5-15,-1 0-2 0,3 0-8 16,-2-1-3-16,8-6-4 0,-9 3-9 16,9-3-3-16,0 0 0 0,0 0-7 15,-25-15-5-15,22 7-4 0,-1-4-1 0,0 1-4 16,4-4 0-16,0 3-3 0,0 2-1 16,2-1 5-16,0 3 3 0,2 1 0 0,-4 7 3 15,7-8 0-15,-2 4 9 0,-5 4-5 16,16 0 6-16,-16 0-7 0,21 5 1 15,-8 4-2-15,7-1 3 0,-6 3-7 0,6 2-5 16,5 5 4-16,-1-1-34 0,-3 2-50 16,0-1-63-16,-6 1-77 0,-3-3-83 0,-4-1-160 15,-7 1-16-15,-1-3-124 0,-5 3-92 16</inkml:trace>
  <inkml:trace contextRef="#ctx0" brushRef="#br0" timeOffset="191430.99">18207 5167 1571 0,'0'0'-13'0,"2"6"28"0,-2-6 31 0,3 5 33 15,-3-5 21-15,0 0 7 0,0 0 12 16,0 0 4-16,0 0 2 0,0 0-2 16,0 0-2-16,0 0-4 0,0 0 10 15,0 0-3-15,9-11 6 0,-9 11 5 0,2-12-4 16,-2 12-4-16,-2-12-11 0,1 5 3 15,-3-3-10-15,-2-4-6 0,-1 1-12 0,-5-4-6 16,-5-7-8-16,-4 0-13 0,0-3-7 16,-3-1 0-16,-8-6-12 0,5-2-1 0,-4-1-11 15,3 3-4-15,1-3-10 0,-2 2 8 16,10 8-8-16,-3 1 2 0,2 2-3 16,4 2-5-16,2 5-6 0,2 5 0 0,2-1-4 15,3 7 3-15,2-2-9 0,-4 2-17 16,4 1-39-16,-1 1-49 0,6 4-32 15,-7-3-40-15,7 3-28 0,0 0-24 16,0 0-18-16,0 0-7 0,0 0 4 0,0 0 10 16,0 0 0-16,0 0 24 0,0 0 20 15,0 0 22-15,0 0 17 0,0 0 22 0,0 0 32 16,0 0 27-16,0 0 33 0,0 0 31 16,0 0 29-16,16 14 24 0,-16-14 22 15,0 0 19-15,0 0 10 0,7 4 1 0,-7-4-3 16,0 0-4-16,0 0-8 0,0 0-5 15,-14 10-7-15,8-6-6 0,-3 1-5 0,-1-2-4 16,3 0-4-16,-3 3-4 16,0-3-1-16,5 0-4 0,-5 1 19 0,10-4-1 15,-12 5 12-15,12-5 4 0,-9 2 1 16,9-2-5-16,0 0-1 0,-7 1-10 0,7-1-6 16,0 0-2-16,0 0-9 0,0 0-2 15,0 0-3-15,0 0-4 0,28-5-2 16,-17 4-3-16,3-1-2 0,-3 0-6 0,3 0-29 15,-3 2-49-15,2-2-54 0,-1-2-83 16,-1 4-105-16,-3-4-180 0,-5 1-170 0,-3 3-151 16</inkml:trace>
  <inkml:trace contextRef="#ctx0" brushRef="#br0" timeOffset="192079.19">17364 4534 1905 0,'0'0'-17'0,"11"0"1"0,-11 0 14 15,0 0 5-15,14 7 24 0,-8-5 14 16,-3 4 2-16,1 0-1 0,2 0 0 15,-2 0 13-15,2-1-3 0,-3 3-7 0,5-2-1 16,-5 0-6-16,1-2 0 0,3 1 13 16,-4-1 10-16,-3-4 15 0,0 0 18 15,10 8 25-15,-10-8 14 0,0 0-16 0,0 0-13 16,0 0-13-16,0 0-2 0,9-17-18 16,-7 7-7-16,-2 0-6 0,0-3-6 15,0-1-6-15,0-3-6 0,-2-3-6 0,-2 4 0 16,0-2-3-16,3 3-3 0,-5 1-4 15,2 4-1-15,3 0-8 0,-3 5-2 16,-3 1-6-16,7 4 4 0,0 0 0 16,0 0-7-16,-26 14 8 0,14-5-2 0,3 4-4 15,2-3 7-15,-2 2-5 0,2 1-3 16,3-5 6-16,1 0-5 0,-3 1 0 0,2-1-4 16,2-2 6-16,-2-2 7 0,4-4 16 15,0 0 6-15,2 11 1 0,-2-11-2 16,0 0-4-16,14 5 0 0,-14-5-4 0,14 3-5 15,-5-1-3-15,0 0-4 0,2 2 3 16,-1 0 1-16,1 2 0 0,-1 3 6 0,0 1 3 16,-5 0 3-16,3 3 5 15,-3-1 0-15,-1 1 10 0,0 1 5 0,-4-2-2 0,0-1 4 16,-2 2 0-16,0 1-4 0,-2-4-1 16,1 2-4-16,-5 0-1 0,1 0-8 15,-2-2-1-15,-2 0-5 0,0 2-5 16,-1-1-2-16,1-3-2 0,-1 0 1 15,-1 1-5-15,4-4-1 0,1 0-4 0,-2 1 0 16,1 0-51-16,4-3-57 0,-4-1-70 16,9-2-66-16,-9 6-68 0,9-6-90 0,-7 6-75 15,7-6-126-15,-6 4 39 0,6-4-237 16,0 6-277-16</inkml:trace>
  <inkml:trace contextRef="#ctx0" brushRef="#br0" timeOffset="192379.46">17179 5470 2074 0,'-1'9'-41'0,"-1"2"40"0,2-5 40 16,0-2 42-16,0-4 41 0,0 0 51 15,3 9 38-15,-3-9 21 0,11 0-9 0,-11 0-18 16,16-7-24-16,-3-1-14 0,5-2-18 16,5-7-17-16,-1-1-11 0,3-3-13 15,-2 2-12-15,-2 1-9 0,-1-3-15 16,-4 4-58-16,-3 1-65 0,-1 3-75 0,-4 1-59 16,1 3-58-16,-6 2-58 0,-3 2-46 15,0 5-51-15,0 0-84 0,0 0 0 0,0 0-141 16,-20 26-120-16</inkml:trace>
  <inkml:trace contextRef="#ctx0" brushRef="#br0" timeOffset="192512.27">17345 5471 1568 0,'-6'15'-80'0,"6"-5"31"0,-2 0 35 16,2-3 34-16,-2-3 30 0,2-4 38 15,2 8 31-15,-2-8 27 0,0 0 5 0,4 4-14 16,-4-4-17-16,0 0-6 0,0 0-11 16,18-12-13-16,-13 6-8 0,2-1-9 15,4-1-47-15,-4-2-71 0,2-1-90 0,1-1-113 16,-2-1-196-16,1 4-193 15,-3-6-134-15</inkml:trace>
  <inkml:trace contextRef="#ctx0" brushRef="#br0" timeOffset="193178.2">17507 5072 1616 0,'0'-6'-61'0,"0"0"35"0,0 6 20 15,2-7 19-15,-2 7 12 0,0 0 1 0,0 0-10 16,0 0 16-16,0 0 33 0,0 0 31 15,2 21 15-15,-4-8 1 0,4 7 2 0,-4-2 0 16,2 2 2-16,0 2-7 0,0 1-8 16,-2-2-10-16,4-1 2 0,-4-1-1 0,4 0-13 15,-4-2-3-15,2 0-7 16,-1 0-8-16,-1-1-8 0,0-3-1 0,-3 4-2 16,1-8-6-16,3 3-4 0,-5-2-5 15,2-3-5-15,-1 0-16 0,-4-4-32 0,4-1-18 16,5-2-13-16,0 0-6 0,-17-7-2 15,12-3 2-15,-4-4 1 0,0-3 10 16,2-3 0-16,-3-8 4 0,0 4 6 0,7 4 3 16,-3 3 8-16,3 3 14 0,-4 0 6 15,3 4-4-15,2 2 3 0,1 1 1 0,-3 0 1 16,2 2 2-16,2 5 8 0,-2-8-2 16,2 8 5-16,0 0-1 0,0 0-8 15,0 0 4-15,0 0 0 0,0 0 0 0,0 0-1 16,0 0 0-16,0 0 2 0,0 0-2 0,33 10-23 15,-28-7-54-15,1-2-52 16,-6-1-59-16,12 6-62 0,-12-6-87 0,7 3-344 16,-7-3-171-16</inkml:trace>
  <inkml:trace contextRef="#ctx0" brushRef="#br0" timeOffset="193661.97">17499 5141 1745 0,'0'0'-79'0,"0"0"46"0,0 0 22 16,14 8 24-16,-10-3 17 0,-1 0 18 15,5 3 17-15,-4 0 10 0,4 1 3 0,-5-3 14 16,5 0-1-16,-5 2-2 0,6-3-5 16,-4-1 8-16,1 2 3 0,-2 0 8 15,-1-3 4-15,-3-3 5 0,8 5 12 16,-8-5-2-16,6 4-4 0,-6-4-18 16,0 0-7-16,0 0-14 0,17-8-10 0,-17 8-6 15,9-8-3-15,-3 3-10 0,-2 0 4 16,4-2-11-16,-7 2-12 0,7 2-5 0,-5-1 5 15,-3 4-9-15,11-4-1 0,-11 4-4 16,9-4 2-16,-9 4-1 0,0 0 0 0,14 0-1 16,-14 0-2-16,0 0-2 0,16 2-3 15,-16-2-7-15,11 0 10 0,-11 0-4 0,12 0 4 16,-12 0 1-16,11-2-8 16,-5 0 2-16,-6 2-4 0,16-5 6 0,-11-1-4 15,1 0-5-15,0 2 1 0,0 0 1 16,-1 0-4-16,-1 0 5 0,-4 4-5 15,7-7 1-15,-7 7-1 0,6-6 0 0,-6 6 1 16,7-6 7-16,-7 6-6 0,1-5 6 16,-1 5-6-16,2-7-1 0,-2 7 0 0,0 0 0 15,2-7 3-15,-2 7-5 16,0 0 1-16,0 0-7 0,0 0-8 0,0 0 8 0,0 0-27 16,0 0-29-16,0 0-29 0,0 0-29 15,0 0-30-15,0 0-31 0,0 0-24 0,0 0-29 16,0 0-30-16,0 0-37 15,18 9-74-15,-18-9-70 0,0 0-104 0,11-9-54 16</inkml:trace>
  <inkml:trace contextRef="#ctx0" brushRef="#br0" timeOffset="196461.57">19417 5809 1464 0,'-34'5'-12'16,"-3"-1"25"-16,-3 1 21 0,0 0 25 16,1 2 18-16,2-2 12 0,1 2 19 15,5-4 17-15,6 1 10 0,2 1 12 0,6-4-3 16,0 3-4-16,2-2-11 15,3-1-3-15,5 1-3 0,7-2-8 0,-13 2-1 0,13-2-6 16,0 0-12-16,0 0 19 16,63-11-4-16,-2 1-9 0,9-3-10 0,29-6-15 15,8-3-8-15,6 1-8 0,-5-1 3 16,2 3-16-16,0 0-4 0,-2-4-2 0,-8 6-1 16,-19 2-1-16,-9 1-9 0,-9 2-4 15,-6 3 2-15,-15 2-1 0,-9 1 11 0,-7 1 9 16,-7 1 7-16,-3 1 1 0,-5 1 2 15,-2 0-1-15,-3 1-6 0,-6 1-7 0,13-6-5 16,-13 6-6-16,4-5-16 0,-4 5-63 16,0 0-76-16,0 0-84 0,0 0-89 15,0 0-103-15,-27-5-183 0,14 7 25 16,-2-2 60-16,-4 5-236 0,-2-2-224 0</inkml:trace>
  <inkml:trace contextRef="#ctx0" brushRef="#br0" timeOffset="196611.52">19762 6004 1814 0,'0'0'-156'0,"0"0"-4"0,0 0-17 15,0 0-273-15,24-12 43 0</inkml:trace>
  <inkml:trace contextRef="#ctx0" brushRef="#br0" timeOffset="199677.28">27729 10286 1183 0,'6'-5'18'0,"-6"5"17"0,0 0 9 16,0 0 21-16,0 0 25 0,0 0 17 0,0 0 9 15,0-9-12-15,0 9 16 16,0 0-10-16,0 0-10 0,-3-7-9 0,3 7 19 16,0 0 5-16,-5-7-12 0,5 7-8 15,-6-5-12-15,6 5-7 0,-5-2-8 0,5 2-8 16,-8-6-4-16,8 6-5 0,-15-4-3 16,7 2-6-16,-5 2-4 0,13 0 31 15,-25 0 1-15,10 0-8 0,-6 2 2 0,4 4-7 16,-4-2 27-16,-2 5-3 0,-7-1-6 15,0 6-6-15,3-2 0 0,2 3-10 16,-2 2 28-16,4 0-4 0,-2 1-1 16,5 2 19-16,-2 0-9 0,5 2-8 0,-2 2 24 15,4 0 1-15,0 2-8 0,6-1-7 16,-2-5 14-16,4 0-1 0,2 0-7 0,1 3 0 16,2-2 4-16,0 1-8 0,4-2-5 15,2 4-8-15,3 6 5 0,2-3-2 0,3 0-8 16,7-1 2-16,2-1-8 0,2 1-9 15,6-5-3-15,7 4-8 0,-4-7-1 0,10 3-8 16,-5-6-1-16,1-1-2 0,1-4-5 16,6-3-4-16,-4 2-2 0,3-8-1 0,0 1-6 15,-3-4 1-15,4-3-1 0,-4 0-3 16,-5-2 18-16,2-3 8 0,-3-2-2 16,0 0-11-16,-3-3 3 0,-2-2-3 15,-3-1 0-15,0-4-5 0,-1-2 1 0,-3-1 4 16,-4-7-6-16,2 2-5 0,-2-12-2 15,-3-2-6-15,-9 4 4 0,-1-3 1 16,-6 3-5-16,-4-4-5 0,-3 4-1 0,-7-6 5 16,-6 2-2-16,-5 5-8 0,-6 4 0 15,-5 6 0-15,-5 4 0 0,-6-2 0 0,-3 9-3 16,-1 0 6-16,-2 5 0 16,-1 4-6-16,6 2-2 0,3 6 2 0,-1 1-6 0,2 3-42 15,2 2-41-15,0 4-39 16,6 1-44-16,2 0-55 0,2 3-63 0,3 2-61 0,4-1-67 15,-2 2-88-15,10-5-157 16,2 1 2-16,1 1 79 0,5-1-420 0,2 3-478 16</inkml:trace>
  <inkml:trace contextRef="#ctx0" brushRef="#br0" timeOffset="200111.46">27613 10539 2731 0,'2'-10'-47'15,"0"3"23"-15,0-3 38 0,-2 2 43 0,2 1 41 16,-2-1 27-16,0 8 32 0,2-11 7 15,-2 6 1-15,0 5-11 0,1-9-13 0,-1 9-17 16,0-5-13-16,0 5-11 0,0 0 35 16,0 0 20-16,0 0-1 0,0 0 19 0,2 24-12 15,0-10 22-15,-2 3-5 16,0 2 1-16,2 1 5 0,0-1-16 0,-2 6-11 0,2-3 13 16,-1 2-13-16,1-2-13 15,1-3-16-15,-1 0-11 0,0-1-13 0,0-2-9 16,-1-4-7-16,-1 1-10 0,0 0-7 15,2-3-12-15,-2 1-2 0,2-3-5 0,-2-2-10 16,0-6 4-16,2 14-12 0,0-9 1 16,-2-5-5-16,0 10-10 0,0-10-3 0,0 0-39 15,0 12-69-15,0-12-76 0,0 2-106 16,0-2-121-16,0 0-141 0,0 0-118 16,-8 9-113-16,7-6 76 0,-8 3-619 0,4 1-768 15</inkml:trace>
  <inkml:trace contextRef="#ctx0" brushRef="#br0" timeOffset="200681.62">27660 11159 3321 0,'0'-8'-171'0,"0"0"39"0,0 1 38 0,0 1 42 15,0-2 49-15,0-2 31 0,0 0 22 16,0 1 27-16,0 1 2 0,0-2 15 0,2 2 6 16,0-1 18-16,-2 2 14 0,0-2 2 15,2 2-6-15,-2 7-2 0,0-10-14 16,0 10-15-16,2-7-3 0,-2 7-13 0,0 0-8 16,0 0-7-16,0 0 21 15,0 0 23-15,0 22-8 0,0-2-8 0,-2 3 22 16,0 4-4-16,2-1-10 0,-2 14-10 15,2 3-7-15,2 2-7 0,-2 1 20 0,2-2 3 16,3-1-8-16,-4-1 17 0,1-1 0 16,2-6-16-16,-2-6-10 0,0-4-5 0,0-7-8 15,-2 0-8-15,1-5-3 0,-1 4-6 16,0-8-9-16,0-1 3 0,2 2-7 16,-2-2-6-16,2-2-3 0,-2-1-1 0,0-5 2 15,0 12-5-15,0-12-7 0,0 6-15 16,0-6-52-16,0 0-61 0,0 0-71 15,0 0-91-15,0 0-86 0,-4 6-78 0,4-6-78 16,0 0-98-16,0 0-44 0,-19 0 59 16,10 3-433-16,9-3-500 0</inkml:trace>
  <inkml:trace contextRef="#ctx0" brushRef="#br0" timeOffset="201010.46">27436 11712 3014 0,'-6'-2'24'0,"6"2"33"16,0 0 49-16,-10-9 50 0,10 9 34 16,-4-2 1-16,4 2-13 0,0 0-10 0,0 0-1 15,0 0 8-15,0 0-5 0,25 9-10 16,-10-5-17-16,3 2-18 0,1 2-8 0,1 0-9 15,4 1-13-15,-3-1-15 0,2 2-3 16,-3-2-8-16,2 1-2 0,-3-2-10 16,-4 0-5-16,0-1-8 0,-3 0-7 0,-1-1-1 15,-1-2-5-15,-5 0-1 0,3 1-12 16,-8-4-38-16,14 4-56 0,-14-4-67 16,7 3-84-16,-7-3-85 0,0 0-93 15,0 0-95-15,0 0-146 0,17-5 53 0,-14-2-434 16,4 0-502-16</inkml:trace>
  <inkml:trace contextRef="#ctx0" brushRef="#br0" timeOffset="201261.33">27942 11584 2699 0,'5'-7'-22'0,"-5"1"37"16,0 6 23-16,2-6 13 0,-2 6 20 16,0 0-2-16,0 0 54 0,0 0 50 0,0 0 13 15,-23 24 16-15,11-9 5 0,-1 2 12 16,-4 4-2-16,-2 1-2 0,3-6-4 15,-3 7-8-15,6-7-22 0,0-1-15 16,-1-2-18-16,4-3-14 0,1 2-8 0,4-1-18 16,-4-3-7-16,4-2-14 0,-3 4-6 15,5-5-8-15,-1 0-12 0,4-5-8 0,-10 9-5 16,6-4-10-16,4-5-39 0,-5 6-69 16,5-6-82-16,-8 4-97 0,8-4-98 0,-7 3-101 15,7-3-123-15,0 0-105 0,-14 0 63 16,14 0-460-16,-9 5-545 0</inkml:trace>
  <inkml:trace contextRef="#ctx0" brushRef="#br0" timeOffset="201795.09">27537 12105 3159 0,'0'0'44'0,"0"0"41"16,0 0 24-16,-6-7 31 0,6 7 24 0,0-8 2 15,0 8-9-15,6-12-11 0,-3 7-13 16,6 1-18-16,-4-2-7 0,4 2-14 16,-1 0-7-16,2 3-9 0,-10 1-8 0,17 0-9 15,-5 3-5-15,-3 1-3 0,0 1-7 16,-2 0-6-16,2 2-1 0,-6 1-1 15,1 0-5-15,0 2-1 0,-6-2-1 16,2 3 11-16,-6 2 3 0,3-2 14 0,-6 2-6 16,4 2-2-16,-1-3-5 0,-1-1-3 15,0 1 11-15,0-4-5 0,3 1 1 0,1-1 0 16,1 0 5-16,0-1 2 0,0-1 5 16,2-6 2-16,0 12 4 0,2-7-6 0,0 2 3 15,2 0 6-15,-3-1-6 16,5 0-4-16,-1 0-6 0,-2-1-1 0,3 2 4 0,-2-2-3 15,-3-1 2-15,5 4 3 16,-4-3 1-16,0 0 0 0,-2-5 9 0,1 10 4 16,-1-5-10-16,0 2 5 0,-1 0 0 15,-3 0-12-15,-2 1-6 0,1-1-5 0,-3 2-6 16,-4-1-5-16,5-1-1 0,-6 0-9 16,3-2-5-16,-3-2-4 0,-3 3-8 0,3 0-48 15,-1-6-50-15,2 4-56 0,1-3-59 16,-3-1-67-16,3 0-81 0,11 0-78 0,-22-3-87 15,15 1-127-15,0-3-74 16,-4 2 70-16,8-2-551 0,3 5-663 0</inkml:trace>
  <inkml:trace contextRef="#ctx0" brushRef="#br0" timeOffset="202427.15">27465 12069 3054 0,'-6'-5'-128'0,"-2"0"18"0,2 1 27 16,1 0 39-16,5 4 39 0,-16-5 30 0,8 3 18 15,-1 0 5-15,9 2-6 16,-19 2 29-16,6 2 33 0,-3 3 24 0,0 7 32 15,-9 5 17-15,0 4 16 0,0 2 7 16,-4 8 2-16,0 6 0 0,7 0-4 0,1 1-11 16,3 7 6-16,4-1-16 0,6-5-16 15,0 0 0-15,8 1-7 0,2-1-6 0,4-2-2 16,4-1-9-16,2-3-10 0,10 5-12 16,-1-13-4-16,-1-1-12 0,11-4-11 0,4-5-3 15,1-5-8-15,2-3-10 0,2-7-4 16,2-4-12-16,1-4 0 0,9-9-9 0,0-2-1 15,-3-5-8-15,-5 0 3 16,-2-6-11-16,-2-1 9 0,-8-8-9 0,-2 2-3 16,-1-4 2-16,-8-3-8 0,-1-5 2 15,-7-3-4-15,-4-2-2 0,-3-2 1 0,-2-5-10 16,-4 1 3-16,-6 1-1 0,-6 6 7 16,1 0-1-16,-6 9-14 0,-2 9-4 0,-6 10-1 15,-3 3 3-15,-6 4-3 0,-7 5 2 16,-4 6-14-16,-3 3-41 0,1 4-46 15,-11 5-56-15,3 3-60 0,-3 5-81 0,7 1-85 16,2 1-76-16,1 2-86 0,4 1-175 16,12-3 65-16,3 1-550 0,1 0-674 0</inkml:trace>
  <inkml:trace contextRef="#ctx0" brushRef="#br0" timeOffset="204009.97">27535 12951 3095 0,'-4'-7'-149'0,"4"7"25"16,-4-5 25-16,4 5 39 0,0 0 38 0,-3-7 27 16,3 7 19-16,0 0 10 0,0 0 3 15,-2-7 2-15,2 7 6 0,0 0 6 16,0 0 9-16,0 0 8 0,-2-7 4 0,2 7 8 16,0 0 8-16,0 0 12 0,0 0 2 15,0 0 15-15,0 0 2 0,0 0 1 0,0-7-3 16,0 7-3-16,0 0-3 0,0 0-7 15,0 0-8-15,0 0-3 0,0 0-12 16,0 0-8-16,0 0-7 0,0 0-10 16,0 0-5-16,0 0-7 0,0 0-5 0,0 0-3 15,0 0-6-15,0 0-3 0,-5 26 2 16,3-16-6-16,4 4 3 0,-2 3-1 0,2 3-4 16,-2 7 25-16,0 10 9 0,3 2-3 15,-3 7 16-15,-7 10-2 0,6 7 22 0,-3 7 21 16,-2 4 33-16,1 2-9 0,-4 20-9 15,-2-1 12-15,6-15 8 0,-2 15 16 0,-2-16 4 16,4 0-12-16,-1 4 11 16,1-5-8-16,1-1-10 0,-3-3 10 0,0-2-11 15,1-3 1-15,1-3 8 0,1-8-13 16,1 2-8-16,1-16-4 0,0 4-100 0,0 7-28 16,-1-10 0-16,1-1 0 0,2-3 0 15,0-2 0-15,2 3 0 0,1-5 0 0,-3-6 0 16,2-4 0-16,0-5 0 0,0-3 0 15,-1-2 0-15,-1-5 0 0,2 1 0 0,-2-1 0 16,0-3 0-16,2-1 0 0,-2 1 0 16,0-4 0-16,0-5 0 0,0 8 0 15,0-8 0-15,-2 9 0 0,2-9 0 0,0 0 0 16,-3 5 0-16,3-5 0 0,-11 4 0 16,11-4 0-16,0 0-527 0,-16-4-103 15,7-1-122-15,-2 0-113 0,4-3 83 16,0 1-794-16,-4-3-1019 0</inkml:trace>
  <inkml:trace contextRef="#ctx0" brushRef="#br0" timeOffset="204610.27">27099 14918 4163 0,'-9'-9'-83'0,"4"0"29"16,-1 2 39-16,3 1 51 0,-1 2 45 15,4 4 34-15,-2-11 18 0,2 11 8 16,0-11 6-16,0 11-2 0,2-10 1 16,0 2 8-16,-2 8 10 0,3-11 1 0,-1 4 14 15,4 2-16-15,-6 5 0 0,4-11-4 16,-4 11 2-16,1-9-8 0,-1 9-14 0,7-6-15 16,-7 6-8-16,4-6-11 0,-4 6-14 15,0 0-4-15,1-8-16 0,-1 8-7 0,0 0-5 16,0 0-7-16,6-7-8 0,-6 7-7 15,0 0 0-15,0 0-3 0,0 0-5 16,0 0-3-16,0 0-2 0,0 0-5 0,0 0-2 16,0 0-5-16,0 0 5 0,21 14-1 15,-17-7-1-15,1 5-4 0,-1 3 1 16,3 5-5-16,2 0 5 0,0 10-3 16,0 1-2-16,3 2 0 0,-1 0 2 0,2-4 1 15,3 2-2-15,-7-2-2 0,9 2 2 16,-5-4 0-16,1 0-4 0,-5-6 2 0,2-3 13 15,-3 0-13-15,2-3 2 0,-3-1 0 16,-2-3-6-16,4 0 4 0,-6-2 4 0,3 0-10 16,0-3 5-16,-3 1-2 0,3-3 1 15,-6-4 2-15,8 8 0 0,-8-8 7 16,13 2-7-16,-13-2 0 0,0 0 1 0,27-14-2 16,-18 3 0-16,5-7 0 0,1-11-3 15,0-5-1-15,2-11 4 0,1 3-1 16,1 0-4-16,-2-2 2 0,-4 11 3 15,-1 4-4-15,-1 7-2 0,-8 4 0 0,6 5-1 16,-6 3 0-16,1-1-4 0,0 2-3 16,-2 2-8-16,-2 7-10 0,1-6-24 0,-1 6-39 15,0 0-55-15,0 0-62 0,0 0-77 16,0 0-97-16,0 0-114 0,0 0-130 0,0 0-162 16,0 0 67-16,0 0-666 0,-16 17-839 15</inkml:trace>
  <inkml:trace contextRef="#ctx0" brushRef="#br0" timeOffset="206176.51">26763 15484 3587 0,'0'0'-99'15,"-15"0"27"-15,15 0 14 0,-19 3 32 16,19-3 31-16,-21 3 43 0,12 1 39 0,-1-1 29 16,0 0 9-16,10-3 14 0,-14 5 10 15,14-5 5-15,-7 6 10 0,7-6 12 16,0 0 21-16,0 0 8 0,0 0 1 16,0 0-10-16,0 0-20 0,44-2-4 15,-13-8-23-15,-1 1-12 0,3-3-10 0,-1 0-16 0,0 1-8 16,-7 3-16-16,-4 2-7 15,-6 3-5-15,0 3-19 0,-1 3-4 0,1 5 1 16,-3 7-4-16,-3 4-1 0,-3 3-1 16,-1 11 7-16,-3-2 6 0,1 5-6 0,-6-1-7 15,1 2-1-15,-2-2-8 0,4-2-1 16,0-5-2-16,0-2-9 0,0 1-4 16,0-3-1-16,0 2-1 0,0-6-2 0,2 1-5 15,0-4-8-15,-2-1-36 0,2-3-60 16,-2-1-55-16,0-1-56 0,0-2-53 0,0-1-53 15,0-1-54-15,0-7-62 16,-4 5-74-16,4-5-79 0,0 0-98 0,0 0 57 16,0 0-447-16,-20-15-536 0</inkml:trace>
  <inkml:trace contextRef="#ctx0" brushRef="#br0" timeOffset="206343.15">26891 15937 2759 0,'0'0'-43'16,"-12"-3"50"-16,12 3 40 0,0 0 39 15,0 0 54-15,-8-7 47 0,8 7 32 0,0 0 22 16,0 0-11-16,0 0-13 0,0 0-12 15,18-14-15-15,-7 9-18 0,1-1-18 0,1-1-16 16,2 0-15-16,2-4-12 0,-4 4-13 16,5 2-30-16,-1-5-69 0,-2 3-74 15,-1 0-107-15,-3 4-107 0,-2-2-118 16,2 2-163-16,-6 1-57 0,-5 2 66 0,7-5-336 16,-7 5-379-16</inkml:trace>
  <inkml:trace contextRef="#ctx0" brushRef="#br0" timeOffset="207076.11">24918 16312 2417 0,'-1'-14'-10'0,"-1"3"33"16,0 3 34-16,2-1 39 0,0 9 31 0,-4-10 12 16,4 10 18-16,0 0 7 0,0 0 10 15,0 0 30-15,0 0 19 0,0 0 0 16,17 40-13-16,-10-6-16 0,3 0 3 16,-2 2-14-16,1 2-19 0,-2-1-15 15,5-5-17-15,-4 3-13 0,1-3-10 0,-1-3-14 16,0-6-7-16,-3-2-10 0,3-2-8 15,-4-4-11-15,2 1-6 0,-2-1-9 0,-1-3-67 16,1-2-70-16,-2-3-76 0,-2 0-68 16,0-7-74-16,0 7-86 0,0-7-86 15,0 0-115-15,0 0-13 0,0 0-415 0,-17-15-500 16</inkml:trace>
  <inkml:trace contextRef="#ctx0" brushRef="#br0" timeOffset="207326.19">24869 16399 2754 0,'-2'-12'-43'0,"0"0"30"0,2 3 30 16,0 1 31-16,0 8 26 0,5-13 32 16,1 11 12-16,2-2 11 0,-8 4 2 0,22 0-1 15,-2 2-14-15,3 4-2 0,-2 3-6 16,12 3-6-16,-10 3-12 0,4 3-6 0,-4-1-5 16,-1 5-7-16,-8-1-5 0,-2-3-6 15,-2 1-1-15,-5 0-8 0,-1-1 2 16,-4 1-10-16,-2-1-2 0,-2-1-4 0,-1 2-2 15,-3-3-7-15,-2 3-5 0,5-6-19 16,-4-1-60-16,-4-3-73 0,4-3-74 0,0-2-83 16,-3-1-90-16,1-3-113 15,11 0-79-15,-23-5 33 0,15 5-178 0,-1-5-206 16</inkml:trace>
  <inkml:trace contextRef="#ctx0" brushRef="#br0" timeOffset="207691.96">25248 16479 1928 0,'0'0'44'16,"15"-2"9"-16,-15 2 6 0,7 2 38 15,-7-2 36-15,11 5 22 0,-11-5 4 0,0 0 3 16,11 6-9-16,-11-6-11 0,7 1-1 16,-7-1-8-16,12 4-11 0,-12-4-14 15,0 0-6-15,20-1-7 0,-20 1-10 16,14-4-9-16,-14 4-5 0,9-6-8 0,-9 6-6 15,9-5-7-15,-9 5-1 0,2-10-6 16,-2 10 0-16,0-10-9 0,0 10-1 16,-9-9-1-16,9 9-5 0,-7-5-3 0,7 5-2 15,0 0-3-15,0 0-3 0,-25 16 1 16,16-8-1-16,1 4-2 0,5 1 9 0,-4-3 3 16,3 1 4-16,4 1 5 0,0 1 1 15,0-1 4-15,4-2-4 0,0 2 2 16,1-3-9-16,0 3 1 0,1-4-6 15,-3 1-4-15,7-3 0 0,-4 0-17 0,0-1-41 16,-6-5-61-16,12 5-72 0,-12-5-77 16,18 0-92-16,-18 0-93 0,18-7-125 15,-9 2-5-15,-2-2-293 0,2-1-341 0</inkml:trace>
  <inkml:trace contextRef="#ctx0" brushRef="#br0" timeOffset="208443.14">25509 16392 2207 0,'3'-4'2'0,"-3"4"37"15,0 0 17-15,3-8 17 0,-3 8 32 0,0 0 25 16,0 0 36-16,0 0 9 16,17 15-1-16,-12-6-9 0,7 3-6 0,-2 0 1 15,-1 0-3-15,-1 1-4 0,1-1-7 16,-1 2-11-16,-1 1-12 0,2-3-8 0,-6-1-11 16,1-1-9-16,-2 0-3 0,-2-1 1 15,0-1-10-15,-2 2-6 0,-2-2-9 16,1-1-6-16,-4-3-7 0,7-4-7 0,-13 6-3 15,13-6-10-15,0 0-8 0,-29-13-7 16,20 1-16-16,-1-4-8 0,3 1-4 0,-1-1-4 16,5 5 4-16,-1 0-1 0,0 2 8 15,1 2-6-15,2 1 2 0,1 6-2 16,0 0 3-16,0 0 4 0,8-8-2 0,-8 8-3 16,0 0 5-16,24 6 2 0,-10-3-2 15,2 2-3-15,2-3 4 0,1 1 0 16,0-1-2-16,0-2 1 0,3 0-1 15,-4 0-1-15,1-2 2 0,0-3 0 0,-2 3-3 16,1-6 2-16,-3 1-4 0,0-3-22 16,2-2-20-16,-3-2-25 0,-3-3-25 0,-5-2-29 15,1-1-11-15,-1-5-21 0,-4-10-17 16,0-1-9-16,-4-3 0 0,2-6 7 16,-3-9 18-16,-6-4 19 0,0 2 14 0,2 0 13 15,-5 1 23-15,1 5 38 16,3 13 36-16,1 7 35 0,-2 6 26 0,6 10 8 0,-5 3 6 15,5 7 10-15,3 4 25 16,0 0 20-16,0 0 8 0,-12 29 6 0,12-7 7 16,1 14 2-16,4 5 7 0,3 10-2 15,1 0 0-15,3 3-10 0,1-6-10 16,1 0-8-16,2-2-10 0,-1-2-9 0,1-9-9 16,-3-4-6-16,-1-1-8 0,-1-8-9 15,-4-7-4-15,0-1-5 0,-2-4-1 0,-1 0 0 16,-1-1-4-16,1-2-2 0,-4-7-3 15,4 8-5-15,-4-8-4 0,0 0-5 16,0 0-4-16,0 0-3 0,0 0-3 0,0 0-3 16,0 0-6-16,-29-5 1 0,29 5-2 15,-18 7-2-15,6 0-2 0,1 1-1 16,0 4 0-16,0 1-1 0,4-2 1 16,0 3 1-16,3-2-1 0,-1 1 0 0,5-1 1 15,0-3-5-15,3 1 4 0,-1 2-1 16,4-3-1-16,-5-1 2 0,7 2-5 0,-3-4-2 15,2 0-16-15,-2-3-31 0,3 1-50 16,-8-4-70-16,13 4-82 0,-7-4-96 0,-6 0-125 16,13-4-161-16,-6 0-25 0,-1-1 60 15,-6 5-359-15,14-10-436 0</inkml:trace>
  <inkml:trace contextRef="#ctx0" brushRef="#br0" timeOffset="209059.37">26010 15775 2486 0,'-3'-10'8'0,"-1"1"21"0,-1 0 8 16,2 3 11-16,1 0 23 15,2 6 24-15,-8-8 13 0,8 8 8 0,-1-11-9 16,1 11-2-16,-4-8-19 0,4 8-9 16,-4-8-2-16,4 8-15 0,0 0-2 15,-3-7-14-15,3 7 0 0,0 0-9 0,0 0 1 16,-5-7-8-16,5 7-9 0,0 0-12 15,0 0-18-15,0 0-26 0,-6-6-17 0,6 6-14 16,0 0-14-16,0 0-19 16,0 0-8-16,0 0-10 0,0 0 3 0,0 0 1 15,0 0 9-15,0 0 0 0,0 0 17 16,0 0 7-16,0 0 11 0,0 0 2 0,0 0 14 16,0 0 10-16,0 0 20 0,0 0 13 15,0 0 20-15,0 0 12 0,0 0 13 16,0 0 2-16,0 0 10 0,0 0 18 0,0 0 18 15,0-10 8-15,0 10 19 0,0 0 4 16,0 0 4-16,0 0 2 0,0 0 19 0,0 0 32 16,20 21 17-16,-5 8 14 0,-2 7-3 15,4 17-13-15,1 4-15 0,-1 2-10 0,0 5-8 16,0 0-17-16,4 1-15 16,-2-4-12-16,0-3-10 0,-2-2-3 0,-1-5-18 15,-3-5-1-15,1-8-16 0,-1-1-10 16,-2-7-4-16,1-2-32 0,-5-6-34 15,-1-5-52-15,-1-3-47 0,-3-4-63 0,1-1-59 16,-1 1-65-16,-1-5-85 0,1 0-94 16,-2-5-117-16,0 0 47 0,0 0-319 0,0 0-358 15</inkml:trace>
  <inkml:trace contextRef="#ctx0" brushRef="#br0" timeOffset="209360.28">26335 16244 2481 0,'0'0'35'0,"2"-7"14"0,-2 7 18 16,0 0 20-16,1-8 28 0,-1 8 21 0,0 0 4 16,0 0 2-16,0 0-16 0,0 0-3 15,0 0-2-15,19 12-7 0,-19-12-13 0,8 5-1 16,-8-5-20-16,8 6-6 0,-8-6 0 16,0 0 4-16,0 0-14 0,11 2-4 0,-11-2-9 15,0 0 4-15,0 0-16 0,0 0-3 16,17-6 1-16,-17 6-3 0,9-4-8 15,-9 4 0-15,0 0 1 0,10-4-10 0,-10 4-1 16,0 0-3-16,8-5-1 0,-8 5-30 16,0 0-12-16,6-4-33 0,-6 4-30 15,0 0-32-15,0 0-38 0,0 0-38 16,9-2-37-16,-9 2-47 0,0 0-45 0,0 0-54 16,0 0-78-16,0 0-15 0,0 0-165 15,0 0-139-15</inkml:trace>
  <inkml:trace contextRef="#ctx0" brushRef="#br0" timeOffset="211408.57">26462 15325 1754 0,'4'0'50'0,"-4"0"15"0,5 2 5 16,-5-2 13-16,0 0 24 0,0 0 12 0,0 0 3 15,0 0-2-15,0 0 4 0,13-12-14 16,-6 5-14-16,-3-1-1 0,-4-2 5 16,3-3-16-16,3-2-8 0,-3-2-1 0,1-3-5 15,3-15-10-15,-4 0 0 16,1-2-10-16,0-4-6 0,-1-14-3 0,-1-2-4 16,0-8-1-16,0-6-6 0,2-12-3 15,-3-21-9-15,1-6 0 0,-2-5 0 0,0-5 11 16,-2 0-2-16,-1-4-9 0,-1 0 1 15,-3-2-4-15,-1 2-4 0,2 6 1 0,-3 7-7 16,-4 13 11-16,2 24-8 0,2 9-6 16,-4 9 8-16,5 17-6 0,1 2 1 15,3 10 1-15,-2 7-2 0,3 3-5 0,1 2-1 16,-2 3-1-16,-1 4 2 16,5-1 4-16,-3 2-2 0,3 7 3 0,-4-10-7 15,4 10 7-15,-4-9-2 0,4 9-8 16,-1-7 8-16,1 7-1 0,0 0 3 0,-4-6-3 15,4 6 4-15,0 0-1 0,-6-9-9 16,6 9 11-16,0 0-2 0,0 0 1 0,0 0-1 16,0 0-2-16,0 0-4 0,0 0 0 15,-14 21 14-15,5 11 2 0,2 6 1 0,-13 15 4 16,3 2 17-16,-3 1 4 0,-4 3 12 16,1-4 4-16,0-3-6 0,3-5 2 15,1-5-6-15,4-11-5 0,1-3-2 0,5-9-4 16,1-3 7-16,5-5 19 0,-2-2 11 15,1-2 17-15,2-2 10 0,2-5-12 16,0 0-5-16,0 0-7 0,0 0-8 16,-5-27-8-16,7 6-6 0,0-6-3 0,-1-12-5 15,5-4-4-15,0-11-8 0,4-4-3 16,-3-2-3-16,2 4-1 0,3 2-2 0,-2 15 0 16,0 2-7-16,-3 3-2 0,1 12-2 15,-1 5-1-15,-2 3-2 0,6 2 1 0,-4 4-1 16,4 3 0-16,-1 5 0 0,5 0-1 15,4 5 2-15,12 9-1 0,-2 1-4 0,3 2 0 16,6 5 3-16,1 0-2 0,4 3-2 16,-3-4 1-16,-1-2 1 0,-2-3-1 15,-2 0-6-15,-7-3 3 0,-6-1 2 16,0-4-1-16,-7 1-3 0,-4-3 5 16,0 0-4-16,2-2-3 0,-4 1-11 0,0-1-24 15,-1 0-47-15,-2-2-72 0,-1 2-86 16,-5-4-81-16,10 6-104 0,-9 0-179 0,-1-6-15 15,5 7 67-15,-5-7-375 0,0 0-407 16</inkml:trace>
  <inkml:trace contextRef="#ctx0" brushRef="#br0" timeOffset="212041.87">28085 12615 2489 0,'-7'-22'-68'0,"1"5"22"15,3 3 40-15,-1 2 30 0,-1 1 29 0,2 1 22 16,1 2 13-16,-2 1-9 0,2 1-10 16,2 6-8-16,-2-8 6 0,2 8 16 15,0 0 21-15,0 0 10 0,38 16 3 16,-3-3 4-16,11 5-10 0,13-1-11 0,7 3-10 16,28 1-4-16,3 2-10 0,10 0-6 15,7-1-13-15,2 0-4 0,-2 0-6 16,3 4-5-16,-3-2-5 0,1-2-2 0,-3-5-2 15,-7 2-6-15,-8-1 4 0,-23-6 12 16,-5-5 6-16,-4 1 18 0,-6-2 3 0,-14-3 0 16,-5 0 5-16,-8-1 13 0,-9-2 11 15,-3 2 10-15,-5 0 5 0,0-2-3 0,0 1-2 16,-5-1-9-16,0 2-8 16,-10-2-7-16,12 0-7 0,-12 0-10 0,14 2-10 15,-14-2-7-15,11 0-9 0,-11 0-5 16,0 0-49-16,14 0-69 0,-14 0-91 0,0 0-115 15,0 0-103-15,0 0-125 0,0 0-170 16,0 0 62-16,0 0-455 0,0 0-549 16</inkml:trace>
  <inkml:trace contextRef="#ctx0" brushRef="#br0" timeOffset="212324.18">30000 12740 2956 0,'2'-12'-40'15,"0"5"15"-15,5 2 27 0,-7 5 38 0,13-9 39 16,-4 6 32-16,3 3 23 0,-12 0 5 16,29 1 9-16,-13 5-6 0,5 4-4 15,4 5-2-15,-3 4 2 0,0 3-8 0,-3 2-5 16,-4 0-9-16,-1 4-5 0,-7-2-8 16,-3-4 1-16,-2 2-8 0,0 0-5 0,-4 0-1 15,-2-2-8-15,-5 9-8 0,-3-3-7 16,-1-3-6-16,-5 0-7 0,2-3-7 0,-2-1-8 15,1-6-2-15,0-1-32 0,2-2-83 16,-2-1-118-16,-3-5-134 0,4 0-158 16,-2 0-190-16,5-5 55 0,-5-1 76 15,4-3-334-15,0-3-364 0</inkml:trace>
  <inkml:trace contextRef="#ctx0" brushRef="#br0" timeOffset="-214554.74">30811 12855 2252 0,'9'-2'-1'16,"-9"2"38"-16,0 0 14 0,12-3 23 16,-12 3 26-16,7-3 23 0,-7 3 16 15,11-8 30-15,-5 3-7 0,2 0 7 0,2 0 0 16,-1-3-10-16,-1 2-7 15,-1-3 4-15,5 0-6 0,-2 4-7 0,-1-7-13 16,-2 2-7-16,3 0-5 0,-2 1-7 16,-3-6-10-16,3 1-8 0,-4 1-9 0,-3-4-8 15,-1-1-6-15,0 0-7 0,-1 1-7 16,-7-2-6-16,1 0-5 0,-5-1-5 0,-1 8-5 16,-3-2-2-16,-2 3-4 15,-4 7-3-15,-6 2 1 0,-1 4-3 0,-11 4-4 16,4 4 4-16,2 3-3 0,6 5-3 15,-1-1 30-15,6 6 0 0,3-3 11 16,9-3 1-16,4 0 0 0,1-3 11 0,2 1 4 16,4-3 9-16,0 0 3 0,2 0 14 15,4-1 1-15,0-3 6 0,3 3-9 0,0-7-7 16,3 2-15-16,1-3-5 0,3 2-4 16,-1-3-13-16,-2-1-4 0,-2 3-7 0,3 0-4 15,-1 0-4-15,0-2-1 0,-3 6-8 16,1 0 2-16,-1 3 3 0,-2 1-1 15,-1 0 4-15,-3 3-2 0,0 2 9 16,-2-1 4-16,-4 2-12 0,0 1 16 0,-4 2 9 16,-1-1 1-16,-1-1 4 0,-3 0 10 15,1-2 3-15,-4 0 6 0,2-3-8 0,-4 1-7 16,-1-1-4-16,0-4-49 0,-10 4-15 16,8-3 0-16,-2-3 0 0,6-2 0 0,-2 0 0 15,1-2 0-15,3-2 0 0,2 3 0 16,-1-5 0-16,-1 0 0 0,13 0 0 15,-23 0 0-15,10-2-79 0,3-1-234 0,-3 3-107 16,4-6-117-16,-3 3-128 0,3-4-183 16,-1-3 69-16,6 3 82 0,0-3-614 0,6-2-767 15</inkml:trace>
  <inkml:trace contextRef="#ctx0" brushRef="#br0" timeOffset="-214188.54">30559 12279 3374 0,'-17'-3'-151'0,"-6"10"44"0,-6 6 48 15,-11 11 62-15,-1 7 48 0,-4 10 46 0,-7 17 52 16,4 6 29-16,2 4 18 16,10 3 19-16,12-10-3 0,8 4 8 0,5 3-10 15,9 0 2-15,6-3-12 0,9-2-3 16,4-5-2-16,7-2-9 0,5-8 3 0,6-2-10 15,3-5-5-15,0-7 10 0,3-8-23 16,4-6-12-16,-8-9-8 0,3-7-20 0,3-4-13 16,-4-6-10-16,1-3-8 0,8-8-12 15,-4-5-7-15,-2-4-5 0,-2-3-7 0,-4-5-8 16,-2-5 5-16,-5-7-15 0,-3-5-2 16,-2-2-6-16,-5-4-4 0,-4-2-5 15,-5-4-6-15,-6-1-4 0,-4 2-6 0,-11 4-12 16,-2 5-41-16,-10 10-59 0,-7 7-65 15,-8 9-76-15,-8 6-86 0,-5 7-87 0,1 10-90 16,-11 8-115-16,-7 2-148 16,-3 4 70-16,0 5-605 0,-2 3-764 0</inkml:trace>
  <inkml:trace contextRef="#ctx0" brushRef="#br0" timeOffset="-212236.84">30273 12315 3244 0,'0'0'-177'0,"12"-2"34"0,-12 2 39 16,0 0 39-16,0 0 36 0,7-3 34 16,-7 3 15-16,0 0 3 0,0 0-2 15,0 0-5-15,0 0-2 0,0 0 0 0,0 0-2 16,0 0-1-16,-23-11-1 0,14 9 1 16,-7-2-1-16,3 2 2 0,-6-2 38 0,-3 0 4 15,-3 0-3-15,-9-5-4 0,-3 3-5 16,-3-6 12-16,-12-1-3 0,2-1 0 15,-8-3-5-15,-5 0-1 0,2-2-13 0,-1-2 2 16,-1-2-2-16,-3-1 5 0,5-2-15 16,2-1 3-16,3-2 36 0,0 0-12 0,1 0-2 15,5 0-7-15,3 0-3 16,4 5-3-16,9 7-10 0,2 0 5 0,1 0-7 0,3 1-5 16,-3 3 3-16,4-3 2 0,-3 3-9 15,-1-1-2-15,3 0 6 0,-3 3-3 16,7-1 2-16,5 2-6 0,0 1-3 15,-5-7 6-15,-1 1-3 0,0-1 0 16,3 0-7-16,8 6 2 0,-2-2-2 0,5 3 6 16,-1 1-7-16,-1 1 3 0,4 0 12 15,-2 0-1-15,4 4-2 0,0-3 1 0,-2 0-5 16,2 3 1-16,7 3 2 0,-13-9 0 16,6 6-5-16,7 3 3 0,-12-7 0 15,6 3-2-15,6 4-6 0,-9-4 2 16,9 4-1-16,-7-6-2 0,7 6 5 0,-11-3-7 15,11 3 6-15,0 0-7 0,-7-7 5 16,7 7-1-16,0 0 3 0,-7-4-2 16,7 4 0-16,0 0 0 0,-9-5-4 0,9 5 0 15,0 0 6-15,0 0-5 0,0 0 0 16,0 0-3-16,0 0 2 0,0 0-7 0,0 0-48 16,0 0-97-16,0 0-99 0,-16 13-124 15,16-7-209-15,0-6 50 0,-4 10 58 0,4-10-170 16,-2 9-143-16</inkml:trace>
  <inkml:trace contextRef="#ctx0" brushRef="#br0" timeOffset="-211872.28">28596 11376 1751 0,'0'0'-25'0,"0"0"-2"0,0 0 9 0,0 0 19 15,0 0 13-15,0 0 15 0,-38 7 25 16,24-1 11-16,-2-2 9 0,-2 2-5 0,2-1-7 16,-6 1-5-16,1 2-2 0,1-1-7 15,-1 0 18-15,1-3 2 0,5-1 15 16,0 1 7-16,4 0 1 0,0-3-2 16,0 2-10-16,6-3-3 0,5 0 1 0,-11 4-1 15,11-4-9-15,-7 6 5 0,7-6 3 16,7 10 3-16,-2-3-4 0,5 3 4 15,3 4 0-15,2-2 2 0,8 5-5 0,2 2-2 16,-1 0-7-16,3-2-6 0,-2 1-9 16,0-4-4-16,-6 1-5 0,-4-6-12 0,-4 0 3 15,-1 0-4-15,1-1-6 0,-3-1-26 16,-2-1-68-16,-2 0-72 0,-2 0-84 0,-2 0-105 16,0-6-189-16,-4 11-2 0,4-11 57 15,-8 4-163-15,8-4-127 0</inkml:trace>
  <inkml:trace contextRef="#ctx0" brushRef="#br0" timeOffset="-210920.61">28695 11239 1712 0,'8'-3'-5'0,"-8"3"16"15,4-3 16-15,-4 3 21 0,0 0 26 0,6-10 20 16,-6 10 13-16,0-6 18 0,0 6-3 16,2-10 4-16,-2 1 5 0,0 1-3 0,0-2-5 15,0-2 0-15,0-3-15 0,0-2-7 16,1-1-17-16,1-7-7 0,0 3-7 0,2-2-4 15,-1 0-7-15,1-7-4 0,3-4-7 16,-4-1-10-16,3 1-1 0,-2 0 3 16,-1-2-12-16,1 6 0 0,-4 8-6 0,2 2 1 15,-2 4 6-15,0 3-10 0,3 2-7 16,-3 2-1-16,0 3 0 0,0 2-4 0,0 5 1 16,0 0-2-16,0 0 0 15,0 0-2-15,0 0 3 0,-18 22 4 0,12-14-3 16,3 1-3-16,1-1 0 0,-5-4 0 15,6 1-3-15,1-5 4 0,-6 10-5 0,4-6 12 16,2-4 22-16,-3 5 28 0,3-5-2 16,0 0-3-16,0 0-6 0,0 0-5 0,0 0-11 15,-4-17 1-15,6 7-3 0,-2-4-3 16,2-2-4-16,-1-4 0 0,3-2-4 0,-2-4-4 16,0-1-2-16,-2 2-4 15,2 0 2-15,-4 0-4 0,0 1-1 0,0 7-2 16,-2 3 1-16,1 1-2 0,-3 5-1 15,-2 2 0-15,-3 3-1 0,-2 3-1 0,-1 0-4 16,-5 5 4-16,-2 0-2 0,0 0 0 16,4 0-1-16,2 0 5 0,0 1-5 15,3-3-1-15,1-1 2 0,2 1 3 0,-2 1-3 16,11-4 3-16,-13 3 16 0,13-3 4 16,-12 2 1-16,12-2-5 0,0 0 1 0,0 0 3 15,-13-7-1-15,13 7-2 0,-1-5-2 16,1 5-5-16,0 0-4 0,-4-6-3 0,4 6-1 15,0 0-1-15,0 0-1 0,0 0-4 16,0 0 3-16,0 0 0 0,0 0 1 16,0 18-4-16,0-18 0 0,2 12 1 0,-2-7 0 15,2 3-1-15,-1-4 1 0,-1-4-2 16,2 10 6-16,-2-5-4 0,0-5 2 16,8 7-1-16,-8-7 1 0,12 3-4 0,-3-3 4 15,-9 0 2-15,30-4-2 0,-12-2-1 16,2-1 1-16,13-5 0 0,-5 0-9 0,3 1 10 15,-3-3-4-15,-3 0-2 0,-3 2 6 16,-4 2-5-16,-2 1 4 0,-3 2-8 16,-1 3 1-16,-3-2 0 0,-2 3-1 0,-7 3 4 15,0 0 0-15,22 10-1 16,-15 0 4-16,5 6-3 0,3 7 0 0,2 0 1 0,4 1 2 16,2 1 0-16,0 0 0 15,2-3 3-15,-3-1-3 0,-1-2 0 0,-1-5 0 16,-7-1 2-16,-2-3-2 0,-1-1-1 15,-1-2-1-15,-3 0-5 0,2-1-2 0,-3-2-5 16,1 1-29-16,-2 0-28 0,-2 0-49 16,-2-5-61-16,1 10-71 0,-1-10-88 0,-3 9-108 15,-1-4-149-15,-3 2 54 0,-4 0-299 16,4-2-324-16</inkml:trace>
  <inkml:trace contextRef="#ctx0" brushRef="#br0" timeOffset="-209833.55">28838 10454 2176 0,'-23'-5'-94'0,"3"0"11"16,-1 0 28-16,-1-2 19 0,4 3 19 15,0-1 18-15,1 2 16 0,2-2 17 0,1 3 13 16,5-1 11-16,0-1 3 16,5 2-2-16,4 2-7 0,0 0-4 0,18-10-6 0,21 3-4 15,28-3-4-15,17 2-6 16,29 0-1-16,13 2-2 0,8 3-5 0,1-1 1 15,3 4-3-15,-2 0-2 0,-2-2 0 16,-3 0-1-16,-10-2-3 0,-30 4 1 0,-9-4-6 16,-6 0 0-16,-9 0 1 0,-19 0 20 15,-9 0 34-15,-8-1 20 0,-4 1 3 0,-8 2 9 16,-2-2 4-16,-3 0-1 0,-3 0-6 16,1 0-12-16,-5 0-1 0,0 1-8 15,-1-1-13-15,-6 4-6 0,10-4-3 16,-10 4-7-16,7-6-20 0,-7 6-60 15,4-4-87-15,-4 4-117 0,0 0-186 0,0 0-98 16,0 0 59-16,0 0-167 0,0 0-131 16</inkml:trace>
  <inkml:trace contextRef="#ctx0" brushRef="#br0" timeOffset="-209235.99">30556 9991 1666 0,'-12'-4'-7'0,"3"2"9"15,1-1 1-15,8 3-1 0,0 0 3 0,-16 5 50 16,16-5 29-16,-3 10 33 0,3-4 24 16,0-6 30-16,3 15 12 0,5-7-2 15,2 4-8-15,3-1-16 0,4 0-12 0,10 3-12 16,4 1-10-16,-1-3-17 0,1 0-9 16,-3 2-16-16,-4-4-1 0,-2-1-12 15,-5 1-4-15,-4 0-10 0,-2 0-4 16,-2 2-3-16,-4 0 0 0,-5 2 0 0,-4 1 6 15,-10 1 0-15,-4 7 17 0,-5-2-8 16,-6 0 2-16,1-1 3 0,-5-2-8 0,3 3-6 16,-3-4 0-16,1-2-3 0,4 2-9 15,1-3-7-15,7 0-1 0,6-4-5 0,-2 3-6 16,7-2 0-16,-1-1-5 0,5-2-34 16,-2 4-76-16,4-4-94 0,4 0-93 0,-1 1-116 15,6-2-225-15,2-2 53 0,2-1 54 16,1-4-228-16,-11 0-232 0</inkml:trace>
  <inkml:trace contextRef="#ctx0" brushRef="#br0" timeOffset="-208673.74">31462 10166 1947 0,'5'-7'8'0,"-5"4"33"0,0 3 13 0,0 0 25 16,3-9 28-16,-3 9 25 0,0 0 13 16,2-5 9-16,-2 5 1 0,0 0 1 15,0 0-4-15,0 0-14 0,6-9-14 0,-6 9-7 16,3-5-17-16,-3 5-4 0,4-10-9 16,0 3-15-16,-1-1 0 0,0 1-9 15,1-3-5-15,-2-1-12 0,0-1-1 16,0 0-5-16,-2-1 0 0,0-1-9 0,0-5 1 15,-2-1-10-15,-2 0 5 0,-3-2-9 16,2 1-1-16,-4 3-2 0,0 0-3 0,-4 3-2 16,-3 3-4-16,-4 2 2 0,-1 3-3 15,-3 2 0-15,3 5 0 0,-6 2 2 0,2 1-2 16,-5 7-1-16,1 2 4 0,4 5-5 16,3-1-1-16,8-3 2 0,7 3 2 15,3-1 7-15,2 0 7 0,4 1-1 16,4-1-4-16,5 3 10 0,8 3 1 0,0-7 0 15,5 6-4-15,5-3 3 0,0 2-1 16,-1-4-4-16,-1-1-5 0,0 0 1 16,-8-4 2-16,-6 0 0 0,-1-1 2 0,-2-2 7 15,-5-1 6-15,1 3 8 0,-5-1 11 16,-2 1 4-16,-3 0 7 0,-3 1 0 0,-5 0-4 16,0 1 0-16,-4-2-10 0,-4 3-3 15,1-4-5-15,-10 3-4 0,1-1-2 0,4 0-3 16,2-3-3-16,3-4-3 0,2 2-3 15,2-1-6-15,2-2 0 0,-1 0-4 16,3 2-1-16,2-2-4 0,-2 0-69 0,11-2-95 16,-14 0-121-16,14 0-139 0,-14-2-202 15,14 2-38-15,-9-4 61 0,9 4-378 16,-2-10-451-16</inkml:trace>
  <inkml:trace contextRef="#ctx0" brushRef="#br0" timeOffset="-208273.41">31327 9539 2709 0,'-32'-2'-125'0,"-6"7"53"0,-3 5 43 0,-6 11 38 16,-5 6 38-16,5 6 32 15,-15 16 31-15,6 5 8 0,15-6 43 0,0 18 11 16,10-12 9-16,10 2 7 0,10 4 5 15,6-1 0-15,12-1 1 0,8-2-11 0,11 0-11 16,10-4-12-16,18 4-14 0,9-5-14 16,4-8-12-16,-9-13-13 0,3-4-9 0,0-6-11 15,5-4-8-15,-3-6-6 0,-2-5-10 16,-9-5-4-16,8-5-6 0,-5-5-5 0,-1-6-7 16,-6-1-3-16,-5-10-6 15,-3 0-3-15,-6-6-1 0,-4-3-4 0,-6-5-5 0,-5-8 0 16,-8 1-6-16,-4-6-5 15,-7 8 0-15,-7-13-1 0,-6 1-5 0,-8 0 1 16,-8 3 0-16,-5 4-1 0,-6 4-5 16,-4 8-37-16,-10 12-26 0,0 6-41 0,-7 5-52 15,-7 9-74-15,4 7-65 0,-1 7-83 16,2 1-96-16,6 6-189 0,2 1 65 0,8 2-404 16,2 0-479-16</inkml:trace>
  <inkml:trace contextRef="#ctx0" brushRef="#br0" timeOffset="-207323.53">31666 10752 2781 0,'4'-5'-18'0,"0"2"1"15,-4 3 26-15,0 0 38 0,0 0 57 16,0 0 53-16,0 0 18 0,10 24 25 0,-10-12 14 16,3 6 13-16,-4 3-5 0,-1 2 1 15,2 3-15-15,0 0 0 0,0 2-16 0,2 0-17 16,-2-4-19-16,0-1-14 0,0 2-18 16,1-7-13-16,-1 2-7 0,2-4-16 15,-2-2-10-15,2 0-8 0,-2 0-12 16,0-6-59-16,2 1-76 0,-2-1-89 0,2 0-101 15,0-6-106-15,-2-2-130 0,0 0-185 16,9 2 40-16,-9-2 61 0,21-10-341 16,-5 0-408-16</inkml:trace>
  <inkml:trace contextRef="#ctx0" brushRef="#br0" timeOffset="-207035.23">32023 10886 2411 0,'0'0'-39'15,"0"0"6"-15,0 0 45 0,0 0 37 0,0 0 46 16,0 0 28-16,-20 21 30 0,17-13-9 15,-3 1 15-15,2 1 6 0,3-1 3 0,-1 1 8 16,2-1-2-16,2-2-2 0,-1 5-8 16,5-6-11-16,0 3-13 0,4-2-14 15,1-4-11-15,0 1-11 0,3-3-10 16,1-1-8-16,2-1-9 0,-2-1-6 16,2-3-8-16,-2 1-9 0,-1-3-3 0,-1-1-4 15,-3-1-3-15,-2-1-6 0,-3-2 2 16,-1-3-8-16,-2-1-4 0,-2-1-2 0,-2 0-5 15,-6-3-5-15,3 3-1 0,-5-1-4 16,-1 4-2-16,-5 2-5 0,1 2 1 0,-2 6-40 16,0 0-74-16,-2 2-75 0,-5 2-86 15,0 3-95-15,-1 3-149 0,-11-2-142 0,4 3 67 16,7 2-377-16,4-3-445 16</inkml:trace>
  <inkml:trace contextRef="#ctx0" brushRef="#br0" timeOffset="-206656.96">31727 10585 2489 0,'-28'-3'-75'0,"-7"11"32"16,-4 3 34-16,-13 11 58 0,-2 5 50 0,0 5 41 16,0 4 41-16,-9 14 27 0,8 4 11 15,19-4 16-15,5 2 29 0,12 5-3 16,8-1 5-16,11-8-8 0,9 9 0 0,12-5-23 15,10-3-21-15,5-5-22 0,7-2-11 16,4-7-12-16,2-6-20 0,0-8-13 16,7-5-13-16,-11-10-13 0,5-3-11 15,0-6-11-15,11-5-11 0,-2-4-4 0,0-3-11 16,-3-6-12-16,2-3 4 0,-3-3-18 16,-3-4 2-16,-3-9-3 0,-3 1-1 0,-6-9-6 15,-3-4-3-15,-10-3-8 0,-2-1 0 16,-7-6-2-16,-11-2-6 0,-5-2-3 0,-11 1-1 15,-9 6 2-15,-8 5 2 0,-10 6-6 16,-8 9-12-16,-11 6 0 0,-6 7-33 0,-6 9-67 16,-4 6-88-16,-1 3-97 15,2 9-125-15,-5 4-133 0,3 4-231 0,4 5 68 16,0 1 82-16,3 4-501 0,6 1-602 16</inkml:trace>
  <inkml:trace contextRef="#ctx0" brushRef="#br0" timeOffset="-204090.58">28288 10157 2739 0,'0'0'-240'0,"-11"4"23"16,11-4 30-16,-7 1 39 0,7-1 18 16,0 0 34-16,0 0 30 0,0 0 27 0,0 0 12 15,0 0 9-15,0 0-2 0,0 0 2 16,0 0 4-16,20-18-1 0,6 1-4 16,5 0 5-16,16-11 3 0,8 1 10 0,6-2-9 15,23-12 1-15,4 3 1 0,9-2 4 16,2 1-3-16,3-4-5 0,-2 0 3 0,3 1 12 15,-1-1-10-15,-5 4 2 16,-6 0-4-16,-3 3 3 0,-25 10 2 0,-6 2 17 16,-6 4 11-16,-7-1 7 0,-10 5 9 15,-1 1 8-15,-7 1-1 0,-4 5 5 0,-6-1 1 0,-2 2 3 16,-1 2 0-16,-6-2-3 16,4 3-1-16,-4 3-7 0,-2-3-7 0,1 0-3 15,1 1-7-15,-7 4 0 0,5-4-5 16,-5 4-1-16,0 0-3 0,0 0-29 0,0 0-73 15,0 0-80-15,0 0-145 0,0 0-227 16,-25-2-37-16</inkml:trace>
  <inkml:trace contextRef="#ctx0" brushRef="#br0" timeOffset="-203706.38">29812 9254 1489 0,'0'0'-11'0,"-9"-4"14"15,9 4 8-15,0 0-3 0,0 0 11 0,0 0 16 16,16-13-2-16,-2 9 3 15,3 1-5-15,-1 3-3 0,5 0-4 0,-3 3-4 16,5 1 1-16,-1 3-2 0,-2 3 1 16,-1 2-1-16,3 5-1 0,-8 0 3 0,-1 0 14 15,-8-3-2-15,-1 1-2 0,-4 1-1 16,-2-1 0-16,-4 1-5 0,0 2 0 0,-3-1-3 16,-2 0 4-16,-2-2-6 0,2-1-1 15,0-2-1-15,1 1-2 0,1-3-1 0,2-4 1 16,0 2-1-16,3-3-9 0,1-1-39 15,3-4-82-15,0 0-130 0,0 0-379 16,0 0-121-16</inkml:trace>
  <inkml:trace contextRef="#ctx0" brushRef="#br0" timeOffset="-200989.54">27426 11719 1579 0,'-26'-3'-103'0,"3"3"14"15,0 0 8-15,1 2 24 0,-2 2 18 16,-13 2 19-16,3 6 3 0,0 3 26 0,-7 10 12 16,0 5 7-16,1 8 1 0,-1 7 11 15,-7 18 6-15,6 6 8 0,4 8 6 0,8 5 13 16,5 7-5-16,3 4 18 0,8 1-9 15,7-19-6-15,5 5-1 0,13-3 4 16,7 12-1-16,11-8-8 0,-1-21 1 16,17 5-6-16,-6-18 2 0,8-6-6 15,5-6 0-15,7-8-6 0,4-5-1 0,5-11-1 16,2-7-4-16,2-12-4 0,3-5-3 16,20-14-1-16,-4-10-1 0,3-9-3 0,-8-4 11 15,-7-4 1-15,-2-5 4 0,-13-3 6 16,1-6 1-16,-11-6 6 0,-13 1 5 0,-5-9-3 15,-9-1 0-15,-11 11-9 0,-5-21-2 16,-9 12-10-16,-6-17 0 0,-9 0-6 0,-8 0-7 16,-8 2-4-16,-9 6-4 0,-10 7-2 15,-7 12-4-15,-6 13-1 0,-4 12-5 16,4 17 2-16,-4 11-12 0,-3 10-31 16,-9 12-26-16,-14 15-29 0,-4 13-40 15,1 11-43-15,7 8-51 0,-1 9-80 0,9 5-186 16,4-1 42-16,6 4-142 0,8-1-87 15</inkml:trace>
  <inkml:trace contextRef="#ctx0" brushRef="#br0" timeOffset="-200404.9">27318 11468 1546 0,'-35'6'-59'0,"-13"13"11"16,1 10 26-16,-17 20 28 0,-2 13 18 16,5 10 22-16,4 15 23 0,8 8 14 0,6 7 21 15,13 3 7-15,11 5 5 0,12-4 10 16,14-4-7-16,12-4-11 0,14-5-2 0,12-6-6 15,11-8-7-15,7-9-2 0,11-10-6 16,10-10-7-16,11-11-3 0,6-10-4 16,6-10-7-16,5-9-4 0,7-10-13 0,-8-12-2 15,-2-10-4-15,-4-7-5 16,-7-7-1-16,-7-6 1 0,-8-5-7 0,-10-10 0 16,-10-1-3-16,-11-9 7 0,-12-4 10 15,-17 9-5-15,-12-10 6 0,-8-6-9 0,-6-24 5 16,-17-3-6-16,-5-1-7 0,-14-1-3 15,-7-3-1-15,-9 6-3 0,-6 5-5 0,-7 8-23 16,-7 12-20-16,-5 14-23 0,-4 16-21 16,0 17-23-16,10 17-23 0,-4 15-30 0,-4 8-40 15,-23 19-72-15,6 12-127 0,-2 9-95 16,7 8 50-16,3 2-107 0,1 0-41 0</inkml:trace>
  <inkml:trace contextRef="#ctx0" brushRef="#br0" timeOffset="-195869.5">28205 15357 1883 0,'0'0'284'0,"0"0"-30"15,0 0-27-15,-1-7-24 0,1 7-17 0,0 0 19 16,0 0 17-16,-6 25-3 0,6-7-17 15,0 1-20-15,2 2-16 0,2 5-17 0,-1-2-16 16,5 6-13-16,2-5-10 0,-5-4-7 16,3-1-15-16,2 0-12 0,-3 0-5 15,3-3-12-15,-5-3-8 0,3-1-48 0,-2-3-53 16,-4 0-52-16,2-4-43 0,-1 0-52 16,1-1-55-16,-4-5-71 0,0 0-77 0,0 0-101 15,18-13-57-15,-17 1 43 0,9-1-218 16,-3-1-223-16</inkml:trace>
  <inkml:trace contextRef="#ctx0" brushRef="#br0" timeOffset="-195575.5">28404 15541 1902 0,'6'-8'37'0,"-3"1"41"0,1 4 20 0,-4 3 10 16,6-7 23-16,-6 7 22 0,0 0 29 15,0 0 25-15,0 0-4 0,0 0-9 16,0 0-10-16,25 10-17 0,-18-6-3 0,-1 0-9 16,4 2-9-16,-1-1-13 0,-2 2-9 15,3-2-12-15,1-1-9 0,2 0-2 0,-4-2-17 16,0 1-5-16,-9-3-8 0,18 4-7 15,-18-4-3-15,16-4-7 0,-6 1-4 0,-2-3-8 16,-5-3-3-16,3-2-5 0,-4 0-7 16,-2-6-2-16,0 3-2 0,-2-5-2 15,-2 2 1-15,-1 1-5 0,1-2-3 16,-1 5-1-16,-2-1-5 0,1 5 0 16,3-1-5-16,-6 2-5 0,-2 4-18 0,2-1-26 15,-4 4-39-15,-1 1-49 0,14 0-48 16,-26 4-48-16,9 2-51 0,-1-1-59 0,0 2-70 15,2 1-118-15,-3-3-22 0,4 3 44 16,4-4-218-16,-3 2-215 0</inkml:trace>
  <inkml:trace contextRef="#ctx0" brushRef="#br0" timeOffset="-195209.48">28047 14947 1974 0,'-26'18'50'0,"3"5"23"16,-4 14 15-16,1 11 35 0,3 5 44 0,0 9 34 16,3 5 27-16,7 3 6 0,6 0 4 15,9-2-6-15,5-5-7 0,11-1-15 0,10-8-16 16,9-1-9-16,8-10-22 0,18 6-14 16,-6-17-14-16,4-8-11 0,3-8-12 0,8-9-8 15,-4-8-16-15,-1-9-13 16,-1-4-7-16,-5-6-10 0,-2-9-6 0,-2-5-9 15,6-16-4-15,-5-4-2 0,-12-9-6 16,-18 8 7-16,-7-1-12 0,-7-6-7 16,-9-5 2-16,-9-2-3 0,-6-6 2 0,-10-12-8 15,-7 3-1-15,-7 6 0 0,3 20-9 16,-3 12 2-16,-6 7-7 0,-4 10-1 0,-4 11-16 16,7 13-21-16,-1 3-36 0,-15 9-41 15,-4 8-50-15,0 4-46 0,2 8-49 0,-13 14-60 16,18-10-82-16,0 6-148 0,8-1-51 15,5 3 56-15,1-2-316 16,5-4-349-16</inkml:trace>
  <inkml:trace contextRef="#ctx0" brushRef="#br0" timeOffset="-160532.59">19022 11284 1150 0,'0'0'176'0,"0"0"-58"0,-12-3-14 16,12 3 7-16,-9-2-6 0,9 2-8 16,-11-2-7-16,11 2-9 0,-17 2 1 0,17-2 0 15,-22 5 1-15,9 3 4 0,-4 3 6 16,-8 9 0-16,-6 11 8 0,1 8 5 0,2 3 4 16,1 3 8-16,4 3 5 0,6-1-10 15,2 0 12-15,6-7-8 0,4-5-11 0,3-6 0 16,6-4-5-16,2 10 1 0,7-9-4 15,3-4 0-15,4-1-6 0,2-7-6 0,6-3-6 16,1-5-5-16,-2-5-8 16,12-2-8-16,-1-6-8 0,5-1-2 0,4-10-3 15,-5-2-6-15,2-3-3 0,-16 3-3 16,8-7-3-16,-11 1-2 0,-5-3-1 0,-5-3 14 16,-1-2-1-16,-7-4-2 0,-3-2-5 15,-6-2-3-15,-4 0-1 0,-6-8-8 0,-3 3 1 16,-4 3-3-16,2 13-6 0,0 5 0 15,-3 4-5-15,4 8-3 0,-2 8 2 16,2 5-3-16,-4 5-1 0,2 3-3 0,-11 8-29 16,4 2-57-16,0 2-73 0,4 3-79 15,2-1-107-15,7-1-135 0,5-4-132 0,3-3 43 16,4-3-355-16,0-3-403 16</inkml:trace>
  <inkml:trace contextRef="#ctx0" brushRef="#br0" timeOffset="-160215.09">19218 11397 2575 0,'-16'4'14'0,"2"0"33"16,5 1 44-16,-2-5 61 0,11 0 51 15,-13 0 30-15,13 0 4 0,0 0-26 0,0 0-20 16,8-17-20-16,11-1-17 0,15-10-15 15,8-4-11-15,4-2-15 0,23-16-14 16,4-5-7-16,8-3-10 0,7-4-7 16,5-1-7-16,4-4-18 0,1 0-23 0,1 1-17 15,-8 0-15-15,-5 4-19 0,-8 7-25 16,-9 9-26-16,-22 13-25 0,-7 6-27 0,-12 10-15 16,-3-1-1-16,-5 6-13 0,-9 4 0 15,-4 5-10-15,2-1-13 0,-9 4-30 0,0 0-57 16,0 0-75-16,0 0-128 0,-20 31-20 15,-1-6-214-15,-13 16-196 0</inkml:trace>
  <inkml:trace contextRef="#ctx0" brushRef="#br0" timeOffset="-159782.41">19419 11468 1955 0,'-20'-7'64'0,"6"0"15"16,0 1 21-16,5 3 49 0,-4 1 54 16,6-2 27-16,2 1 16 0,-3 1-5 15,8 2-6-15,-7-8-20 0,7 8-20 16,-7-4-18-16,7 4-20 0,0 0-17 0,20-10-9 15,-6 5-17-15,10 3-9 0,18 2-11 16,9 0-8-16,20 5-9 0,7-3-8 0,9 2-7 16,26 6-8-16,11 6-3 0,3 1-7 15,6 2-3-15,7 0-3 0,3 1-2 0,1-1-1 16,1 2-4-16,-2-5-6 0,-6 0-1 16,-7-1-3-16,-11-1-2 0,-17-3-1 0,-25-3-1 15,-9-1-3-15,-21-1-1 0,-4-4 0 16,-13 0-1-16,-5 0-1 0,-6 2 4 15,-3-2-2-15,-4-2 4 0,-2 0-1 16,-10 0-6-16,15-2-4 0,-9-2-18 0,-6 4-60 16,4-10-106-16,-4 4-120 0,0 6-129 15,-8-13-148-15,3 8-66 0,-9-2 55 0,-3 1-410 16,-2 3-473-16</inkml:trace>
  <inkml:trace contextRef="#ctx0" brushRef="#br0" timeOffset="-159216.92">19396 11393 2566 0,'-13'0'-83'0,"-1"-4"36"0,3-4 25 0,-1 3 32 15,-3-3 36-15,-3-6 28 0,-2-5 26 16,-1-10 19-16,-4-8 3 0,-2-4 1 0,0-9 2 15,2-9-17-15,1-2-12 16,-8-18-13-16,3-6 2 0,4 1-15 0,2-1 1 16,7 17-14-16,-2 2-4 0,1 1-5 15,2 6-4-15,-1 2-9 0,1 4 3 0,1 6-15 16,5 11 3-16,2 1-3 0,0 10 3 16,0 4-13-16,1 6 4 0,3-1-7 0,-1 6-5 15,2 0-9-15,0 3-38 0,2 7-41 16,-3-2-55-16,3 2-65 0,0 0-94 0,-6 19-122 15,3-7-91-15,1 5 34 0,2 0-168 16,0 3-140-16</inkml:trace>
  <inkml:trace contextRef="#ctx0" brushRef="#br0" timeOffset="-158349.3">18852 10181 1817 0,'0'-10'-6'0,"0"10"9"0,-5-3 0 0,5 3 8 16,0 0 19-16,0 0 9 0,-34 13 7 15,16-4-6-15,0 1 0 0,-9 6 0 16,-2 1-4-16,1 1-3 0,3-1-4 0,0-3-2 16,6-2-4-16,4-3 2 0,2-1 12 15,2 0 14-15,2-3 14 0,4-3 8 16,5-2-3-16,-11 0-10 0,11 0-4 15,-7-9-7-15,9-1-5 0,2-3-8 0,-1-1-1 16,9-6-3-16,-2 3-3 0,3 0-8 16,-1 1 2-16,0 1-5 0,2 3-2 0,-3 4-3 15,1 1 0-15,0 1-3 0,-1 3 2 16,2 1-2-16,-1 4 0 0,1 0-1 0,2 3-1 16,3 0-9-16,-3 0-18 0,6 2-31 15,-2 0-37-15,3-2-53 0,1 0-83 0,13 5-121 16,0-4-94-16,1-1-152 15,-2-4-90-15</inkml:trace>
  <inkml:trace contextRef="#ctx0" brushRef="#br0" timeOffset="-157950.37">20118 10251 1581 0,'-17'0'32'16,"5"0"17"-16,12 0 6 0,-13-2 29 15,13 2 34-15,-11-2 14 0,11 2-8 0,-8-2-11 16,8 2-6-16,0 0-15 0,0 0-7 15,0 0-13-15,0 0-5 0,0 0-3 0,44 8-5 16,-27 1-6-16,12 3-6 0,-1 3-6 16,-4 3-2-16,-1-1 14 0,2 2-2 15,-5-1 13-15,-5 0 16 0,-3-3 14 16,-5 1 10-16,0-3-1 0,-1 3-4 0,-2-1-4 16,-3 2-8-16,1-1-8 0,-4-1-4 15,1 2-11-15,-5 0-9 0,-1 0-5 16,-1 4-15-16,-4-4-71 0,3 2-81 0,-7 5-97 15,2 0-118-15,-2 0-162 0,1 2-37 16,-1-2 48-16,9 0-196 0,1-5-173 0</inkml:trace>
  <inkml:trace contextRef="#ctx0" brushRef="#br0" timeOffset="-157566.11">21637 11340 1886 0,'0'0'123'0,"0"0"-4"15,0 0-9-15,0 0-6 0,0 0 27 16,0 0 38-16,-10 4 27 0,10-4 2 16,0 0-6-16,6 16-1 0,-2-8-16 0,1 4-16 15,3 1 3-15,-3 4-9 0,4 3-9 16,-6 1-6-16,3 0-11 0,-4 1-8 16,0 3-5-16,-2-1-7 0,-4 0-5 0,-2 1-9 15,-4 6-10-15,-5 0-5 0,0-4-12 16,-6 2-5-16,-2-2-11 0,0-3-24 0,-4 0-60 15,3-2-79-15,0-1-97 0,-1-3-101 16,1-2-106-16,10-2-163 0,0-6-22 0,5 1 61 16,1-4-333-16,5-3-356 0</inkml:trace>
  <inkml:trace contextRef="#ctx0" brushRef="#br0" timeOffset="-156243.17">17360 11642 2442 0,'-26'-3'-29'0,"3"1"18"0,-2 0 22 16,2 2 37-16,-2 0 28 0,-5 0 3 16,0 0 18-16,-8 2 40 0,7-2 31 15,8 2 12-15,4-2-11 0,4 0-18 0,3 1-10 16,1-1-16-16,3 2-10 15,8-2-9-15,0 0 6 0,0 0 3 0,29 12-7 16,11-6-6-16,10-4-7 0,20 0-12 16,16-6-7-16,24-4-6 0,4 2-4 0,6-5-9 15,0-3-10-15,-1-2-6 0,-10-2-15 16,-12 2-57-16,-23 2-61 0,-12-3-70 0,-2 5-47 16,-11-2-36-16,-14 4-51 0,-10-1-80 15,-9 3-103-15,-4 1-58 0,-3 0 37 0,-7 1-206 16,0 2-200-16</inkml:trace>
  <inkml:trace contextRef="#ctx0" brushRef="#br0" timeOffset="-155963.27">18264 11329 2166 0,'0'0'86'0,"0"0"-7"0,0 0 1 0,0 0 24 15,0 0 21-15,30 10 13 0,-15-5 25 16,5 2 10-16,0 3 1 0,5 2-1 0,2 4-3 16,-2 0-10-16,0 1-15 0,-2 0-5 15,-5 3-7-15,-2-1-7 0,-7-4-10 16,-2 2-12-16,2 2-10 0,-7-2-9 0,-2 1-10 16,-2 0-5-16,-5 1-9 0,0 1-6 15,-2-1-11-15,-5 5-35 0,-3 1-59 16,0-4-84-16,-5 1-79 0,8-7-77 0,-4-3-85 15,1 0-109-15,5-5-89 0,-1 0 35 16,2-2-275-16,-1-2-301 0</inkml:trace>
  <inkml:trace contextRef="#ctx0" brushRef="#br0" timeOffset="-153450.45">19202 10369 2133 0,'0'0'-48'0,"-3"-4"32"15,3 4 35-15,0 0 36 0,0 0 26 16,0 0 28-16,-4-8 20 0,4 8 7 16,0 0 22-16,0 0 7 0,0 0 0 0,0 0 2 15,0 0-10-15,-2-7-1 0,2 7-4 16,0 0-17-16,0 0-11 0,0 0-15 0,0 0-7 15,0 0-15-15,0 0-5 0,0 0-4 16,0 0-3-16,0 0-4 0,18 15 2 16,-14-6 3-16,1-1-4 0,1 2-5 0,0 2 12 15,-2-3-4-15,0 1-7 0,-1-1-8 16,3 1-5-16,-3-1-4 0,1-1-6 0,0 0-3 16,1-2-4-16,-4-1-1 15,1 0-6-15,-2-5-4 0,6 9-2 0,-6-9-5 16,2 6-4-16,-2-6-48 0,0 0-70 15,0 9-88-15,0-9-107 0,0 0-109 0,0 0-106 16,-10 3-106-16,10-3 40 0,0 0-376 16,0 0-431-16</inkml:trace>
  <inkml:trace contextRef="#ctx0" brushRef="#br0" timeOffset="-153034.12">19123 10268 2513 0,'0'0'-88'15,"0"0"33"-15,-16 12 42 0,7-6 33 0,4 5 25 16,-5 3 13-16,0 3 16 0,3 3 17 16,1 1 6-16,3 2-4 0,1 2 25 0,2-5 5 15,2 4 10-15,1 0 13 0,7 3 6 16,2-3 9-16,0 0 2 0,6-6 2 15,-3-5 0-15,4-1-5 0,0-1-14 16,4-4-9-16,-2-2-10 0,-1-3-8 0,3-4-13 0,2 2-8 16,2-5-12-16,7-5-6 15,-1 0-11-15,-5-5-6 0,3-3-4 0,-6-3-3 16,-2 0-9-16,-5-1 1 0,0-2 6 16,-5-2 1-16,-8 2-6 0,2-8-5 15,-7 3-6-15,-7-4-1 0,-2-2-5 0,-2 2-2 16,-5 4-9-16,-2 6-1 0,-2 4-3 15,-1 5-2-15,3 6-10 0,-3 6 0 0,-6 4-27 16,-7 4-43-16,-1 8-57 0,1 1-76 16,2 2-69-16,1 5-68 0,3-3-79 0,3 6-90 15,4-4-113-15,6-5 27 0,5 0-379 16,0-2-448-16</inkml:trace>
  <inkml:trace contextRef="#ctx0" brushRef="#br0" timeOffset="-152133.2">20283 10804 2612 0,'0'0'-5'0,"0"0"34"0,-1-8 35 15,1 8 43-15,1-9 36 0,-1 9 22 16,6-14 3-16,1 8-4 0,-4-1-11 15,5-1-5-15,-3 2-10 0,2 0-10 16,2-1-16-16,-4 4-7 0,5 0-5 0,-10 3-10 16,14-2-6-16,-14 2-9 0,12 5-4 15,-8 0-2-15,2 0-7 0,-3 4-3 16,0 2-5-16,-3 0-1 0,-3 1 5 0,1 3 15 16,1 1 4-16,-5-3 3 0,4 2 0 15,0-4 7-15,-1 1 1 0,1-1 3 0,2-2 2 16,-2 0 9-16,2-2 3 15,0-7 4-15,0 13 5 0,0-13 2 0,4 7-3 16,-4-7-6-16,5 7-14 0,-5-7-8 16,9 0-12-16,-9 0-12 0,0 0-5 0,25 0-9 15,-25 0-51-15,16-4-56 0,-7 1-67 16,1-1-82-16,0 1-99 0,-5-1-94 0,3 1-116 16,-3-1-125-16,4 0-40 0,-9 4 53 15,9-6-483-15,-5 5-582 0</inkml:trace>
  <inkml:trace contextRef="#ctx0" brushRef="#br0" timeOffset="-151750.62">20330 10614 2890 0,'-16'0'-52'0,"3"1"36"15,-1 3 34-15,3 1 29 0,-3 3 51 16,-1 3 44-16,3 4 19 0,-6 8 1 0,0 0 15 15,5 5 4-15,2 1-6 0,3 3-14 16,4-6-14-16,4-2-16 0,6 1-11 0,2 4-11 16,3 0-9-16,9-5-7 0,0-5-10 15,3-1-6-15,-2-6-6 0,8-1-8 0,-2-8-3 16,-3-1-5-16,1-6-5 0,7-3-7 16,0-3-4-16,4-5 0 0,-6-2-7 15,1-2-2-15,-6-2-1 0,-2-2-2 16,-1 0 8-16,-4-2 11 0,-4-4 16 0,-5 0 5 15,2-2 3-15,-11 4-10 0,0 0-4 16,-11-7-7-16,2-1-7 0,-7 3-2 0,3 5-7 16,-6 5-6-16,-1 6-3 0,-3 5-6 15,1 9 0-15,-4 2-8 0,-10 10-31 0,-4 2-45 16,-5 7-57-16,0 4-67 0,4 5-91 16,0 1-93-16,3 2-111 0,6-1-191 0,11-1 38 15,6-1 80-15,6-6-390 0,8-2-427 16</inkml:trace>
  <inkml:trace contextRef="#ctx0" brushRef="#br0" timeOffset="-151083.48">21682 10805 2501 0,'0'0'34'0,"-5"-5"49"16,5 5 34-16,-2-7 14 0,2 7 28 0,0-8 24 16,0 8 5-16,5-10-6 0,3 3-14 15,0 1-10-15,-1 2-14 0,4-2-3 0,-2 3-12 16,2 0-7-16,-4 1-13 0,4 2-7 16,-11 0-7-16,18 2-9 0,-11 1 0 0,2 0 4 15,-4 3 9-15,3-2 10 0,-7 3 11 16,3 0 5-16,-2 2 0 0,-2 2-2 0,-2 0-5 15,-2 4-7-15,-1-1-12 16,-1 1-2-16,1 2-16 0,-4-5-6 0,6 2-6 16,-3-3-3-16,3-1-11 0,1-3-5 15,0 1-5-15,0 0 11 0,2-8-11 0,2 10 16 16,2-3-9-16,-4-7 6 0,7 8 6 16,0-2 7-16,2-1-3 0,2-2-11 0,-6 4 13 15,7-4 4-15,-1 3-13 0,-1-2 1 16,0 0 14-16,-5 1 2 0,5 2 5 15,-7-2 4-15,3 0 5 0,-6-5 7 16,6 10 1-16,-6-3-3 0,0 0-7 0,-2 2-75 16,-4-1-15-16,-1 4 0 0,-3-1 0 15,-2-1 0-15,1 0 0 0,-4 1 0 0,-2-1 0 16,-1 1 0-16,4-5 0 0,-4 0 0 16,1-4 0-16,0 0 0 0,-2 0 0 0,5-2 0 15,-2 0-36-15,0-2-280 0,3-2-91 16,1 4-93-16,1-4-73 0,2 0-98 0,1 0-109 15,2 0 50-15,0-1-691 0,6-3-872 16</inkml:trace>
  <inkml:trace contextRef="#ctx0" brushRef="#br0" timeOffset="-150701.33">21786 10586 3631 0,'-18'-4'-112'15,"2"4"32"-15,-2 4 34 0,-3 1 48 0,-6 9 39 16,-4 4 37-16,-6 5 18 0,0 8 20 16,1 3 18-16,4 6 10 0,5 2 5 0,1 7 9 15,4 2 0-15,8 2 6 0,1 0-7 16,12-8-8-16,4-2-7 0,6-2-2 0,4-5-4 16,8 5 2-16,8-7-6 0,3-5-10 15,-4-8-10-15,8-6-3 0,1-4-15 0,0-8-8 16,4-3-13-16,-1-5-2 15,-1-5-6-15,11-7-7 0,-3-5 0 0,-2-4-5 16,-4-3-12-16,-4-4-3 0,-1-1-4 16,-7-4 15-16,-4 1 2 0,-7-8 0 0,0 2 1 0,-9 2-4 15,-3-3-1-15,-6-3 0 16,-4-11-10-16,-7-1-7 0,-5 10-1 0,-4 4-7 16,-7 12-4-16,2 10 1 0,-3 11-5 15,-3 6-10-15,-9 9-15 0,-8 10-55 0,-3 6-65 16,-2 10-68-16,-1 2-97 0,4 1-96 15,3 4-114-15,-3-1-158 0,9-2-59 0,4 0 79 16,10-8-556-16,9-2-663 16</inkml:trace>
  <inkml:trace contextRef="#ctx0" brushRef="#br0" timeOffset="-148701.42">18877 11078 3006 0,'0'0'-174'0,"0"0"26"16,0 0 25-16,0 0 27 0,0 0 19 0,0 0 23 16,0 20 15-16,0-20 16 0,0 0 16 15,0 7 18-15,0-7 21 0,0 0 28 0,2 5 29 16,-2-5 29-16,0 0 30 15,0 0-9-15,0 0-13 0,0 0-5 0,4-17-4 16,-6 5-4-16,0 0-9 0,0-3-6 16,-1-4-12-16,-3-1-8 0,1-3-11 0,-2-11-3 15,-2 0-7-15,0-4-5 0,-5-6-7 16,-1-5 1-16,-1 3-7 0,3-2-11 0,-4 2 2 16,8 12-5-16,-2 3-2 0,4 8-4 15,1 7-3-15,1 2-4 0,1 3-1 0,1 1-14 16,1 3-15-16,-3 0-30 0,1 2-39 15,4 5-48-15,-7-3-62 0,7 3-72 16,0 0-91-16,0 0-166 0,-21 6 28 16,15-2-216-16,6-4-206 0</inkml:trace>
  <inkml:trace contextRef="#ctx0" brushRef="#br0" timeOffset="-148185.16">18241 10319 1973 0,'-21'0'-26'0,"0"1"18"0,4 1 13 15,-1 0 33-15,3 0 22 0,2-2 16 0,1 2 13 16,0 0 1-16,1-2-7 0,11 0-5 15,-13 2 0-15,13-2 2 0,0 0-14 16,0 0-3-16,22-12-6 0,12 1-3 16,17-7-9-16,11-5-1 0,26-6-10 0,14 0-1 15,0 0-1-15,7-3-4 0,3 0-2 16,-1-1-6-16,2 0 0 0,-13 2-2 16,-3 2 0-16,-11 3-5 0,-25 8 0 0,-9 0-1 15,-14 6-3-15,-8 2 0 0,-5 3-5 16,-10 2 4-16,-3 0-9 0,-1 1-4 0,-5 1-13 15,-6 3-30-15,4-2-35 16,-4 2-47-16,0 0-63 0,0 0-63 0,0 0-118 16,-36 11-64-16,15-5-139 0,-7 6-78 15</inkml:trace>
  <inkml:trace contextRef="#ctx0" brushRef="#br0" timeOffset="-147751.95">17800 10210 1605 0,'-22'-3'0'0,"1"3"0"0,-1-1-6 16,8 1 25-16,0-2 25 0,3 2 27 0,11 0 15 16,-20 0 11-16,9 0 0 0,11 0-4 15,-11 0-3-15,11 0-3 0,0 0-10 0,-10-4-5 16,10 4-5-16,0 0-8 16,31-19-9-16,1 2 0 0,20-5-5 0,12-3-5 15,31-8-5-15,9-2-3 0,10 1-4 0,4 0-4 16,7-2 0-16,0 3-5 15,-1 4-1-15,-4 2-5 0,-8-2 0 0,-5 5-5 16,-12 0-4-16,-23 6 1 0,-9 1-2 16,-9 4-11-16,-18 4-6 0,-10 1-1 0,-4 5-2 15,-8-1 2-15,-1-2 1 0,-4 4 1 16,-4 0 2-16,-5 2-3 0,7-4-15 0,-7 4-39 16,0 0-64-16,0 0-70 0,0 0-113 15,0 0-120-15,-35 6-132 0,20 0-69 0</inkml:trace>
  <inkml:trace contextRef="#ctx0" brushRef="#br0" timeOffset="-147068.66">17309 10135 1661 0,'-6'-5'115'0,"6"5"-13"0,-5-3-12 0,5 3-8 16,0 0-7-16,0 0-7 0,0 0-3 15,-14 13 11-15,12-4-5 0,-2 1-4 0,4 2-8 16,-2 0-5-16,2 0-5 16,0 3-6-16,-1-3-5 0,1 1 3 0,0-1-9 0,0-3 2 15,0 3-6-15,0-4-4 0,0-2 1 16,0 1-2-16,0-7 0 0,1 8 0 15,-1-8 9-15,0 0-6 0,0 0-4 16,0 0-3-16,0 0-4 0,0 0-3 0,11-25 1 16,-4 11-3-16,-2-3 2 0,1-2-2 15,0-3 0-15,-1 3-2 0,3-3 0 0,-4 7-4 16,2-1-2-16,-3 3 2 0,3 1 5 16,-2 1-7-16,-2 5-2 0,2 1 0 0,2-1 2 15,-6 6 0-15,5-6 1 0,-5 6 2 16,0 0-1-16,0 0 2 0,0 0 0 15,18 12-4-15,-18-12 3 0,3 5-5 0,-3-5 2 16,8 3 2-16,-8-3 3 16,7 1 16-16,-7-1 17 0,0 0 5 0,12 0 3 15,-12 0-4-15,15-4-4 0,-10-1-4 16,8 1-10-16,-4-1 1 0,2 0 2 0,-1 1-8 16,3 2-1-16,1 1-1 0,-3-2-5 15,2 2 0-15,-1 1-3 0,-1 0 1 0,-11 0-9 16,23 0-23-16,-12 0-32 0,1 0-38 15,-12 0-43-15,20 0-60 0,-8-1-77 0,0-3-115 16,-1 1-92-16,1-1 27 0,-3 0-107 16,0 0-58-16</inkml:trace>
  <inkml:trace contextRef="#ctx0" brushRef="#br0" timeOffset="-145435.59">19134 10377 1643 0,'-2'-12'64'0,"-3"2"15"0,1 1 14 16,2 1 33-16,0 0 20 0,1 2 29 0,-1-1 16 15,0 0 3-15,0 0 6 0,2 7-10 16,-5-10-3-16,5 10-15 0,0-7-18 0,0 7-17 15,0 0 3-15,0 0 7 0,0 0 2 16,0 0 3-16,27 24 3 0,-13 4-1 0,5 3-3 16,2 15-5-16,-4 3-8 0,2 3-15 15,-2 0-7-15,2 3-10 0,-2-1-11 16,-1-4-13-16,1 1-6 0,-2-3-9 0,-2 0-1 16,-2-12-8-16,2-3-8 0,-4-2-5 0,-2-8-6 15,0-2 0-15,-4-6-8 16,3 2-2-16,-2-7-3 0,-3 1-21 0,3-4-50 15,0 0-56-15,-2-2-87 0,-2-5-96 16,0 0-81-16,0 0-80 0,0 0-82 0,0 0-107 16,0 0 37-16,0 0-406 0,-11-17-480 15</inkml:trace>
  <inkml:trace contextRef="#ctx0" brushRef="#br0" timeOffset="-145084.56">19287 10930 2837 0,'-6'-2'43'0,"6"2"41"16,-9-4 46-16,9 4 27 16,-6-3 20-16,6 3-6 0,0 0-17 0,0 0-13 15,0 0-9-15,0 0 10 0,0 0 1 16,-1 15-9-16,1-15-13 0,9 16-12 0,-6-8-11 16,5 0-8-16,-3 1-9 0,6 0-6 15,-4-1-7-15,0-1-6 0,3-2-6 0,0 0-1 16,-3-1-6-16,2-2-6 0,-9-2-2 15,22-4-4-15,-10 2-5 0,-3-5-1 16,4 0-2-16,-3 2-4 0,-1-6-2 16,0 2-4-16,0-1 1 0,-2-2-2 0,-1 2-3 15,-3-2 2-15,1 5-3 0,2-4-6 16,-5 4-1-16,-1 1-3 0,3 1-4 0,-3 5-11 16,2-10-10-16,-2 10-24 0,0 0-38 15,0 0-52-15,0 0-68 0,0 0-53 0,0 0-65 16,0 0-80-16,0 0-98 0,0 0-89 15,-19 19 32-15,13-13-319 0,2 1-359 16</inkml:trace>
  <inkml:trace contextRef="#ctx0" brushRef="#br0" timeOffset="-143968.84">19588 11310 2309 0,'-9'3'-13'0,"-1"1"20"16,0 1 17-16,5-4 27 0,-3 3 35 0,8-4 26 16,-9 5 13-16,9-5 8 0,-10 3-10 15,10-3-4-15,-8 4-15 0,8-4 13 16,0 0-10-16,-9 3-7 0,9-3-15 0,0 0 7 15,0 0 3-15,0 0 8 0,0 0-1 16,0 0-7-16,0 0-10 0,0 0-10 0,0 0-7 16,19-20-5-16,-9 9-3 15,3 3-13-15,3-3 0 0,-2-2-5 0,11-2-7 0,2-1-2 16,-7 4-5-16,5-3-2 16,0-1-4-16,-4 4-4 0,0 1 3 0,-4 0-2 15,3 3-2-15,-4-4-2 0,2 0-3 16,-1 5 5-16,-4-3-4 0,-1 4-5 0,-2 0-2 15,-1 0 1-15,-2 0 5 0,1 4-2 16,-2-4-5-16,0 3 1 0,-6 3 3 0,7-6-2 16,-7 6 0-16,7-3 1 0,-7 3-4 15,0 0 0-15,8-3-2 0,-8 3 4 0,0 0-2 16,0 0 0-16,8-4 4 0,-8 4-2 16,0 0-3-16,6-3 4 0,-6 3-5 0,0 0 4 15,3-4 0-15,-3 4 0 16,8-8-2-16,-5 3-4 0,4 0 0 0,-1-1-1 0,1-1-1 15,-2 1 1-15,3-3-3 16,2 2 4-16,1-1 0 0,5-1-4 0,0-1 6 16,-2 1-2-16,5 1 1 0,-4-1-5 15,6 1 1-15,-2-2 5 0,12-2-4 0,-1 3-1 16,1-3 6-16,1 2-5 0,-5 5 5 16,-2-5-3-16,-2 6 0 0,-5-3 0 0,2 4-1 15,-6-1 1-15,0 1 1 0,-4-1-1 16,-1 2 3-16,-3 0-3 0,-6 2 2 15,13-2 1-15,-13 2-3 0,9-2-3 16,-9 2 7-16,11-2 1 0,-11 2-4 0,7-4-2 16,-7 4 4-16,7-1-1 0,-7 1 0 0,0 0 1 15,11-6 1-15,-11 6 0 16,0 0-3-16,9-1 1 0,-9 1 1 0,0 0-3 16,7-6 0-16,-7 6 1 0,0 0 0 15,9-3 1-15,-9 3-4 0,0 0 4 0,0 0 0 16,9-2 0-16,-9 2-1 0,0 0 4 15,0 0-3-15,0 0 0 0,5-2 0 0,-5 2-1 16,0 0-3-16,0 0 3 0,0 0-2 16,0 0-1-16,0 0 3 0,0 0-6 0,0 0 4 15,0 0 0-15,0 0-1 0,0 0-2 16,0 0 3-16,0 0-1 0,0 0 0 16,0 0 2-16,0 0 0 0,0 0-6 15,0 0-33-15,0 0-75 0,0 0-105 0,-2 13-111 16,2-13-127-16,0 0-136 0,-12 4 32 15,12-4-357-15,0 0-400 0</inkml:trace>
  <inkml:trace contextRef="#ctx0" brushRef="#br0" timeOffset="-143001.41">20608 10121 2601 0,'-11'-10'30'15,"0"-2"22"-15,0 3 15 0,6 1 41 0,-3 0 62 16,0-1 32-16,3 1 10 0,-3 0 3 15,2 2-1-15,0 1 1 0,3-1-10 0,-1 0-12 16,-2 2-20-16,6 4-15 0,-3-7-17 16,3 7-15-16,0 0-14 0,0 0-12 15,0 0-11-15,0 0-5 0,14 33 9 16,2-6-1-16,1 6-4 0,8 8-8 0,0 2 6 16,0 4-5-16,-5 0-7 0,7 1-6 15,-2 2-8-15,0-2-3 0,-4-4-8 0,-1-2-5 16,-4-11-5-16,0 0 4 0,-4-1-11 15,-2-6-2-15,-3-3 1 0,0-7-3 0,-2 3-4 16,1-2-1-16,-4-3-5 0,-1-2 0 16,5-1-2-16,-2-1 1 0,-3-2-4 0,1-1 1 15,-2-5-19-15,7 9-41 0,-5-7-59 16,-2-2-70-16,3 6-93 0,-3-6-87 0,0 0-80 16,0 0-86-16,0 0-149 15,0 0 31-15,0 0 66 0,6-16-411 0,-6 16-461 16</inkml:trace>
  <inkml:trace contextRef="#ctx0" brushRef="#br0" timeOffset="-142150.68">20890 10251 2672 0,'0'-12'16'16,"0"12"27"-16,0-6 26 0,0 6 38 0,0 0 26 15,-2-7 9-15,2 7-7 0,0 0-18 16,0 0-7-16,0 0-4 0,0 0-3 0,0 0 19 16,9 19-15-16,-4-11-12 0,-4-1-5 15,3 3-7-15,0 1-9 0,-1-3-1 0,-1 0 9 16,0 0-2-16,0-2 4 0,0 0-8 15,-2 1-5-15,0-7-4 0,2 8 14 0,-2-8 9 16,2 6-4-16,-2-6-6 16,0 0-8-16,0 0-7 0,0 0-7 0,0 0-7 15,0 0-4-15,-8-27-4 0,6 15-7 16,0-1-4-16,2-1-2 0,0 0-4 0,0 3-3 16,2-3-2-16,0 2-4 0,0 1 1 15,0 3-6-15,0-1-1 0,0 4 1 0,-1 0-4 16,4 0-1-16,-5 5 1 0,9-7-4 15,-3 4 0-15,-6 3 0 0,9-4 2 16,-9 4 1-16,14-2-4 0,-14 2 2 0,15-1-1 16,-7-1 1-16,-8 2 1 0,15-5-1 15,-10 3 0-15,6-3 1 0,-4-2-2 0,0 0 1 16,1-1 2-16,0-2-2 0,-1-2-2 16,3 1 1-16,-5 0-2 0,3-1 1 15,-2 4 1-15,0 2 1 0,-3 0-5 0,1 1 0 16,0 1-3-16,-4 4 2 0,5-8-1 15,-5 8 1-15,10 0 2 0,-10 0 0 16,0 0-2-16,0 0 2 0,0 0-1 0,22 4 2 16,-22-4-4-16,7 2 4 0,-7-2 0 15,0 0-1-15,15-4 2 0,-15 4 1 0,14-3 0 16,-7-4-2-16,0 1-2 0,5-1 0 16,1-1 1-16,-2-1-3 0,1 2 3 0,1 0-1 15,-2 1-3-15,-4 0 2 0,-2 3-2 16,3 0-2-16,-8 3 1 0,12-4 1 15,-12 4 1-15,0 0 0 0,13 0-1 16,-13 0 3-16,0 0-1 0,16 4-1 0,-16-4 1 16,9 2 3-16,-9-2 0 0,7 1-1 15,-7-1 0-15,11 0 2 0,-11 0 2 0,14 0-3 16,-14 0 12-16,13 0-1 0,-13 0-1 16,16-1-3-16,-16 1 1 0,11-2-1 0,-11 2-3 15,10-2-1-15,-10 2-5 0,0 0 1 16,13 0 0-16,-13 0 1 0,0 0-2 0,0 0-4 15,11 2-12-15,-11-2-20 16,0 0-19-16,0 0-24 0,0 0-9 0,0 0-44 0,0 0-72 16,12 0-36-16,-12 0-63 15,0 0-70-15,0 6-108 0,0-6-124 0,0 0 34 16,-7 17-378-16,0-11-429 0</inkml:trace>
  <inkml:trace contextRef="#ctx0" brushRef="#br0" timeOffset="-141936.08">21545 9864 2402 0,'0'0'-158'0,"0"0"6"0,-5-5 8 0,5 5-5 16,0 0-12-16,0 0-48 0,0 0-277 15,0 0 7-15</inkml:trace>
  <inkml:trace contextRef="#ctx0" brushRef="#br0" timeOffset="-141198.3">20419 10787 1334 0,'8'-6'21'0,"-3"3"15"0,3 0 29 16,-8 3 22-16,6-6 21 0,-6 6 17 16,0 0 16-16,0 0 4 0,0 0-3 15,0 0-8-15,0 0-4 0,0 0 2 0,-27 20 6 16,-1-5 10-16,-5 3-11 0,-11 7 8 15,-3 2 3-15,-1 0-8 0,-2 2-9 16,-1 1-3-16,5-1-12 0,-5 0 0 0,3-1-9 16,5-3-7-16,-2 0-13 0,6-5-6 15,8-3-10-15,1 1-8 0,1-4-2 0,8-1-10 16,-1-3-5-16,8-1-2 0,-6-1-7 16,7 1-1-16,-1-2-7 0,3 1-7 0,2-3 0 15,1-1-9-15,-1 1-34 0,3-2-48 16,1 1-57-16,-1-1-50 0,6-3-55 0,-8 5-56 15,8-5-65-15,-6 4-103 0,6-4-67 16,0 0 22-16,0 0-207 0,0 0-200 16</inkml:trace>
  <inkml:trace contextRef="#ctx0" brushRef="#br0" timeOffset="-140136.79">19447 11838 1950 0,'0'0'128'16,"-13"-5"6"-16,5 1-15 0,3 1 20 0,5 3 22 16,-14-5 47-16,8 1 30 0,6 4 10 15,-7-3-5-15,7 3-11 0,-6-5-18 0,6 5-18 16,0 0-21-16,0 0-17 0,10-11-16 15,-3 7-11-15,7 2-12 0,2 0-15 0,6 0-9 16,4 2-6-16,7-2-8 0,10 2-5 16,5 0 3-16,4 0-7 0,1 2-6 0,-2-2-9 15,16 0-1-15,-1 2-6 16,4 1-7-16,0 1-3 0,0-1-3 0,1 1-3 16,-1-1-1-16,-3 2 7 0,-1-2-1 15,-3 3 6-15,-2-1-2 0,-2 0-6 0,-12 0 1 16,-6 2-5-16,2-4-1 0,-5 1-4 15,-10-1-3-15,-3 1 1 0,-5-1-7 16,0-1 1-16,-1-1-2 0,2 1 0 0,0 0 24 16,0-2 7-16,6 0-7 0,2 2-2 15,-4-4-7-15,6 0-1 0,10 2-7 0,0-2 3 16,3 2-5-16,2 0-5 16,2 0-1-16,1 4-1 0,-1-4 4 0,1 4-9 15,-1 0 5-15,2-2-5 0,-1 1 4 16,-1 3-9-16,-3-1 3 0,-1-2-3 0,1 3-1 15,2-2-2-15,-6-2-6 0,4 2 3 16,-4-1-1-16,-7-1 2 0,-3-2-1 0,-2 1 5 16,-1 1-5-16,1-2-2 0,-1 3 3 15,-1-2-1-15,-4-1 3 0,-2 1-10 0,-2 1-2 16,0-2 8-16,-6 2-1 0,0 0 2 16,-13-2-3-16,22 1 7 0,-15 2-4 0,-7-3 0 15,16 0-1-15,-16 0 3 0,0 0 0 16,14 2-1-16,-14-2 4 0,0 0-1 0,0 0-3 15,16 0-1-15,-16 0-3 0,0 0 3 16,8 0-4-16,-8 0-31 0,0 0-41 16,0 0-43-16,0 0-31 0,1 8-43 15,-1-8-43-15,0 0-48 0,0 0-41 0,0 7-58 16,0-7-71-16,0 0-106 0,0 0-62 16,0 0 44-16,0 0-393 0,0 0-447 0</inkml:trace>
  <inkml:trace contextRef="#ctx0" brushRef="#br0" timeOffset="-139720.43">22064 11531 2706 0,'-8'-5'38'15,"2"0"9"-15,6 5-8 0,-8-4 8 0,8 4 14 16,0 0 27-16,0 0 53 16,0 0 20-16,0 16 22 0,10-5 3 0,2 7-3 0,4 6-14 15,7-1-10-15,1 3-6 0,2 7-15 16,-1-5-13-16,6 2-10 0,-9-1-11 15,-1-4-9-15,-1 4-11 0,-6-2 7 16,-2 0 0-16,-4-1 20 0,-5-5 15 0,-4-1 4 16,-3 2 3-16,-6 9-2 0,-7-2 0 15,0-2-6-15,-6 0-7 0,-3-3-13 0,-1 0-6 16,-2-2-18-16,2-1-3 0,1-2-15 16,1-4-7-16,3-2-10 0,4-3-45 15,5-3-58-15,-1-1-69 0,5 2-79 0,-3-6-84 16,1 2-80-16,3 0-72 0,-2-2-89 15,10-2-134-15,-15 0 27 0,15 0-526 0,-15-2-630 16</inkml:trace>
  <inkml:trace contextRef="#ctx0" brushRef="#br0" timeOffset="-133268.56">18010 8011 2878 0,'-2'7'-225'0,"2"-7"29"15,0 8 13-15,0-8 27 0,-4 9 15 16,4-4 13-16,0-5 17 0,0 9 16 16,0-9 9-16,0 8 10 0,0-8 10 0,0 0 6 15,0 7 26-15,0-7 23 0,0 0 10 16,0 0 7-16,4 3 5 0,-4-3 7 0,0 0 4 15,0 0 4-15,0 0-1 0,0 0 4 16,0 0 2-16,0 0-4 0,0 0-5 0,0 0-2 16,0 0-3-16,0 0 2 0,0 0-3 15,4 7 0-15,-4-7-7 0,-4 9 2 16,4-9-2-16,-4 10 0 0,4-5-2 16,0-5 1-16,-1 9 5 0,1-9-7 0,-2 8-1 15,2-8 2-15,2 7 0 0,-2-7 2 16,0 0 2-16,3 5-1 0,-3-5-3 0,9 2 0 15,-9-2 5-15,0 0-4 0,0 0-1 16,20-5-4-16,-15 2 2 0,-5 3 6 16,9-9 7-16,-7 5 3 0,-2 4-3 0,1-6-3 15,-1 6 0-15,0 0-4 0,-12-7 0 16,12 7 0-16,0 0-5 0,-25 3 1 0,16 1-3 16,-2 1 5-16,4-2-3 15,-2-1-4-15,9-2 2 0,-11 3 2 0,11-3-1 16,-5 4 5-16,5-4-1 0,0 0 3 15,0 0-4-15,0 0 2 0,0 0 1 0,0 0-2 16,0 0-3-16,0 0 4 0,0 0-5 16,15-17 2-16,-15 17-2 0,3-4 1 0,-3 4-6 15,0 0 2-15,9-5-6 0,-9 5-19 16,0 0-37-16,0 0-49 0,0 0-58 0,0 0-116 16,0 0-203-16,13 11 8 0</inkml:trace>
  <inkml:trace contextRef="#ctx0" brushRef="#br0" timeOffset="-132585.28">22649 7689 1299 0,'0'0'-46'0,"0"0"8"0,19-4 30 16,-19 4 18-16,5-4 22 0,-5 4 13 16,0 0-2-16,8-3-6 0,-8 3 2 0,0 0-10 15,0 0-2-15,0 0 4 0,-11 19-4 16,3-10 24-16,-2 0-2 0,3 2-4 15,-1 1 18-15,3-1 12 0,0-2 2 0,3 2 16 16,2-2 17-16,7-1 9 16,-2 1 3-16,3-4-5 0,1 2 3 0,3-4-12 15,-1-1-9-15,2 0-8 0,1-2-10 16,-3 0 0-16,1-2-11 0,-1-2-7 0,-2 0-6 16,2 2-1-16,-4-2-10 0,-2-1 2 15,3 2-10-15,-3-3-4 0,-2 1-6 0,-3 5-29 16,4-8-66-16,-4 8-70 0,-2-7-93 15,2 7-107-15,0 0-160 0,0 0 25 0,0 0-116 16,0 0-87-16</inkml:trace>
  <inkml:trace contextRef="#ctx0" brushRef="#br0" timeOffset="-131988.28">24295 10974 1781 0,'6'1'186'0,"-6"-1"14"0,10 2 2 16,-10-2 16-16,0 0 48 0,7 4 40 16,-7-4 26-16,0 0 20 0,0 0-19 0,0 0-24 15,0 0-23-15,0 0-16 16,7-13-6-16,-7 13-10 0,4-6-6 0,-4 6-11 16,0 0-23-16,5-7-27 0,-5 7-12 15,0 0-16-15,0 0-14 0,0 0-18 0,0 0-13 16,2-5-11-16,-2 5-10 0,0 0-6 15,0 0 11-15,0 0-5 0,0 0-5 0,0 0-6 16,3-6-9-16,-3 6-6 0,0 0-5 16,0 0-7-16,6-4-3 0,-6 4-10 0,0 0-11 15,3-4-31-15,-3 4 0 16,0 0 0-16,2-8-64 0,-2 8-104 0,0 0-86 0,2-6-94 16,-2 6-86-16,0 0-88 15,-7-5-85-15,7 5-153 0,-13 0 25 0,1-2 80 16,-1 2-584-16,-8 0-702 0</inkml:trace>
  <inkml:trace contextRef="#ctx0" brushRef="#br0" timeOffset="-131288.11">22697 7916 3229 0,'0'0'-145'0,"14"-2"18"0,-3-1 12 16,-4 0 40-16,2-1 40 0,0-1 32 0,2 2 21 16,-2-4 4-16,0 1 3 0,1 2 5 15,-1-1 4-15,-3-1 12 0,-1 3-1 16,-5 3-2-16,11-5 2 0,-11 5-9 15,5-6 4-15,-5 6-10 0,6-4-2 16,-6 4-4-16,0 0 3 0,0 0-5 0,0 0-10 16,0 0-39-16,0 0-55 0,0 0-77 15,0 0-106-15,0 0-165 0,-34 8-39 0,26-6-152 16,2 3-118-16</inkml:trace>
  <inkml:trace contextRef="#ctx0" brushRef="#br0" timeOffset="-127751.71">20667 12858 4017 0,'0'1'260'0,"0"-1"-125"0,0 0-62 15,0 0-16-15,25-16 13 16,-5-3 34-16,7-5 9 0,5-7-21 0,2-4-9 16,3 3-8-16,-2-6-7 0,2 2-8 15,-1-1-10-15,-3 0-34 0,-3 4-73 0,-7 4-92 16,1 2-95-16,-6 2-94 0,-2 4-90 16,-5 7-130-16,-4 4-24 0,2 5 55 0,-8 1-286 15,-1 4-300-15</inkml:trace>
  <inkml:trace contextRef="#ctx0" brushRef="#br0" timeOffset="-127588.91">21061 12597 2241 0,'-5'20'-3'16,"-2"-3"31"-16,4-4 20 0,1-3 29 16,-2-1 30-16,2-2 47 0,0 0 44 15,2-7 17-15,-1 8 14 0,1-8 7 16,0 0-4-16,3 4-20 0,-3-4-21 0,0 0-18 16,20-10-14-16,-11 1-21 0,2 0-15 15,1-1-25-15,3-4-66 0,2 0-75 0,2-4-93 16,0-1-88-16,1 2-90 0,-7 3-81 15,0-3-129-15,-2 1-32 0,2 1 44 0,7-8-231 16,-7 5-234-16</inkml:trace>
  <inkml:trace contextRef="#ctx0" brushRef="#br0" timeOffset="-123153.55">18526 15420 1955 0,'9'-5'-59'0,"-9"5"14"16,3-3 9-16,-3 3 21 0,0 0 25 15,6-4 30-15,-6 4 14 0,0 0 5 0,0 0 4 16,11-8 1-16,-11 8 5 0,14-5 5 16,-14 5 2-16,9-6 6 0,-2 3 4 15,-7 3 13-15,12-9 3 0,-10 3 13 16,6 1 7-16,-8 5-13 0,2-8-16 0,-2 8-12 15,-4-10-6-15,4 10-11 0,-16-7-7 16,9 3-3-16,7 4-4 0,-22 0-12 16,22 0 3-16,-25 7-3 0,5-1-3 0,3 4-3 15,-4 0-6-15,-2 9-1 0,4 0-3 16,-1 2-3-16,4-5-3 0,3 0-2 0,3-1 2 16,2-3-4-16,5 2-4 0,-1 0 5 15,2-4-12-15,6 2 12 0,1 0-6 16,6 0 6-16,5 2-2 0,4-2-1 15,5 1-3-15,9 3 0 0,0-1-2 16,0-3 9-16,-2 4-5 0,4-5-5 0,-5 4 4 16,-2-1-4-16,-6-5 2 0,-9 2 8 15,-2-2 22-15,-1-1 22 0,-1 2 30 0,-7 1 20 16,0-1 0-16,-1 0 8 0,-4 2-6 16,-1-1-9-16,-4 0-13 0,0 1-2 15,-6 0-9-15,3 0-9 0,-3-3-6 0,-1 0-4 16,1-1-6-16,-3-1-4 0,1-2-5 15,0 0-8-15,0-1-7 0,-3-3 0 0,5 1-25 16,-1-2-49-16,14 0-68 0,-22 0-69 16,10 2-71-16,12-2-74 0,-13-2-85 15,13 2-113-15,0 0-84 0,-9-7 44 0,9 7-232 16,8-12-287-16</inkml:trace>
  <inkml:trace contextRef="#ctx0" brushRef="#br0" timeOffset="-122822.41">18874 15561 2355 0,'3'-7'24'0,"3"1"2"0,-6 6 3 0,5-3 0 16,-5 3 4-16,0 0 41 0,0 0 29 15,0 0 7-15,14 17-11 16,-8-9 7-16,-2 4 2 0,-1 0 2 0,3-1-7 16,-1 1 8-16,4 0 0 0,-2-1 2 15,0-3-6-15,5 0 3 0,-2-1-12 0,1 0 2 16,3-4-4-16,-1-1-11 0,0-2-10 15,-13 0-1-15,33-5-10 0,-17 1-8 0,4-6-1 16,-4 0 1-16,0 0-17 0,-1-3 1 16,-5-3-9-16,1 0 5 0,-5-3-7 15,-3-3-2-15,0 0-6 0,-6-4-2 0,-2-6 1 16,-3-3-4-16,-3 6-2 0,5 6 0 16,-1 3-7-16,3 7-5 0,-2 3-17 0,1 4-23 15,5 6-30-15,-10-2-54 16,10 2-60-16,-13 12-73 0,3 1-95 0,2 3-147 15,1 4-96-15,-1-1 46 0,3-5-225 16,1-2-260-16</inkml:trace>
  <inkml:trace contextRef="#ctx0" brushRef="#br0" timeOffset="-122421.3">19401 14967 2240 0,'6'-26'34'16,"-3"7"41"-16,-1 4 33 0,1 1 30 0,1 4 26 15,-4 2-10-15,0 1-21 0,3 0-11 16,-3 7-5-16,0 0 11 0,0 0 7 0,19 14-7 16,-13-2 0-16,4 6-5 15,-3 3-6-15,5 7-13 0,1 1-10 0,0 0-5 16,-3 1-9-16,-3-6-11 0,6 4-8 16,-2-6-4-16,-4-1-1 0,-2-7-14 15,3 1 1-15,-3-3-3 0,-2 0-6 0,3-2-5 16,-3 1-2-16,-1-4-1 0,0 0-5 15,-2-7 4-15,2 8-2 0,-2-8-7 0,0 0 3 16,0 0-1-16,-15 5-3 0,15-5-6 16,0 0-2-16,-27-4 6 0,14 4-7 0,0 2 7 15,-5 3-12-15,0 2 3 16,-13 7 2-16,4 6-6 0,2 3 4 0,0-1 1 16,7 5 0-16,0-1-3 0,13-4 4 15,-3 0 6-15,7-5-3 0,2 3 0 16,1-5 7-16,6-1 1 0,1 3 1 0,5-5 0 15,2-3 0-15,2-4-4 0,0-2-5 16,4-1-6-16,3-6-58 0,0 0-75 0,9-7-94 16,2-3-99-16,-2-3-137 0,-2-1-185 15,1 1 37-15,-5-4-348 0,-3 1-435 0</inkml:trace>
  <inkml:trace contextRef="#ctx0" brushRef="#br0" timeOffset="-122104.17">19853 15212 2466 0,'0'0'-57'0,"-16"-1"19"0,16 1 11 16,0 0 29-16,0 0 33 0,-15 12 26 16,12-7 13-16,3-5 13 0,-6 13 6 0,4-6 7 15,1 2 5-15,1-9 7 0,1 13 14 16,1-6-4-16,4 0 0 0,-1-1-7 16,3-2-6-16,-8-4 1 0,17 2-22 0,-6-2 1 15,-11 0-14-15,31-2-2 0,-14-4-10 16,-2 0-7-16,5-4 1 0,-8 1-2 0,2 1-6 15,-3-2-8-15,-3-1-1 0,-2 3-1 16,-4-2-4-16,0-2 0 0,-4-2-7 16,-3-1 0-16,-6-2-2 0,2 0 12 15,-5 2 0-15,1 1-9 0,-4 2-3 0,0 1-5 16,3 5-1-16,1 3-5 0,2 6 2 16,-4 1-6-16,0 3 0 0,-5 3-34 15,6 2-71-15,-6 9-85 0,5 0-90 0,2-3-119 16,2-4-162-16,2-3-41 0,7-1 57 15,2-5-212-15,0-5-236 0</inkml:trace>
  <inkml:trace contextRef="#ctx0" brushRef="#br0" timeOffset="-121190.4">20133 14713 2145 0,'-4'-29'32'15,"2"4"36"-15,1 9 52 0,-1-1 46 0,0 4 32 16,0 0 12-16,0 2-13 0,0 4-21 16,4 1-6-16,-2 6 17 0,0 0 3 0,0 0-8 15,22 21-15-15,-2 2-17 0,-3 5-14 16,2 1-11-16,0-1-13 0,1 3-8 0,-4 1-15 16,4 0-8-16,-8 1-7 0,4-2-8 15,-3 0-9-15,1-4-9 0,-7-1-2 16,-1-3-42-16,-1-3-62 0,-1 1-74 0,0-4-85 15,-1-2-75-15,-1-2-84 0,-1-5-100 16,-1-2-143-16,2-2 43 0,-2-4-293 0,0 0-352 16</inkml:trace>
  <inkml:trace contextRef="#ctx0" brushRef="#br0" timeOffset="-121023.4">20396 14924 2289 0,'-2'-6'7'0,"2"6"46"15,0-14 44-15,0 14 38 0,-1-11 25 0,-1 5 18 16,2 6 6-16,2-17 0 0,-2 9-16 15,1-1-14-15,-1-1-15 0,2-1-13 0,2 0-17 16,-2 2-10-16,0-3-11 0,-1-1-11 16,1 3-49-16,2-1-60 0,-2 2-64 0,1 2-53 15,-2-1-58-15,-1 8-67 0,0-8-44 16,0 8-37-16,0 0-40 0,-10-5-11 16,10 5-289-16,0 0-189 0</inkml:trace>
  <inkml:trace contextRef="#ctx0" brushRef="#br0" timeOffset="-120873.54">20407 14729 1793 0,'0'0'-42'16,"0"0"34"-16,0 0 25 0,0 0 36 0,0 0 41 15,31 12 30-15,-23-5 18 0,3 3 12 16,0-2 9-16,5 5-12 0,-1 0-13 0,-1-1-9 16,0 2-17-16,0 0-9 0,-1-1-10 15,5-3-10-15,-5 5-7 0,1-2-7 0,-2-5-56 16,0 2-70-16,1-2-69 0,-2-4-82 16,2 1-78-16,-1-4-83 0,-12-1-83 15,20-3-215-15,-11-4-161 0</inkml:trace>
  <inkml:trace contextRef="#ctx0" brushRef="#br0" timeOffset="-120574.89">20773 14775 1852 0,'-2'-10'17'16,"2"2"34"-16,-2 1 38 0,2 7 31 16,-3-8 26-16,3 8 21 0,0 0 7 0,-2-8-18 15,2 8 20-15,0 0 22 0,0 0 1 16,0 0-3-16,0 0-9 0,0 0-11 16,0 0-12-16,0 0-12 0,0 0-13 0,4 27-6 15,-3-22-5-15,5 0-6 0,0 1-7 16,-6-6-7-16,13 6-7 0,-3-3-8 0,-10-3-7 15,17 0-9-15,-17 0-7 0,23-3-7 16,-13 0-9-16,-10 3-2 0,14-7-6 0,-7 2 1 16,-7 5-6-16,3-9-4 0,-3 9-4 15,-1-15-3-15,-3 5-2 0,-4-2-5 0,-5-2-2 16,-1-1-4-16,1 1 1 16,-5 2-5-16,4 2-6 0,1 4 1 0,-1 3-6 15,-1 5 0-15,-3 3 1 0,-3 4-6 16,-6 9-27-16,3 3-65 0,-1 1-95 15,6 3-119-15,2 0-133 0,2 0-182 16,5-5-58-16,7-5 64 0,1-3-383 0,4-1-478 16</inkml:trace>
  <inkml:trace contextRef="#ctx0" brushRef="#br0" timeOffset="-120240.77">21155 14934 2654 0,'-6'9'-77'0,"-2"2"29"16,-3 4 38-16,-11 7 36 0,-10 9 39 15,-4 1 37-15,-11 5 24 0,-24 10 22 0,-9 7 5 16,-13 4 12-16,-20 4 20 0,-43 21 19 16,-14 5 17-16,-9-4 10 0,-8 1 0 15,-3 0-6-15,2-1 2 0,5-5-3 16,13-4 7-16,46-20-9 0,9-2 6 0,15-6-16 15,12-6-15-15,29-14-21 0,11-2-15 16,15-11-13-16,5-1-2 0,7-1-18 16,8-5-8-16,3-2-13 0,5-4-10 0,5-1-11 15,0 4-8-15,0-4-17 0,0 0-30 16,0 0-69-16,28-13-74 0,-13 5-68 0,-1 2-80 16,3-2-98-16,-2 1-103 0,-2-1-115 15,1 2-149-15,-1-2-14 0,0 4 69 0,-3 1-474 16,-1 1-610-16</inkml:trace>
  <inkml:trace contextRef="#ctx0" brushRef="#br0" timeOffset="-118224.65">13805 15683 2845 0,'-4'-17'-166'16,"-1"1"45"-16,2 0 38 0,-1 2 42 0,-2 1 35 16,3 0 39-16,-1 3 30 0,0 2-1 15,1 1-4-15,3 7-13 0,-7-8-4 16,7 8 41-16,0 0 16 0,-6 21 9 0,6-7-9 15,0 7-9-15,0 3-4 16,4 1-12-16,0 11 36 0,2-1-14 0,-2-2-4 16,3 1-11-16,-1 0-9 0,1-2-4 15,2-2-6-15,-6-3-5 0,3-4-7 0,-2-3-9 16,-1-3 0-16,-1 0-5 0,2-5-6 16,1 1-22-16,-4-5-51 0,-1-1-62 0,2-4-81 15,-2-3-105-15,0 0-94 0,0 0-125 16,0 0-31-16,-10-35-181 0,4 16-214 15</inkml:trace>
  <inkml:trace contextRef="#ctx0" brushRef="#br0" timeOffset="-118057.43">13516 15608 1927 0,'-13'-9'-31'0,"-1"5"17"16,3-1 1-16,4 3 3 0,7 2 5 16,-12-5 10-16,12 5-4 0,-6-6 5 0,6 6 9 15,0 0 2-15,0 0 9 0,16-15 1 16,-5 8-1-16,5-1-1 0,2-3-4 0,7-2-1 15,2-1-2-15,4 0 0 0,-6 6 1 16,-5-1-34-16,1 1-81 0,-1 6-86 16,-6 2-129-16,0 2-197 0,-1 4-14 0</inkml:trace>
  <inkml:trace contextRef="#ctx0" brushRef="#br0" timeOffset="-117040.42">14169 15766 1430 0,'0'0'7'0,"-6"-7"25"0,6 7 7 16,0 0 16-16,-3-6 8 15,3 6 2-15,0 0-8 0,0 0-6 0,0 0-2 16,0 0 28-16,0 0 13 0,0 0-7 16,21 25-12-16,-8-9-1 0,-2-1-8 15,1 0-4-15,1 4-6 0,-1 5-4 0,4 0-8 16,-3-7-2-16,-4 0 0 0,2 0-6 15,-6-1-6-15,1-4 1 0,-3 1-3 0,1-1 0 16,1-3-7-16,-4 2 1 0,1-2-5 16,-2-1-26-16,2-3-51 0,-2-5-74 0,-4 8-112 15,4-8-181-15,-12 0-202 0,12 0-130 16</inkml:trace>
  <inkml:trace contextRef="#ctx0" brushRef="#br0" timeOffset="-116858.27">14170 15577 1785 0,'-3'-8'4'0,"-4"0"22"0,4 1 15 0,-1 0 7 15,0 0 9-15,4 7 3 0,-5-12-2 16,3 7-8-16,2 5-5 0,-6-11-4 0,6 11-5 16,-2-5-7-16,2 5 0 15,0 0-4-15,0 0-47 0,0 0-68 0,0 0-86 16,-10 14-133-16,6-2-282 0,3 2-91 15</inkml:trace>
  <inkml:trace contextRef="#ctx0" brushRef="#br0" timeOffset="-116407.59">14614 15683 1606 0,'0'0'-3'0,"0"0"7"15,-8-4 1-15,8 4 8 16,0 0 27-16,0 0 4 0,-21 14 24 0,16-7 12 0,-3 5 2 16,3 0-2-16,-1 2 5 15,3 2-1-15,0-2-9 0,3-2 9 16,3 0 4-16,-2 1-5 0,3-2 0 0,0-1-6 15,1 0-10-15,3-1-7 0,0-2-2 16,-1 0-6-16,3-1-4 0,-3-2-7 0,5-3-5 16,-1 1-56-16,0 0-87 0,-1-2-125 15,-10 0-170-15,25-4-99 0,-14 1-104 16,0 1-104-16</inkml:trace>
  <inkml:trace contextRef="#ctx0" brushRef="#br0" timeOffset="-116021.43">14940 15702 1798 0,'-9'7'67'0,"3"0"-7"16,0-1 10-16,6-6 17 0,-6 7 43 0,6-7 37 15,0 0 19-15,0 0 0 0,0 0-16 16,0 0-11-16,0 0-21 0,0 0-15 0,34-13-10 16,-16 6-11-16,-1-2-8 15,2 0-13-15,0-2-16 0,3 1-91 0,-8 0-106 16,6 0-114-16,-5 1-155 0,0 0-156 0,-4 2 47 16,-1 5-145-16,-7-2-150 15</inkml:trace>
  <inkml:trace contextRef="#ctx0" brushRef="#br0" timeOffset="-115191.45">15216 15155 1811 0,'0'0'14'0,"-4"-6"13"0,4 6-3 16,0 0-4-16,0 0 2 0,0 0 55 16,0 0 34-16,0 0 16 0,14 33-9 15,-3-6 25-15,0 4-14 0,5 1-8 0,-1 4-10 16,4 7-10-16,-1-11-9 0,0 1-12 15,-2-4-3-15,1 1-10 0,-2-5-6 0,-2-4-3 16,-1-4-3-16,0-1-14 16,-5-3 4-16,0-3-8 0,0-1-2 0,-2 0-2 15,-1-3-3-15,0 0-7 0,-2-1-1 16,-1 0-9-16,-1-5-42 0,0 0-50 0,0 0-38 16,0 0-23-16,0 0-8 0,0 0 0 15,0 0-2-15,-11-23-6 0,6 13 10 16,-4 2 13-16,0-3 16 0,-4 5 11 0,1-3 26 15,1 4 15-15,-1 0 13 0,-1 1 18 16,2 1 16-16,-1 0 17 0,1 1 13 0,0 0 9 16,1 0 6-16,10 2 12 0,-19-1 9 15,11 1 12-15,8 0 5 0,-13-2 9 0,13 2 4 16,-7-3-1-16,7 3-2 16,0 0-2-16,0-9-12 0,0 9-3 0,18-21-6 15,-4 9-3-15,6-9-2 0,7 1-11 16,2-3 1-16,-1 2-5 0,3-1 0 15,-2-1-6-15,-5 2 0 0,1 3-2 0,-4 5-2 16,-6 2-2-16,-3 2-7 0,0 0-5 16,-3 6 6-16,-2 0-3 0,-7 3 4 0,18 4 10 15,-11 3 12-15,0 6-1 0,4-2 14 16,-4 3-4-16,2 3-1 0,2 0 6 0,-2 1-1 16,0 1 11-16,3-3-5 0,-1-2-4 15,4 1 1-15,-5-6 2 0,7 3 1 16,-4-4 3-16,0-3-3 0,3-2-6 15,1-1-3-15,-2-6-6 0,2 0-2 16,2 0-4-16,3-6 0 0,-8 1-5 0,4-1-6 16,-3-3-1-16,-3 4 0 0,-5-4-2 15,-1 1 3-15,-3 0-2 0,-3-1 0 0,-1-1-4 16,-5-5-2-16,-1-2-7 0,-11-5-3 16,3 3 4-16,1 5-4 0,-9 0-3 0,9 6 5 15,-4 1-7-15,3 5-4 0,1 0 1 16,0 6-21-16,-4 0-50 0,1 2-45 15,2 2-53-15,0 2-59 0,-1-1-91 0,3 2-116 16,-1 0-138-16,7-1 49 16,0 2-175-16,-1-1-194 0</inkml:trace>
  <inkml:trace contextRef="#ctx0" brushRef="#br0" timeOffset="-114558.11">16074 15158 1995 0,'0'0'12'0,"0"0"-5"0,0 0-2 0,0 0 0 15,0 0 16-15,0-7 33 16,0 7 28-16,0 0 13 0,0 0 8 0,0 0 5 16,21-4 14-16,-21 4 12 0,14-3 3 15,-14 3-5-15,13-3-14 0,-8-1-14 16,-5 4-1-16,20-8-21 0,-13 3-3 0,0-3-11 16,3 4 0-16,-4-4-14 0,1-1-3 15,-1 6-6-15,0-2 13 0,-6 5-7 0,4-12-9 16,-4 12-1-16,-4-9-12 0,4 9 4 15,-10-7-6-15,10 7-7 0,0 0-8 16,-27 10 11-16,11-2-6 0,-4 4-1 16,-3 5 3-16,5 2 17 0,2-3 13 15,3 1 7-15,4 0 10 0,4-2 5 0,3 0 9 16,2 1-1-16,0-4 1 0,4 2-4 16,5-2-4-16,-2-1 0 0,2-2-2 0,5 0-10 15,3-3-6-15,-2-2-1 0,8-2-9 16,3-2-5-16,13-4-4 0,1 2-5 0,-2-8-38 15,-2 3-92-15,1-1-105 0,-7-2-110 16,-6 3-129-16,-3 0-178 0,-5 0-1 16,-1-1 58-16,-6 4-256 0,1-3-306 0</inkml:trace>
  <inkml:trace contextRef="#ctx0" brushRef="#br0" timeOffset="-110658.08">14692 16191 2080 0,'-62'20'-105'15,"4"0"30"-15,-5 3 32 0,1-2 28 0,-1 5 9 16,0-2 22-16,6 0 26 15,-1-1 2-15,10-3-7 0,12-6-1 0,6-2 15 16,10-4 7-16,4-3 11 0,7-3 9 16,3-4-6-16,6 2-9 0,22-17-6 0,24-10-5 15,37-17 0-15,17-10-3 0,56-24-4 16,8-2-6-16,12 0 1 0,3-1-2 16,2-1-2-16,-2-1-4 0,-7 8-2 15,-46 16 0-15,-13 7-7 0,-11 5-26 16,-21 8-23-16,-26 15-25 0,-20 9-24 0,-12 4-21 15,-9 6-11-15,-12 7-11 0,-2-2-20 16,-35 19-9-16,-9 5 3 0,-11 7 13 0,-27 11 19 16,-7 4 12-16,-5 5 2 0,-4 1 12 15,-2 4 10-15,-1 2 7 0,-3 0 3 16,8 0 23-16,-3-1 18 0,9-7 23 0,10-8 26 16,22-9 2-16,15-9 10 0,12-5 5 15,10-8 8-15,10-3 14 0,9-7 6 0,2-1 3 16,0 0-4-16,69-36 7 0,-18 4 2 15,23-16-11-15,12-7-1 0,9-3-9 16,11-8 3-16,0 2-7 0,3-2-5 16,-1 1-3-16,-6 6-5 0,-17 11-3 15,-10 7-65-15,-24 13-116 0,-9 7-147 0,-15 9-324 16,-13 4-114-16</inkml:trace>
  <inkml:trace contextRef="#ctx0" brushRef="#br0" timeOffset="-109757.39">15336 16581 1683 0,'-5'-15'-9'16,"-1"5"39"-16,3-1 23 0,-1 3 19 16,-1-2 20-16,1 3 33 0,4 7 22 15,-3-12 11-15,-1 6 6 0,4 6-16 0,-4-11-20 16,4 11-6-16,0 0-7 0,0 0 72 16,0 0 13-16,27 46-6 0,-6-4 1 0,3 8-9 15,1 4-16-15,0 8-15 0,-2 1-14 16,10 13-14-16,-8-14-14 0,-5-1-9 15,3-1-11-15,0-2-11 0,0-2-6 16,-4-5-9-16,-2-6-6 0,-4-11-6 16,-1-3-8-16,-2-8-4 0,-3-5-5 0,-2-5-7 15,-1-3-31-15,1 2-58 0,-1-6-77 16,-3-1-129-16,-1-5-128 0,0 0-163 0,0 0-112 16,0 0 51-16,-19-23-305 0,10 8-400 15</inkml:trace>
  <inkml:trace contextRef="#ctx0" brushRef="#br0" timeOffset="-109426.68">15155 17129 2684 0,'-27'8'-4'0,"2"0"5"0,1-4 0 0,3 5 12 15,2-1 14-15,2-4 5 16,8 0 11-16,1 0-5 0,4-3 11 0,4-1-3 16,0 0 4-16,46-25-6 0,11-6-5 15,35-19 1-15,10-10-2 0,43-26 3 16,6 0-10-16,0-2-10 0,-4 3 0 0,-38 16-33 15,8 3-20-15,-3 4-8 0,-6 5-28 16,-6 6-44-16,-19 4-68 0,-24 18-46 16,-11 6-13-16,-15 5-8 0,-12 7-8 0,-6 3-372 15,-6 4-126-15</inkml:trace>
  <inkml:trace contextRef="#ctx0" brushRef="#br0" timeOffset="-109058.2">15661 16254 1933 0,'-10'-17'124'0,"4"5"4"0,2 4-13 0,2 2-13 16,2 6-10-16,0 0 52 0,0 0 47 16,25 18 10-16,8 19 8 0,3 9-10 15,12 15 9-15,1 6 5 0,4 1-17 16,-3 3-19-16,0-3-19 0,3 3-14 0,-5-8-12 16,-3-3-16-16,-11-10-12 0,1-5-7 15,-4-1-13-15,-5-1-10 0,-3-1-10 16,-6-11-4-16,-4-2-8 0,1 0-5 0,-7-7-5 15,1-5-52-15,-5-3-59 0,1-2-64 16,-4-4-73-16,0 1-79 0,-2-4-106 0,2-5-162 16,0 0-87-16,0 0 61 0,-24-12-285 15,9-2-348-15</inkml:trace>
  <inkml:trace contextRef="#ctx0" brushRef="#br0" timeOffset="-108409.7">15358 17602 2306 0,'-20'14'25'0,"5"-5"23"0,3-3 24 0,3 1 37 16,2-3 42-16,1-1 31 15,6-3 24-15,0 0-9 0,0 0-20 0,0 0-16 0,15-32-15 16,23-6-18-16,19-15-7 16,12-7-13-16,13-8-12 0,7-3-10 0,10 3-11 15,3-4-25-15,0-3 2 0,6 5-10 16,-6 5-12-16,-3 2-42 0,-10 7-43 15,-14 10-40-15,-26 15-20 0,-8 3-1 0,-12 10-8 16,-11 5 0-16,-6 4-7 0,-3 2-15 16,-3 2-21-16,-4 3-32 0,-2 2-49 0,0 0-66 15,0 0-116-15,0 0-69 0,-31 9-111 16,18-6-109-16</inkml:trace>
  <inkml:trace contextRef="#ctx0" brushRef="#br0" timeOffset="-107859.91">15531 16462 1690 0,'0'0'-17'0,"0"0"2"0,0 0-1 0,0 0 9 16,0 0 39-16,0 0 0 15,0 0 22-15,6 28-3 0,-3-20 17 0,5 2 7 16,-3-1 7-16,6 1 4 0,-2 0 10 0,0-2 7 16,1-1 3-16,-1-1 5 0,2-2 6 15,0-2-1-15,-11-2-6 0,18 0-9 16,-18 0-12-16,21-8-5 0,-10 4-10 15,-4-5-3-15,0 3-1 0,-1-2-9 0,-2 2-10 16,-4-4-7-16,0 10 0 0,-8-17-7 16,3 11 0-16,-7-3-5 0,-1 1-6 0,-7-3-5 15,4 4-3-15,-6 2-3 0,-1 0-22 16,3 4-17-16,2 2-17 0,-3 2-18 16,5 6-24-16,-4 1-24 0,5 4-39 15,0 1-48-15,-5 6-64 0,9-1-91 0,6-5-157 16,-1 2-166-16,6-5-167 0</inkml:trace>
  <inkml:trace contextRef="#ctx0" brushRef="#br0" timeOffset="-107426.54">15840 16854 2034 0,'-4'-5'56'0,"4"5"-6"16,-6-9-7-16,6 9-3 0,0 0-3 16,0 0-3-16,0 0-5 0,-17 24 0 15,11-9-4-15,-4 4-1 0,5 1-4 0,-4-1 1 16,1 2-5-16,0-1 0 0,0 1 2 15,-3-1-5-15,4-3 1 0,-1 0-2 0,0-3-2 16,3-2 2-16,-1-4-1 0,2-4-4 16,-4-1-16-16,8-3-18 0,0 0-5 15,0 0 1-15,-29-13 4 0,22 6 0 0,-2-5 8 16,2 0-1-16,-4 0 5 16,6 0 18-16,-3 5 8 0,7-3-1 0,-3 3 0 15,4 7 12-15,0-12 18 0,0 12 14 16,9-8 5-16,0 3-7 0,7-2-1 0,4 2-4 15,3-1-1-15,2 1-3 0,10-1-6 16,1-3-7-16,-2 2-16 0,3-1-75 16,-3 1-103-16,-4-2-153 0,-5 2-178 0,-3-1-137 15,-6-1-128-15</inkml:trace>
  <inkml:trace contextRef="#ctx0" brushRef="#br0" timeOffset="-106858.14">16102 16085 1623 0,'0'0'-23'0,"0"0"6"0,0 0 6 16,0 0 7-16,-4-3 19 0,4 3 10 0,0 0 2 15,0 0 0-15,0 0 35 0,0 0 38 16,0 0 3-16,2 22 6 0,0-13 4 0,3 2 8 16,-2 1-5-16,-1-1 5 0,4 1-4 15,-2 0-5-15,1-2 6 0,3 3-19 16,-2-3-14-16,1-3 4 0,-3 1-1 16,3-2 2-16,0 2 1 0,-2-4-6 15,-5-4-5-15,15 4-7 0,-15-4 2 0,20-1-20 16,-20 1 1-16,21-13-10 0,-14 6-4 15,2 0-2-15,-3-2-6 0,-2-1-1 0,-2-2-10 16,-2-1 2-16,-4-3-3 0,-4-1-3 16,-1-3-2-16,-5-2-10 0,0 1-21 15,2 7-3-15,1 2-10 0,-1 6-13 0,0 1-12 16,1 5-15-16,11 0-16 0,-25 13-21 16,12 1-37-16,0 10-32 0,0 5-52 0,3 5-71 15,4 2-131-15,4 5-84 16,2 2-153-16,8 11-159 0</inkml:trace>
  <inkml:trace contextRef="#ctx0" brushRef="#br0" timeOffset="-106577.12">16539 16529 2036 0,'-5'-6'97'16,"-2"-2"-6"-16,2 6-5 0,5 2-9 15,0 0 30-15,0 0 3 0,-25 14-4 16,15-4-9-16,1 5-7 0,-3-1-7 0,1 3-10 16,0 3-5-16,-3 6-12 15,3-4-3-15,2-5-2 0,-3 2-9 0,3-2 0 16,-1-3-11-16,4-2 8 0,-2-4-5 16,5 2-4-16,-3-6-2 0,6-4-8 0,0 0-24 15,0 0-17-15,-5-22-23 0,7 7-14 16,1-6-9-16,3-1-28 0,-3 1-44 15,5 0-39-15,-5 3-48 0,6 1-20 0,-4 5-8 16,3 1-44-16,-3 5-354 0,6-2-149 16</inkml:trace>
  <inkml:trace contextRef="#ctx0" brushRef="#br0" timeOffset="-106141.52">16057 17714 2002 0,'-13'14'107'0,"5"-5"24"0,0 1 24 16,6-5 39-16,2-5 12 0,0 0-4 0,11-22-14 15,16-17-16-15,19-27-13 0,12-11-13 16,6-5-18-16,8-7-25 0,7 2-12 0,-1-2-6 15,0 11-6-15,-6 3-13 16,1 13-7-16,-10 6-1 0,-20 19-7 0,-7 4-7 16,-9 10-52-16,-4 3-45 0,-5 7-50 0,-7 3-41 15,-2 6-33-15,1 2-46 16,-10 2-66-16,0 0-92 0,11 14-176 0,-9-5 36 0,-4 3-149 16,2 2-166-16</inkml:trace>
  <inkml:trace contextRef="#ctx0" brushRef="#br0" timeOffset="-102160.43">19580 16412 1840 0,'-3'-11'-23'16,"-1"-2"22"-16,0 3 19 0,3 2 22 15,-1-1 24-15,-1 2 18 16,3 7 16-16,-4-10-5 0,4 10-12 0,-2-7-6 16,2 7-8-16,0 0 18 0,11 22 12 15,-2 7 10-15,2 11 10 0,3 11 1 0,-1 7 6 16,1 0 5-16,-2 5-13 0,-2 3 2 16,0 1 0-16,1-4-8 0,-4 1-8 0,-3-2-12 15,2-2-8-15,-4-4-10 0,0-9-8 16,-2-2-3-16,0-4-5 0,-2 0-11 15,2-4-5-15,-2-6 0 0,2-7-7 0,0-3-1 16,-1-4-40-16,-2-3-65 0,3-3-69 16,0 1-89-16,-2-8-138 0,2-4-186 15,0 0-15-15,0 0 58 0,-6-27-145 16,3 4-152-16</inkml:trace>
  <inkml:trace contextRef="#ctx0" brushRef="#br0" timeOffset="-101742.27">19457 16246 2000 0,'-11'-5'87'15,"2"1"2"-15,4 2 19 0,5 2 26 16,-8-8 25-16,8 8 1 0,-2-7-12 0,2 7-9 16,12-16-21-16,1 0-10 15,16-6-13-15,14-3-8 0,11-5-23 0,2 1 0 16,16-12-8-16,-11 12 0 0,14-4-13 15,-9 8-7-15,-1 8-2 0,3 0-2 0,-3 9-9 16,-14 8 3-16,8 13-2 0,-3 4 1 16,-5 11-4-16,-3 8-3 0,-5 7-6 15,5 17-1-15,-1 8 7 0,-1 5-1 0,-2 1 0 16,2-1 12-16,-1-1 22 0,2-1-4 16,-4-4-3-16,3-2 15 0,-12-14 4 0,1-1-3 15,-7 0-11-15,-1-1-7 0,-2-4 0 16,-7-1-7-16,-4-8-4 0,-6-2-3 15,-5-6 10-15,-5 0-14 0,-1 3-2 16,-10 0-1-16,-7 1-1 0,-8 2-7 0,-6-3 5 16,-4-2-2-16,-5-2-3 0,2-1 3 15,-9-4-5-15,-1-3 7 0,-3 1 1 0,1-7-1 16,-1 1-8-16,3-3-11 0,5-3-43 16,3-2-67-16,-2 2-72 0,6-3-65 15,-6 0-90-15,6 0-109 0,-1-3-168 0,9-2 41 16,5 0-217-16,-3-2-279 15</inkml:trace>
  <inkml:trace contextRef="#ctx0" brushRef="#br0" timeOffset="-101409.64">19531 16687 2330 0,'-15'3'12'0,"4"-1"1"0,1 0 1 0,10-2 18 15,-8 1 25-15,8-1 23 0,0 0 20 16,0 0 3-16,42-10-8 0,6-5-6 15,7-4-10-15,6-2-3 0,8-4-11 0,13-8-3 16,-1-2-5-16,-2 0-17 0,-20 10-59 16,-4-2-62-16,-1 3-71 0,-11 2-78 0,-11 6-79 15,-1 1-123-15,-10 5-40 0,-6 3-76 16,-8 4-49-16</inkml:trace>
  <inkml:trace contextRef="#ctx0" brushRef="#br0" timeOffset="-101173.29">19550 16973 1636 0,'-15'14'80'0,"7"-2"20"0,0-4 11 16,5 0 36-16,3-4 51 0,0-4 39 0,0 0 25 16,28-3-2-16,5-7-19 0,17-10-18 15,8-5-23-15,6-2-16 0,15-9-21 0,1-4-21 16,-4 5-9-16,3 0-13 0,-24 6-18 15,1 1-51-15,-8 3-69 0,-3 1-68 16,-13 8-61-16,-1 1-54 0,-11 5-71 16,-2 3-80-16,-7 3-82 0,-1 1-129 0,-5 3 30 15,-5 0-142-15,0 0-170 0</inkml:trace>
  <inkml:trace contextRef="#ctx0" brushRef="#br0" timeOffset="-99808.39">21888 15225 1837 0,'0'0'-26'16,"0"0"0"-16,0 0-1 0,0 0 10 15,0 0 41-15,0 0 30 0,0 0 32 0,0 0 16 16,0 0 5-16,0 0-2 0,0 0-9 15,0 0-5-15,0 0 2 0,0 0 3 16,0 0 5-16,0 0 2 0,0 0-5 0,0 0-8 16,0 0-7-16,0 0-7 15,27-7-8-15,-27 7-11 0,9-6-5 0,-9 6 1 16,9-8-4-16,-8 3-9 0,3-2-2 16,-4 7-2-16,4-14-1 0,-6 6-3 0,-2-4-4 15,1 5 1-15,-6-3-9 0,4 1 1 16,-3 2 0-16,-4 0-7 0,5 1-5 0,-2 6 2 15,9 0 2-15,-22 0-9 0,11 0 7 16,-1 4 1-16,1 4 5 0,0 0 5 16,5 1-6-16,-2-1 8 0,5 1 13 15,1-1 11-15,0-2 3 0,0 4 8 0,4-4-3 16,0 1 2-16,0-2-3 0,-1 0-4 16,5 2-5-16,0-3-1 0,-6-4-3 15,13 9-7-15,-5-6-2 0,-1 2-2 0,3 0-5 16,0 0-1-16,-1-1-6 0,-1 3-1 15,3 1-4-15,-2 0 2 0,2 5 1 0,-6-2-5 16,4 2 3-16,-3 0-2 0,0 1 1 16,-4 0 6-16,2 0 0 0,-4-1 8 0,0-1 0 15,-4 3 10-15,2-1-5 0,-2-1-1 16,-4-1-2-16,3 1-1 0,-3 1-4 16,3-6-4-16,-3 0-1 0,0 2 1 15,1-4-5-15,-2 1-1 0,-2-2 1 0,2 1-5 16,2-1-3-16,-3-2-21 0,-1 1-57 15,1-1-83-15,-2 0-78 0,5-1-79 16,-4 0-95-16,1 1-113 0,0-1-76 0,10-2 51 16,-17 0-235-16,17 0-268 0</inkml:trace>
  <inkml:trace contextRef="#ctx0" brushRef="#br0" timeOffset="-99424.45">21633 15109 2042 0,'-19'7'-64'0,"-2"3"33"0,-6 9 41 16,-4 4 21-16,1 9 34 0,-1 4 25 16,5 4 23-16,3 4 11 0,4-1 9 0,4 2 12 15,9-6 5-15,4-3 19 0,8 0-7 16,5-3 1-16,4-2-4 0,17 1-13 0,4-6-10 15,7-4-12-15,7-6-13 0,7-4-18 16,4-8-2-16,-6-4-8 0,8-4-10 0,2-4-9 16,-2-6-15-16,-6-1-10 0,1-5-17 15,-10-3-17-15,1-5-2 0,-10-1-14 16,-5-2-9-16,-3-2-11 0,-14 2-4 16,-4-2-14-16,-5-2 18 0,-5-2-3 15,-8-5-8-15,-6-7-10 0,-7 4-11 0,-2-1-6 16,-5 9-1-16,-5 2 1 0,-5 4 5 15,5 10 6-15,-4 5-3 0,-9 6 6 0,3 5-3 16,-1 7-18-16,-2 4-20 0,2 6-24 16,-5 5-39-16,2 0-78 0,12 3-125 0,1 1-142 15,6 2 33-15,2 0-75 0,5 2-47 16</inkml:trace>
  <inkml:trace contextRef="#ctx0" brushRef="#br0" timeOffset="-98961.3">22155 14855 1368 0,'-14'-37'-90'16,"-2"-11"10"-16,-7-3 11 0,-2-4 10 15,-6-4 14-15,-9-11 9 0,1 1 17 0,6 16 21 16,-4 2 22-16,1 5 2 0,0 2 9 16,2 11 3-16,2 0-7 0,7 10-5 0,2 5-1 15,0 0-1-15,4 7-4 0,5 2-5 16,1 4-2-16,4 1-4 0,1 3 6 16,8 1-2-16,-15 0-2 0,15 0-3 15,-9 8 1-15,2-3 2 0,7 1 0 16,-1 2 2-16,-1 0-43 0,0-1-44 0,2 4-50 15,0-4-96-15,0 3-87 0,0 0 177 16</inkml:trace>
  <inkml:trace contextRef="#ctx0" brushRef="#br0" timeOffset="-98727.49">21578 14691 894 0,'0'0'15'0,"16"0"0"15,-16 0-5-15,16 0-3 0,-7 2 8 16,3-1 12-16,1 3-2 0,5-1 9 16,-2 1-12-16,2-2-2 0,-1 3 0 0,2-2-4 15,1 2-3-15,-2 0-12 0,0-1-58 16,-6 1-59-16,4 0-211 0,-5-2 157 0</inkml:trace>
  <inkml:trace contextRef="#ctx0" brushRef="#br0" timeOffset="-97294.67">21772 15336 844 0,'0'0'-35'0,"-13"-4"14"15,13 4 0-15,-14-2 20 0,14 2 33 16,-17-3 15-16,7 3 22 0,10 0 18 16,-16-2 14-16,6 0 20 0,10 2 25 15,-14-3 18-15,14 3 8 0,-11-3-1 16,11 3 0-16,-3-5-21 0,3 5-17 0,2-12-14 15,5 2-9-15,2-3-3 0,7 1-11 16,-1 1-10-16,2-2-6 0,0 2-4 0,0 4-18 16,-4 0 3-16,3 2 4 0,-3 3 1 15,1 2 0-15,-3 4 2 0,3 6 8 16,-3 3-7-16,-4 5 3 0,2 2-25 0,-6 0 18 16,3 5-7-16,-4-2 2 0,0 1 4 15,-2 1-19-15,0-4-6 0,0 0-13 16,0 0 11-16,1-2-7 0,-1 0 0 0,0-2-6 15,2 0-2-15,0-2 2 0,-4-1-40 16,2 0-71-16,0-1-67 0,0-1-76 16,-2-1-106-16,-3-1-177 0,1 0-32 0,0-4 51 15,0-3-119-15,-2 0-111 0</inkml:trace>
  <inkml:trace contextRef="#ctx0" brushRef="#br0" timeOffset="-97110.55">21770 15576 1906 0,'-9'-4'126'0,"9"4"8"0,0 0 22 16,0 0 12-16,-6-7 17 0,6 7 14 16,8-17 2-16,3 9-11 0,4-4-16 15,4 0-15-15,-2 0-16 0,10-5-17 16,4 0-7-16,-1 5-14 0,-1-2-17 0,-1 2-16 16,1 0-42-16,-4 1-62 0,-5 4-78 15,-2 3-79-15,0-3-96 0,0 2-99 0,-3-1-178 16,-3 1 26-16,-1 1-207 0,1 2-233 15</inkml:trace>
  <inkml:trace contextRef="#ctx0" brushRef="#br0" timeOffset="-76882.48">14382 10597 1117 0,'-12'14'333'16,"1"1"-100"-16,-4 11-12 0,-2 4-1 15,-3 10-9-15,0 2-17 0,2 1-4 16,2 3-21-16,5-7 2 0,4-3-6 0,5-7-13 16,4-5-13-16,7 5 3 0,11-6-3 15,3-5 0-15,7-5-4 0,4-9-4 16,2-4-13-16,10-4-6 0,7-10-9 16,5-4-10-16,-3-4-6 0,-3-4-8 0,-7-5-8 0,-1 0-9 15,-8-3-4-15,-3-3-3 16,-8-2 9-16,-11 5 10 0,-8-2 2 0,-6-2-5 15,-4 1-5-15,-9-7-7 0,-12 1-9 16,-5 5-3-16,-6 3-9 0,-5 4-5 0,0 7-1 16,-5 5-11-16,9 9-16 0,5 10-33 15,-4 5-36-15,-5 13-40 0,-4 9-64 0,5 7-66 16,4 10-61-16,4-2-85 16,5 11-99-16,2 4-153 0,2 1 46 0,7 3-334 0,0-3-401 15</inkml:trace>
  <inkml:trace contextRef="#ctx0" brushRef="#br0" timeOffset="-76615.52">14336 11145 2450 0,'2'-20'12'0,"-1"5"47"0,-2 1 58 0,1 3 70 16,0 4 44-16,-2 0 18 0,2 7 7 15,-4-7-10-15,4 7 26 0,0 0 31 0,0 0 6 16,-5 40-14-16,3-2-8 15,-4 17-5-15,2 10-16 0,-4 3-13 0,4 5-29 0,-1-2-16 16,1 5-29-16,1-5-17 0,-1-2-17 16,0 0-15-16,4-6-10 0,-3-1-13 15,1-3-12-15,2-15-12 0,-1 1-33 16,-1-2-55-16,-6-6-61 0,5-1-65 0,-3-3-64 16,2-8-63-16,-4-4-79 0,4-5-70 15,1-5-86-15,-1-3-81 0,0-6-113 0,4-2-10 16,-5 2-571-16,5-2-727 0</inkml:trace>
  <inkml:trace contextRef="#ctx0" brushRef="#br0" timeOffset="-76282.01">14221 12051 3316 0,'-5'10'-52'0,"-12"14"52"16,1 5 52-16,-4 12 46 0,1 5 43 0,-1 7 40 0,2 8 29 15,-2 0 19-15,6 3-2 16,0 0 5-16,4-4-18 0,7-2-1 0,3-14-13 15,3-1-9-15,7-4 2 0,1-6-11 16,4-6-12-16,7-6-14 0,-6-5-3 0,7-10-11 16,-1-4-19-16,5-5-13 0,10-10-5 15,-1-2-16-15,8-11-6 0,-2-7-8 0,-4-4-10 16,-4-2-14-16,-3-4-8 0,-10 0-2 16,-4-2-10-16,-13 7-3 0,-4-1-6 15,-10 0-10-15,-5-4-11 0,-10 0-9 0,-7 4-13 16,-6 4-11-16,-1 5-9 15,-2 7-13-15,7 11-11 0,0 5-20 0,1 5-22 16,6 4-17-16,-9 6-22 0,8 5-34 16,-3 1-41-16,8 1-61 0,4 0-62 0,6 1-66 15,1 0-70-15,3-1-108 0,-1-1-76 16,5-4 65-16,-2-3-379 0,5-3-456 0</inkml:trace>
  <inkml:trace contextRef="#ctx0" brushRef="#br0" timeOffset="-76016.41">14692 11116 2675 0,'0'-18'110'0,"-3"7"42"0,3 0 14 16,-4 6 16-16,4 1-9 0,0 4 11 15,0 0 42-15,0 0 18 0,0 0 8 0,34 31-1 16,-9-7-10-16,11 7-16 0,9 2-21 15,3 2-21-15,8-1-20 0,18 9-12 16,8-6-15-16,6 1-15 0,1-6-9 0,7-2-14 16,-3-4-19-16,-2-1-41 0,-21-7-41 15,0 0-56-15,-9-2-74 0,-10-3-108 0,-13-2-107 16,-5-2-100-16,-13-1-77 16,-1-3-157-16,-7-2 52 0,-4-1-491 0,-8-2-591 15</inkml:trace>
  <inkml:trace contextRef="#ctx0" brushRef="#br0" timeOffset="-75682.48">15939 11502 2971 0,'-15'31'22'0,"-3"1"38"0,5 3 39 16,-1 0 40-16,3-2 15 0,3-2 6 15,6-4 3-15,2-5-3 0,2-2 5 0,6-2-5 16,2 0-11-16,4-5-13 15,-2-2-11-15,3-6-12 0,5-2-11 0,-3-1-10 16,3-6-11-16,2-1-14 0,6-7-19 16,-1-3-17-16,4-4-14 0,-6-1-7 0,-3-3-5 15,-3-1 3-15,-1 1-1 0,-9 3 9 16,-3 3 2-16,-5 0 2 0,-4 0 2 0,-5-1 1 16,-9-7-3-16,-8 1 0 0,-11-2-5 15,-4 4-7-15,4 7-1 0,-5 6-9 0,2 4-23 16,-3 7-28-16,0 8-37 0,-7 5-56 15,1 6-58-15,2 3-57 0,0 3-76 16,6 4-87-16,3-2-186 0,1 2 35 16,2 0 65-16,11-8-230 0,-1 2-232 0</inkml:trace>
  <inkml:trace contextRef="#ctx0" brushRef="#br0" timeOffset="-75350.33">15139 12481 2055 0,'-22'10'158'15,"1"-3"11"-15,4 0 10 0,-4 2 31 16,2-2 27-16,0 1 28 0,5-2 15 0,0 0-1 16,2 0-13-16,4-6-10 0,1 4-27 15,7-4-21-15,0 0-16 0,0 0-18 0,0 0-13 16,27-16-24-16,12-7-10 0,9-6-24 16,6-4-26-16,18-10-41 0,-2 0-47 0,5-1-64 15,-3 0-68-15,-3 1-84 0,-14 10-80 16,-1 0-90-16,-3 2-73 0,-4 0-146 15,-4 6 7-15,-13 8-392 0,-2 0-477 0</inkml:trace>
  <inkml:trace contextRef="#ctx0" brushRef="#br0" timeOffset="-70317.2">14519 10677 2577 0,'0'0'-100'0,"0"0"38"16,0 0 38-16,0 0 35 0,-8-9 28 16,8 9 28-16,0 0 13 0,-5-3-6 0,5 3-10 15,0 0-7-15,0 0 42 0,0 0 20 16,-6 21-1-16,6-8 9 0,0 6 0 0,2 5-12 16,2 1 3-16,-2 1-10 0,1-3-5 15,1 12-13-15,2-4-7 0,-6-2-9 0,6-6-4 16,-2-2-8-16,-1-2-6 0,-3-1-1 15,4-2-4-15,-2-3-4 0,0-4 5 0,0 1 13 16,-2 0 17-16,0-2 5 16,0-8-5-16,0 0-9 0,-6 6-9 0,6-6-8 15,0 0-13-15,0 0 5 0,-19-20-6 16,11 6-7-16,1-3 1 0,1-3-6 0,-4-11-1 16,3-1-5-16,-1-1-4 0,1-3 0 15,2 1-2-15,4 7-2 0,-1 3-3 16,2 6 0-16,-2 0 0 0,2 2-5 0,0 3 2 15,2 2-10-15,0 2 6 0,-1 0 0 16,1 1 1-16,5 3-2 0,-4 2 1 0,1-1-2 16,-4 5-2-16,11-4-4 0,-11 4-1 15,0 0 4-15,14 4-3 0,-14-4-1 16,7 12-1-16,-3-4 2 0,-4 5 0 0,0-2 0 16,0 3 4-16,-2 1-2 0,0-6 1 15,1 3-6-15,-1-3 13 0,0 0 0 16,-2-5 5-16,4-4-4 0,-2 5-1 0,2-5 2 15,0 0-1-15,0 0-1 0,0 0-3 16,0 0 1-16,0 0-1 0,0 0-2 0,0 0 2 16,24-8-1-16,-12 11 0 0,1 1 1 15,3 1-2-15,2 3 3 0,2 1-5 16,-1 1 1-16,2 0 0 0,-2 2 3 0,4 5-3 16,2-3 2-16,-6-2-3 0,-4 1-2 15,0-1 0-15,-3-3-1 0,-1 1-2 0,0 2-32 16,-1-5-47-16,-2 1-53 15,-1-1-68-15,1 0-55 0,-2 0-80 0,0-2-85 16,-3-2-173-16,1 0 1 0,-4-3 63 16,5 9-256-16,-5-9-278 0</inkml:trace>
  <inkml:trace contextRef="#ctx0" brushRef="#br0" timeOffset="-69333.37">14336 12527 2015 0,'3'-6'-72'0,"-3"6"33"16,0 0 29-16,0-7 30 0,0 7 29 16,0 0 21-16,0 0 12 0,-3-8 8 0,3 8 1 15,0 0 6-15,-4-8 3 0,4 8 6 16,-4-6-1-16,4 6 7 0,-3-7-2 15,-3 3 0-15,6 4 1 0,-5-5 1 16,5 5 1-16,-9-5 0 0,9 5-12 0,-5-4-6 16,5 4-4-16,0 0-11 0,-22 8-9 15,15-2-10-15,0 4 0 0,-1 4-5 0,-2 2-1 16,3 2 7-16,-1 1-8 0,3-1 5 16,-2-1-8-16,5-1-6 0,-1 1-1 0,3-3-6 15,0 0 3-15,0-2-3 0,2-3-1 16,-1-1 1-16,3 1 2 0,1-3-1 0,0 0 3 15,-3-1 3-15,6-3 3 0,-8-2-3 16,0 0-4-16,15 0-4 0,-15 0-4 16,13-7-3-16,-7 3 4 0,-6 4 9 0,8-7 0 15,-4 4-3-15,-4 3 0 0,4-7 1 16,-4 7-1-16,3-3-4 0,-3 3-7 0,0 0-3 16,0 0-2-16,8-4-8 15,-8 4-2-15,0 0 3 0,0 0-5 0,0 0 2 16,0 0-3-16,12 11 4 0,-12-11-2 15,5 5-1-15,-5-5 3 0,9 3-1 0,-3 0-1 16,-6-3-5-16,16 6 4 0,-7-3-3 16,-2 1 0-16,3-1 1 0,1 0-6 0,1 1 4 15,-2-1-1-15,1 2-1 0,-2 0 0 16,1-1-2-16,-2-1-2 0,-1 2 0 0,0-1-8 16,2 0-29-16,-4-1-25 0,-5-3-40 15,11 5-46-15,-3-2-52 0,-8-3-47 16,8 2-60-16,-8-2-91 0,9 2-127 0,-9-2-89 15,0 0 52-15,13-6-299 16,-13 6-344-16</inkml:trace>
  <inkml:trace contextRef="#ctx0" brushRef="#br0" timeOffset="-68466.3">16131 11582 2332 0,'-8'-3'6'0,"8"3"23"15,0 0 18-15,-9-4 19 0,9 4 15 0,0 0 7 16,0 0 37-16,0 0 26 0,-7 14-7 16,9-2 4-16,-1 4-3 0,1 2-2 0,6 1-10 15,-5 3-11-15,5-1-10 16,2 10-9-16,-3-11-13 0,1 1-8 0,-3-2-7 15,2-3-9-15,-4-3-5 0,3-1-12 16,0-1-1-16,-5-3-9 0,1-1-19 0,0-2-27 16,-2-5-38-16,0 0-30 0,0 0-16 15,0 0-2-15,0 0-8 0,0 0-4 16,-7-27 4-16,3 11 7 0,-2-4 5 0,1-2 10 16,-3-11 7-16,-2-4 6 0,3 5 8 15,1 5 8-15,4 4 13 0,-2 4 13 0,0 2 7 16,2 3 12-16,2 3-1 0,-1 0 3 15,-1 3 2-15,2 0 16 0,2 2 19 16,-2 6 3-16,3-6 11 0,-3 6-1 16,0 0 21-16,0 0 4 0,16 13 15 0,-10-5 3 15,-3 1 12-15,3 3 1 0,-3 0 5 16,6 3 11-16,-6-3 3 0,-1 1-6 0,4 0 1 16,-2-1-3-16,-1-2 2 0,5 2 4 15,-2-3 3-15,3 1 1 0,2 0-1 16,1-2-1-16,1 1-9 0,3-3-5 0,3 4-13 15,-2-1 11-15,3-1-4 0,-4 3-5 16,-5-4 1-16,3 1 1 0,-3 3 4 0,3 1 8 16,-5-2 3-16,-3 0 1 15,-3 0-6-15,-1 2-10 0,-2 0-2 0,-2 0-18 0,-3 5-7 16,-1-3-10-16,-3 2-3 0,-3 0-12 16,3-2-39-16,-2 2-53 0,-1-5-54 15,-3 0-60-15,1-3-82 0,-1 2-97 16,2-5-101-16,-6 0-104 0,3-1-112 0,2 2-75 15,-2 1 73-15,-1 3-499 0,-4 9-624 16</inkml:trace>
  <inkml:trace contextRef="#ctx0" brushRef="#br0" timeOffset="-68183.64">15885 12762 3111 0,'-13'15'87'0,"-3"-1"41"0,3-1 10 15,-10 5 41-15,7-5 40 0,-2-1 33 16,7-4 18-16,3-1-6 0,0-3-3 16,3 2-20-16,5-6-11 0,0 0-23 0,0 0-20 15,41-22-15-15,7-7-18 0,21-13-23 16,8-9-13-16,2-4 1 0,12-5-2 0,3-3-12 16,2-4-7-16,5 5-22 0,-4-4-44 15,-2 4-56-15,-9 6-59 0,-10 3-57 0,-23 17-53 16,-9 3-33-16,-8 8-35 0,-9 8-20 15,-8 5-30-15,-6 2-21 0,-5 3-23 16,-4 3-27-16,-3 1-24 0,-1 3-24 16,0 0-80-16,0 0-31 0,0 0-283 0,-34 18-309 15</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11-16T02:48:01.820"/>
    </inkml:context>
    <inkml:brush xml:id="br0">
      <inkml:brushProperty name="width" value="0.05292" units="cm"/>
      <inkml:brushProperty name="height" value="0.05292" units="cm"/>
      <inkml:brushProperty name="color" value="#FF0000"/>
    </inkml:brush>
  </inkml:definitions>
  <inkml:trace contextRef="#ctx0" brushRef="#br0">24818 2555 827 0,'-7'-14'335'0,"5"3"-69"16,1 1-51-16,-1 2-2 0,-2-3-7 0,4 5-1 15,-4-1 2-15,2-2-7 0,2 9 0 16,-1-15-2-16,-1 8-17 0,2 7-19 0,-2-10-14 16,2 10-10-16,-4-9-24 15,4 9-13-15,0 0-5 0,0 0-11 0,0 0-2 16,0 0-7-16,-3 26 1 0,2-2 27 15,-3 15 1-15,-2 18 20 0,1 5 2 16,-6 8-3-16,-7 26-1 0,-1 5-24 0,-3 5-6 16,-1 5 1-16,-1-4-16 0,8-1-6 15,2-4-6-15,3-5 41 0,3-21-9 0,2-5 4 16,0-1 26-16,5-7 3 0,-3-3-25 16,-2-7 5-16,5-10-8 0,-1-5-4 15,0-9-16-15,-1-6-7 0,-1-3-2 16,2-3-9-16,2-5-1 0,-1 0-6 0,-1-2-8 15,2-1-8-15,-2-1 3 0,2-8-31 16,-6 7-56-16,6-7-52 0,0 0-59 16,0 0-58-16,-15-17-76 0,9 1-85 0,2-6-88 15,-1-12-102-15,3-4-168 0,0-5 41 16,6-3-501-16,1-9-655 0</inkml:trace>
  <inkml:trace contextRef="#ctx0" brushRef="#br0" timeOffset="815.62">24793 2536 3029 0,'-9'-6'-157'0,"0"-2"32"15,6 3 38-15,-1 0 23 0,0-1 17 0,4 6 19 16,-4-5 13-16,4 5 4 0,6-10 4 16,0 7 2-16,5-4 1 0,10 0-1 0,15 0 2 15,17-3-1-15,14 1-1 16,13-1 4-16,37-4 2 0,12 2-1 0,14-1 0 16,10 3 0-16,5 1-2 0,7 2 0 15,1 0 6-15,2 1-7 0,-4-3 5 16,-6 2 0-16,-6-1-3 0,-8 3 1 0,-8 1 1 15,-8-2 2-15,-14 4-3 0,-29 2 0 16,-10 0 4-16,-5 0-4 0,-22 2 0 16,-5 2 3-16,-5 0-2 0,-9-2 0 0,-8 3 3 15,-5 5-2-15,-2-2 15 0,-1 6 4 16,-4 3 12-16,2 14 10 0,-10 6 10 0,5 8 14 16,-6 16 16-16,-2 3 1 0,0 5-1 15,0 6 16-15,-3 5-9 0,-3 21 19 16,4-19-3-16,0-3-9 0,2 0-8 0,2-7 19 15,0 3-3-15,0-5-1 16,4-7-16-16,0-1 18 0,-2-5-4 0,-1-14-9 16,4-3-4-16,-5-5 2 0,2-6-16 15,-2-4-3-15,-2-5 4 0,2-3 5 0,-5 0-3 16,4-1 4-16,-1-2-3 0,-2 1-4 16,0-2-1-16,-1 1 2 0,-3-2-1 0,2 0 4 15,-1-1 0-15,-3-1 2 0,3 1-2 16,-3-3-4-16,-1-2 8 0,-3 3-11 15,1-3-6-15,-8 0-6 0,-3-1-5 0,-12 2-6 16,-3 0-1-16,-5-3-8 16,-7-2-3-16,-18 4-8 0,-6 0-1 0,-6 4-2 15,-26-1-1-15,-8 1-6 0,-3 2-3 16,-6-1-2-16,-1 1-11 0,-6 0-2 0,-9-1-2 16,-5 2 1-16,3 1 2 0,-1 1-3 15,-3-1 1-15,8 0-4 0,0-1 5 0,11 1-4 16,7 0 7-16,7-1-2 0,30-6 8 15,2 4-2-15,11-3 2 0,6 1-1 16,23-4 7-16,3 1 2 0,9-4-3 0,6 0-1 16,9 0 2-16,-2 0 0 0,5 0-4 15,11-2 3-15,-20 2 1 0,20-2-7 0,-13 0 4 16,13 0-14-16,0 0-5 16,-17 0-7-16,17 0-23 0,-8-4-37 0,8 4-42 15,0 0-56-15,-7-7-80 0,7 7-86 16,-2-8-110-16,6 0-132 0,-4-5-125 0,5-1 62 15,5-7-436-15,5-6-550 0</inkml:trace>
  <inkml:trace contextRef="#ctx0" brushRef="#br0" timeOffset="1364.33">25315 2631 2771 0,'-8'-10'-122'0,"5"2"38"0,-4 0 44 15,3 3 33-15,-1-3 30 0,-1 4 23 16,6 4 15-16,-5-10 8 0,5 10-6 0,-7-7-4 16,7 7-5-16,0 0-6 15,0 0 0-15,0 0 13 0,-11 17 16 0,9 0 18 16,1 5 26-16,-1 5 24 0,-2 14 4 16,2 4 13-16,2 15 4 0,2 9 13 15,0 1-4-15,0 5 8 0,1 2-14 0,1 3-10 16,-2 1-15-16,4 20-10 0,2-4 34 15,-3-20 3-15,3-3 3 0,-3-4-8 0,4 1-15 16,-4-7-6-16,1-2-6 0,-3-4-3 16,1-12-2-16,-2-2-7 0,2-5-12 0,-4-9-10 15,0-3-12-15,0-4-3 0,0-2-14 16,0-4-5-16,0 1-4 0,0-3-9 16,-2-1-1-16,4-1-7 0,-2-1-6 15,-2-2-5-15,2-1-1 0,0-1-3 0,0 2-9 16,0-6 3-16,0-4-10 0,0 0-9 15,-2 10-54-15,2-10-62 0,0 0-57 16,0 0-75-16,0 0-87 0,0 0-102 0,2-24-119 16,0 9-139-16,1-7-76 0,6-9 73 15,0-2-556-15,2-3-706 0</inkml:trace>
  <inkml:trace contextRef="#ctx0" brushRef="#br0" timeOffset="1797.72">25885 2813 3183 0,'-2'-10'-132'15,"0"0"37"-15,0 3 40 0,-1-2 40 0,3 9 31 16,-1-11 31-16,1 11 21 0,-2-11 7 15,2 11 0-15,-2-8-9 0,2 8-14 16,0 0-4-16,0 0 7 0,0 0 27 0,0 0 26 16,8 25 19-16,-2-2 21 15,-1 12 30-15,5 15 15 0,-3 9 13 0,-1 8-9 16,-2 5-5-16,0 1 1 0,-2 7-6 16,-1 24-10-16,1-1 16 0,-2-21-4 0,4 2-17 15,-2-4-14-15,3 19-8 0,4-24-3 16,-4-3-4-16,5-3 1 0,0-8-8 15,1-3-10-15,-6-6-12 0,3-13-8 0,-5-3-12 16,4-9-4-16,-5-6-14 0,1-1-3 16,-3-8-9-16,2 1-7 0,0-1-5 0,0-2-7 15,-2-3-8-15,2 0-7 16,-2-7-23-16,2 9-61 0,-2-9-70 0,0 0-61 16,0 0-70-16,0 0-90 0,0 0-101 15,0 0-101-15,-4-33-141 0,4 21-77 0,-4-1 71 16,4-5-556-16,0 1-712 0</inkml:trace>
  <inkml:trace contextRef="#ctx0" brushRef="#br0" timeOffset="2197.37">26481 2683 3183 0,'0'-19'-123'0,"0"1"37"16,1 6 45-16,-1-1 41 0,-1 1 29 15,1 3 30-15,0-3 22 0,-2 4 7 16,4-1 0-16,-2 9-14 0,-2-10-10 0,2 10-4 16,0 0 14-16,0 0 26 0,10 27 18 15,-6 12 21-15,3 14 23 0,-1 8 15 0,1 5 7 16,3 7-14-16,1 24 10 0,-2-2-10 15,0-18-6-15,-2 20 4 0,2-2 0 16,2-23-4-16,-2-1-4 0,0-2-10 16,0-4-10-16,3-3-13 0,-1-8-5 15,0 0-16-15,-6-15-1 0,1-2-19 0,-5-9-8 0,3-2-17 16,-2-7-5-16,0-1-11 16,0-1-12-16,0-5-10 0,-2 0-49 0,0-3-50 15,1-1-66-15,-1-8-81 0,-1 12-102 16,1-12-96-16,0 0-109 0,0 0-162 0,0 0-15 15,0 0 83-15,-17-29-444 0,10 14-540 16</inkml:trace>
  <inkml:trace contextRef="#ctx0" brushRef="#br0" timeOffset="3347.39">24913 3173 2655 0,'-10'-2'-184'16,"-1"-2"35"-16,3 0 45 0,0 3 39 0,8 1 18 15,-11-6 22-15,3 5 16 0,8 1 18 16,-9-4 7-16,9 4 9 0,-8-2 6 0,8 2 1 15,0 0 8-15,-7-3 6 0,7 3 4 16,0 0 2-16,0 0-4 0,-4-4-4 16,4 4-3-16,0 0 0 0,0 0-4 0,16-8-1 15,-4 6-4-15,1 0-1 16,9-1-3-16,3 0-1 0,16-3-6 0,7 5 0 16,19-3 1-16,5-2-2 0,4 0-4 15,33 0-2-15,7-1 1 0,4 0-2 0,4 0-3 16,3-1-2-16,7 2 1 0,-4-2 1 15,-5 3-1-15,1 0-2 0,-4 1 0 0,-8-1-1 16,-26 2 2-16,-6-3-1 0,-6 1-3 16,-5 4 0-16,-6-1 1 0,-18-2-4 15,-4 4 2-15,-11 0 3 0,-5-5 13 16,-7 5 21-16,-1-1 3 0,1-1 13 0,-5 2 7 16,0-2-2-16,-4 1 3 0,0-1-2 15,-11 2-10-15,22-2-2 0,-22 2-8 16,17 0-4-16,-17 0-1 0,11-2-8 0,-11 2-24 15,0 0-27-15,10-1-46 0,-10 1-64 16,0 0-85-16,0 0-106 0,0 0-174 16,0 0-11-16,0 0-131 0,0 0-136 0</inkml:trace>
  <inkml:trace contextRef="#ctx0" brushRef="#br0" timeOffset="3864.01">24764 3442 1669 0,'-17'0'-39'0,"2"0"22"0,-1 3 27 16,5-3 36-16,11 0 24 15,-21 1 10-15,21-1 3 0,-19 0-1 0,19 0-4 16,-14 2-1-16,14-2-4 0,0 0 0 16,-12 2-2-16,12-2-1 0,0 0-6 0,0 0 2 15,0 0-2-15,0 0 1 0,0 0 4 16,0 0-8-16,68 0-2 0,-25-2-10 15,22-4-3-15,8 2-7 0,15-4-1 16,23 0-7-16,14-1 1 0,12-1-5 0,12 2-6 16,7-3 1-16,2 5-6 0,4-6 3 0,-2 1-3 15,-2-1-4-15,-5 2 3 0,-12 0-6 16,-14 1 4-16,-16 1-7 0,-28 1 1 16,-10 0 0-16,-12-2 0 0,-17 6 5 15,-14 1-2-15,-7-1 7 0,-3 0 11 16,-4 1 0-16,-5 0-6 0,-11 2 2 0,0 0-8 15,0 0-6-15,0 0-12 0,0 0-38 16,0 0-47-16,0 0-62 0,0 10-76 0,0-10-93 16,0 0-162-16,-18 11-4 0,9-6-90 15,0 3-76-15</inkml:trace>
  <inkml:trace contextRef="#ctx0" brushRef="#br0" timeOffset="4363.52">24754 3895 1566 0,'-15'-3'9'0,"-1"2"10"0,4-1 30 0,-1 0 42 16,13 2 27-16,-27 0 9 0,15-2 1 0,12 2 4 15,-24-1-7-15,14 1 2 16,10 0 2-16,-15 0-4 0,15 0-5 0,0 0-5 16,0 0-4-16,0 0-1 0,0 0 4 15,0 0-1-15,52-6-8 0,8 1-4 0,14-2-6 16,33-4-16-16,13-2-1 0,16 1-11 15,16 0-3-15,12-1-9 0,7 0-7 0,52-2-2 16,-49 3-6-16,1 1-7 0,-2-4-4 16,-9 3 2-16,-7 1 0 0,-10 0-7 15,-18 1 4-15,-13-1-3 0,-28 3 5 0,-14 2 11 16,-13-2 6-16,-19 5 13 0,-9 1 21 16,-9 0 17-16,-7-1 11 0,-1 1 6 15,-3 1-4-15,-2 1-7 0,-3-2-10 16,-8 2-10-16,17 0-10 0,-17 0-8 0,12 0-8 15,-12 0-37-15,0 0-54 0,0 0-73 16,18 2-92-16,-18-2-104 0,0 0-108 0,8 1-171 16,-8-1-76-16,0 0 68 0,0 0-338 15,0 0-406-15</inkml:trace>
  <inkml:trace contextRef="#ctx0" brushRef="#br0" timeOffset="7930.57">29736 2435 2433 0,'2'-14'-117'16,"0"5"49"-16,-2 1 36 0,2 3 19 0,-2 5 9 15,0 0 10-15,0 0 18 0,0 0 35 16,0 0 28-16,0 0 22 0,-23 17 23 0,12-2 28 16,-9 7 14-16,1 6 19 0,-5 8 13 15,-1 0 3-15,-2 1 0 0,6-10-4 16,2 2-13-16,0 0-4 0,5-5-6 16,3-4-8-16,2-4-8 0,1-3-4 15,4-2 2-15,0-1 0 0,0-2 4 0,4 1-3 16,0-2 7-16,0-7-24 0,8 12-3 15,2-7-21-15,3-2 0 0,3-1-18 0,2 0-22 16,7-2-6-16,0 0-14 0,2-2-24 16,1 0-21-16,1 1-35 0,-2-1-27 0,-3-1-39 15,1-1-33-15,-4 2-45 0,-2-1-46 16,0 0-51-16,-2 1-58 0,-4 0-62 16,-1-1-87-16,-2-1-133 0,-3 2-97 0,-7 2 65 15,0 0-339-15,0 0-446 16</inkml:trace>
  <inkml:trace contextRef="#ctx0" brushRef="#br0" timeOffset="9016.53">29765 2571 2429 0,'-7'-8'-126'16,"7"8"34"-16,0 0 31 0,-1-4 21 15,1 4 36-15,0 0 18 0,-4-4 15 16,4 4 15-16,0 0 16 0,0 0 12 0,0 0 6 16,0 0 9-16,-7-8 2 15,7 8 1-15,0 0-4 0,0 0 6 0,0 0-2 0,0 0-11 16,0 0-7-16,0 0-2 16,0 0-8-16,-8-5-2 0,8 5-10 0,0 0-1 15,0 0-8-15,0 0-14 0,0 0 5 16,0 0 4-16,-5 21 21 0,2-6 25 15,-5 9 24-15,1 9 8 0,-2 5 0 0,-5 10 18 16,7-9 3-16,-7 13-8 0,4-2-4 16,3-7 5-16,2-2-25 0,-2 0-6 0,1-2-6 15,1-3-10-15,3-9-2 0,2-3-9 16,-4 1 9-16,4-4 0 0,0-5-10 16,-1 1-7-16,1-3-4 0,-2-3-8 0,0 1-4 15,2-2 0-15,0-1-8 16,0-3-2-16,-2 3 5 0,2-9-7 0,0 10-2 15,0-10 14-15,-2 9 6 0,2-9 0 16,0 0-3-16,0 7-7 0,0-7-3 0,0 0 2 16,0 0-22-16,0 0-42 0,0 0-54 15,0 0-62-15,0 0-93 0,6-23-87 16,-6 23-99-16,5-16-138 0,-1 8-144 0,0 1 60 16,-3-3-401-16,5 2-514 0</inkml:trace>
  <inkml:trace contextRef="#ctx0" brushRef="#br0" timeOffset="10362.37">30569 2714 2615 0,'-4'-12'-133'0,"2"9"29"0,-2-4 31 16,4 7 30-16,-8-11 21 0,4 7 18 0,-1 2 17 16,5 2 13-16,-17 0 14 0,17 0 13 15,-28 14 9-15,3 6 6 0,2 1 8 16,-4 4 14-16,-2 8 4 0,0 1-2 0,9-5 19 16,1 0-16-16,1 4-3 0,3-3-5 15,4 0 35-15,5-4-4 0,4-4-8 0,2-3-1 16,2 3-5-16,4-3 0 0,2 0-10 15,3-2-7-15,3-2-9 0,0 0-7 16,6-3-5-16,0-4-6 0,1-2-8 16,4 0-8-16,0-5-5 0,4-1-2 15,-2-1-5-15,7-7 3 0,-4-1-11 0,3-6-2 16,-6-2-2-16,-3 0-1 0,-1-7-2 16,-8-1-5-16,0-4 3 0,-5-5-6 0,-2-1 3 15,-6 6-1-15,-1-6 12 0,-4 0 2 16,-1 7-1-16,-6-1-1 0,-3 3-1 0,-1 8-4 15,3 4-2-15,-4 5-5 0,-1 4-3 16,-3 4 0-16,-1 2 1 0,-3 6-1 16,-10 5-1-16,5 3 3 0,-1 6 4 15,4-1 0-15,2 6 2 0,3 2 5 0,0 3 3 16,6 2 11-16,-2 13 4 0,8-9 4 0,3 2 3 16,5 3 0-16,0-1-3 15,5-2 0-15,1 0-5 0,3-1-3 0,0-2-4 16,0 0 2-16,0-3-7 0,-1-3 0 15,-2-4-1-15,-2-9 8 0,-3 1 7 0,1-4 15 16,-2 1 20-16,-2-1 14 0,-1 0 17 16,-3-2 4-16,0 0 14 0,-5 0 10 15,0-5 5-15,-3 1-6 0,-1-4-10 0,-1 2-15 16,0-4-5-16,0 0-8 0,1-2-7 16,-3-2-6-16,6 0-9 0,-2 0-6 0,14 2-9 15,-21-5-7-15,13 4 5 16,8 1-14-16,-15-4-5 0,15 4-6 0,-10-3-5 15,10 3-10-15,0 0-8 0,-4-8-5 16,4 8-11-16,16-8-11 0,3 0-22 16,14-2-30-16,3-2-22 0,11-5-13 0,1-3 6 15,1 2 8-15,1-5 9 0,-4-1 5 16,-4-1 11-16,-4-1 5 0,-2-2 15 0,-1-1-2 16,-5-2 8-16,-8 8 7 0,0-1 6 15,-3 1 3-15,-4 4 12 0,-3 3 20 0,-3 4 16 16,-2 1 8-16,1 2-1 0,0 2 1 15,-2 0 2-15,-1 1-15 0,-1 0-4 16,-4 6-7-16,0 0 4 0,0 0 0 0,0 0-4 16,0 0-1-16,0 0 6 15,14 23-1-15,-14-11-5 0,0-2 4 0,2 3-2 16,-1-3 3-16,1 1-5 0,2 0 4 16,0-2-1-16,-2 3-1 0,3-7-3 0,1 3 0 15,2-2-4-15,-3-2 2 0,-5-4-4 16,20 4 2-16,-20-4 3 0,18-5 3 0,-7 0-9 15,1-3 3-15,-2-1-3 0,4-5 5 16,-5 1 1-16,0 1-3 0,-2 1-2 0,4-2-1 16,-6 6 1-16,3-3-2 0,-5 3-1 15,4 2-8-15,-7 5 6 0,0 0-4 16,0 0 2-16,0 0 7 0,0 0 1 16,11 19 0-16,-9-7 1 0,-2 2-1 15,1 0 0-15,1-1 0 0,0 3 5 0,2-1-4 16,0 1-1-16,-2-3 3 0,4-1-4 15,-2 1-4-15,-1-5-11 0,3 2-30 0,1-3-49 16,2 0-67-16,-2-3-84 0,2 0-94 16,3-2-94-16,-3 0-121 0,-9-2-199 0,25-5 46 15,-14 2 86-15,7-3-379 0,-3-4-478 16</inkml:trace>
  <inkml:trace contextRef="#ctx0" brushRef="#br0" timeOffset="10764.51">31395 3040 2544 0,'-7'7'-114'0,"7"-7"45"0,-5 8 28 16,5-8 31-16,-6 9 26 0,6-9 25 15,0 8 24-15,0-8 18 0,2 10 11 0,-2-10 7 16,5 7-5-16,-5-7-10 15,11 4 0-15,-11-4-10 0,20 2-4 0,-20-2-9 16,17-4-5-16,-17 4-5 0,21-4 1 0,-14-2 13 16,2-1 19-16,-4 2 5 15,-1-2 7-15,-1 0 14 0,-3 7-1 0,2-13-3 16,-2 8 2-16,0 5-7 0,-3-13-9 16,3 13-2-16,-11-6 0 0,11 6 2 0,-16 1-5 15,16-1 3-15,-25 11-2 0,14-3-1 16,0 2-6-16,-3 6-1 0,3 1-5 0,1-2-6 15,0 5-6-15,3-2-4 0,1-1-5 16,5-1-5-16,-1-1-5 0,2-1-5 16,0 0-10-16,2-3-23 0,-1-1-50 0,5 3-78 15,-1-5-96-15,5-1-115 0,0-2-147 16,1-1-206-16,3-4 24 0,-14 0 85 16,26 0-288-16,-9-4-348 0</inkml:trace>
  <inkml:trace contextRef="#ctx0" brushRef="#br0" timeOffset="11162.77">31700 3084 2204 0,'-7'7'-83'0,"7"-7"39"0,-4 5 33 15,4-5 41-15,0 0 34 0,0 0 26 0,-2 11 21 16,2-11 17-16,0 0 12 15,0 0 8-15,0 0 9 0,8 10-5 0,-8-10-16 16,0 0-12-16,16 0-11 0,-16 0-10 16,0 0-11-16,22-7-10 0,-22 7-6 0,12-7 9 15,-7 4 0-15,-5 3 4 0,8-9 12 16,-7 2 13-16,3 2 2 0,-4 5-5 0,0-12-9 16,0 12-12-16,-4-8-9 0,4 8 0 15,-7-6-2-15,7 6 3 0,0 0 4 16,-25 4 2-16,16 1 3 0,-3 4 2 15,-1 1 8-15,4 0 5 0,-5 6-3 0,5 1-11 16,-1-2-3-16,4 2-10 0,0-2-4 16,3 2-4-16,1-5-5 0,2 1-3 15,0 1-13-15,2-2-19 0,1-3-50 0,6 1-77 16,-6-4-108-16,9 2-127 0,-3-3-147 16,6 0-195-16,2-4-54 0,-1 1 76 15,-1-2-415-15,2 0-537 0</inkml:trace>
  <inkml:trace contextRef="#ctx0" brushRef="#br0" timeOffset="11462.55">32003 3132 2678 0,'0'-10'-129'0,"0"10"47"16,0 0 34-16,0 0 38 0,0 0 29 0,0 0 27 15,0 0 18-15,0 0 12 0,0 0 5 16,0 0 3-16,0 0 0 0,0 0 2 0,0 0-1 15,-13 22-5-15,13-22 6 0,-1 9 0 16,1-9 13-16,0 0 9 0,0 10 17 16,0-10 18-16,0 0 28 0,0 0 23 0,1 10 18 15,-1-10 21-15,0 0 6 0,8 4-7 16,-8-4-10-16,0 0-21 0,0 0-14 0,21-2-12 16,-21 2-28-16,15-4-13 15,-15 4-16-15,16-8-17 0,-11 4-11 0,4 0-43 16,0-2-66-16,-4 3-68 0,4-1-78 15,-3-2-92-15,0 2-81 0,-6 4-79 0,6-5-108 16,-6 5-158-16,0 0 13 0,0 0-454 16,0 0-591-16</inkml:trace>
  <inkml:trace contextRef="#ctx0" brushRef="#br0" timeOffset="13178.5">31863 3142 2797 0,'-10'0'-157'0,"10"0"54"16,0 0 62-16,0 0 45 0,0 0 21 16,0 0 18-16,-13-4 5 0,13 4 9 15,0 0 6-15,2-14 0 0,-2 14-3 16,3-11 2-16,-3 11 4 0,10-10-2 0,-6 5-7 15,2 0-2-15,-6 5-9 0,5-5-7 16,-5 5 5-16,0 0-5 0,0 0 3 0,23 13 4 16,-15-1 9-16,1-1 2 0,-2 4 11 15,6 1 2-15,-6 0-3 0,2 1 16 16,-2 0 0-16,-4-5 1 0,5 2-5 0,-5-1 3 16,1-1 6-16,0-4 4 15,-2 1 18-15,-1-2 15 0,4 0 24 0,-5-7 20 0,6 10 14 16,-5-5 18-16,-1-5-14 15,0 0-17-15,0 0-18 0,0 0-15 0,0 0-8 16,29-14-12-16,-18 6-21 0,-2 1-8 16,2-2-13-16,-2 4-5 0,0-2-8 15,1 3-7-15,-2 2-4 0,-8 2-6 0,0 0-7 16,34 10 2-16,-23-2-3 0,5 5-1 16,-3-2 19-16,-1 5 8 0,0-1 7 0,1-1 11 15,-1 2 16-15,-1-3 9 0,2-3 9 16,-2 2 10-16,1-5 12 0,-1 0 7 15,0 0-5-15,1-3-12 0,1-3-44 0,2-1-83 16,-15 0 0-16,31-3 0 16,-14-3 0-16,-2 0 0 0,2-2 0 0,0-3 0 15,-2-3 0-15,6-5 0 0,-5 0 0 16,1-6 0-16,-1-4 0 0,-4 3 0 0,4-4-313 16,-7 10-56-16,-1 5-50 0,-1 5-64 15,0 0-95-15,-4 4-80 0,-1 2-158 16,-2 4 69-16,0 0-548 0,0 0-754 0</inkml:trace>
  <inkml:trace contextRef="#ctx0" brushRef="#br0" timeOffset="15863.78">23775 4671 3237 0,'0'-11'-150'0,"0"1"55"16,0 2 52-16,2 2 47 0,-2 6 35 15,0-11 21-15,0 11 18 0,0 0 14 0,0 0 32 16,0 0 25-16,0 0 28 0,0 0 15 15,-12 37-3-15,7-6 0 0,-3 3-10 0,2 2-15 16,2 0 1-16,1 3-9 16,-1-5-15-16,4 3-10 0,0-8-11 0,0-3-23 0,2-2-10 15,0-2-7-15,1-3-2 16,-1-4-2-16,2 1 0 0,0-6 7 0,2 0-12 16,0-3 4-16,3-2-20 0,-2-2-3 15,-7-3-5-15,23-10-2 0,-7 2-7 16,-1-3-6-16,8-6 2 0,-4-1-8 0,2-3-3 15,-6 4-2-15,-2 3-4 0,-1-1 1 16,-1 3-4-16,-3 2-5 0,-1 3-5 0,2 0 5 16,-6 4 0-16,-3 3-3 15,0 0 4-15,0 0 5 0,19 17 2 0,-15-5-3 16,4 3 4-16,-3 5 0 0,1 3 15 16,-1-4-19-16,2 1 6 0,-2 3-7 0,3-5 1 15,-3 1-2-15,1 0 3 0,0-4-3 16,-2-3-6-16,0-2-6 0,-3 2-13 0,3-5-44 15,0 1-42-15,0-2-48 0,-3-2-79 16,-1-4-72-16,11 4-51 0,-11-4-56 0,16-8-67 16,0 0-90-16,9-13-97 0,-1 0 54 15,6-8-354-15,7-3-437 0</inkml:trace>
  <inkml:trace contextRef="#ctx0" brushRef="#br0" timeOffset="16211.59">24517 4855 2430 0,'9'-6'-60'0,"-4"2"53"0,1 2 51 0,-6 2 51 16,0 0 43-16,0 0 46 0,0 0 16 15,-13 20 23-15,2-11 5 0,-3 9-1 0,-7 5-7 16,0-1-21-16,0 3-15 16,0 1-20-16,1 1-25 0,0-1-13 0,1-2-15 15,0 0-8-15,2-2-14 0,2-5-4 16,3-1-15-16,3-4-5 0,0 1-26 16,0-3-39-16,2-3-29 0,-1-1-34 0,5-2-39 15,3-4-44-15,0 0-16 0,0 0-12 16,-22-12-5-16,17-3 2 0,-1 2 10 0,3-7 18 15,-2-3 13-15,1 1 14 0,6 1 21 16,-2 4 19-16,2 0 23 0,1 3 19 16,-3 2 11-16,2 4 15 0,1 1 36 15,-1 2 31-15,-2 5 18 0,9-5 7 0,-9 5 14 16,0 0-5-16,25 5 0 0,-14-2-2 16,2 4-23-16,-1-2 5 0,6 4-7 0,-3-3-11 15,2 0-9-15,2 2-23 0,-3-3-55 16,-4 0-66-16,6 2-64 0,-5-2-68 15,1 1-70-15,-1 0-84 0,-6-4-140 0,3 0 25 16,0 0-161-16,-10-2-162 16</inkml:trace>
  <inkml:trace contextRef="#ctx0" brushRef="#br0" timeOffset="16564.55">24646 4954 1864 0,'11'-12'57'0,"-1"5"60"0,-2 0 46 0,-5 0 26 16,3 3 6-16,-6 4 12 0,0 0 61 15,0 0 27-15,0 0 11 0,12 14 6 0,-12-5 2 16,2 1-20-16,-4 0-12 0,-1 4-3 15,3-2-41-15,-2 0-22 0,0 0-17 16,2 2-23-16,-2-4-10 0,2 0-20 0,0-1-12 16,0-1-11-16,0-8-14 0,2 13-8 15,-2-9 1-15,0-4-7 0,0 0-15 0,0 0-12 16,12 0 6-16,-12 0-18 0,13-17-3 16,-4 7-5-16,4-2-5 0,-4-3-2 0,0 4-5 15,1 1-7-15,-2 2-3 0,-5 1-6 16,5 2-2-16,0 3 3 0,-8 2 17 15,0 0 13-15,18 19 15 0,-12-7 3 16,0 7-1-16,2 1-4 0,-3 3-2 0,1-2-4 16,2 2-4-16,0-3-9 0,-1-1 1 15,0 1-36-15,-1-5-10 0,0-1 0 0,0-3 0 16,-1-3 0-16,-3 2 0 0,2-3 0 16,-2-3 0-16,0 2-123 0,-2-6-87 0,3 7-63 15,-3-7-61-15,0 0-84 0,9 1-84 16,-9-1-93-16,0 0-149 0,0 0-3 15,2-17 69-15,-2 7-535 0,0 2-677 16</inkml:trace>
  <inkml:trace contextRef="#ctx0" brushRef="#br0" timeOffset="22211.76">27368 5533 3059 0,'0'0'-145'0,"-3"-8"51"0,3 8 41 16,-6-9 37-16,4 4 27 0,1-2 24 15,-1-1 21-15,-2 2 16 0,2 0 17 0,0 1 10 16,0-3 9-16,2 8 0 0,-1-10 11 16,1 10-3-16,-2-8 5 0,2 8-3 0,-2-7-3 15,2 7-12-15,0 0-7 16,-2-8-9-16,2 8-6 0,0 0 23 0,0 0 15 16,0 0 11-16,-6 21 14 0,2-7 14 15,-2 9 8-15,3 0-6 0,-7 10 4 0,4 1-4 16,-1-2-9-16,1 1-8 0,-1-2 1 15,3-6-25-15,-3-2-14 0,6-3 4 0,-1-3 0 16,0-2-12-16,0-3-8 0,2 0-7 16,-4-2 17-16,4-1 12 0,0-3 20 0,0-6 14 15,-1 14 10-15,1-14-9 0,-2 5-15 16,2-5-13-16,0 0-17 0,0 0-7 0,0 0-11 16,0 0-10-16,0-32-8 0,3 14-64 15,1-3-1-15,3-14 0 0,4-2 0 16,-2 2 0-16,0 0 0 0,1 3 0 15,1 5 0-15,-1 6 0 0,-4 4 0 16,0 5 0-16,-5 1 0 0,5 3 0 0,0 3 0 16,-6 5 0-16,13-4 0 0,-13 4 0 15,21 9 0-15,-7-1 0 0,2 4 0 0,9 6 0 16,0 1 0-16,4-1 0 0,-1 0 0 16,1 0 0-16,-2-2 0 0,0-1 0 0,-5-3 0 15,-5-1 0-15,-2-5 0 0,1 1 0 16,-5-3 0-16,1 0 0 0,1-4 0 0,-4 2 0 15,-9-2 0-15,19-2 0 0,-7-4 0 16,0-1 0-16,-1-1 0 0,-2-5 0 16,1 1 0-16,-3-6 0 0,5-1 0 15,-4-4 0-15,1-9 0 0,0 0 0 0,2-5 0 16,-2 2 0-16,-2 3 0 0,-1 6 0 16,-3 5 0-16,2 3 0 0,-3 3 0 0,0 1 0 15,-2 2 0-15,0 4 0 0,0 3-238 16,0 5-96-16,-7-4-82 0,7 4-97 15,0 0-109-15,0 0-222 0,-16 15 59 0,14-8 88 16,0 0-576-16,2-7-732 0</inkml:trace>
  <inkml:trace contextRef="#ctx0" brushRef="#br0" timeOffset="22543.83">28166 5409 3219 0,'0'9'-143'15,"0"-9"52"-15,-4 8 46 0,4-8 51 16,-4 12 39-16,3-4 28 0,-2-1 22 0,1 1 17 16,0 1 12-16,2 0 4 0,0 0 4 15,0-1 8-15,2 4-4 0,3-3-2 0,-2-1-7 16,3 2-11-16,1-3-13 16,2-2-10-16,3 0-7 0,-1-3-9 0,2 1-10 0,-13-3-3 15,25-3-6-15,-9 1-7 0,-3-1-2 16,5-4-4-16,-7 0-4 0,1 0-1 15,-3-4 4-15,-4 0-2 0,1 1-1 16,-1-2-2-16,-4-5-2 0,1 3-7 0,-2-1-2 16,-2-2-3-16,1 3-2 0,-4 2-7 15,-1-3-2-15,3 5-2 0,-5 3-9 16,1 0-25-16,-3 4-49 0,1 1-65 0,9 2-82 16,-20 0-88-16,20 0-122 0,-18 2-176 15,9-2-15-15,9 0 53 0,-9 3-273 0,9-3-324 16</inkml:trace>
  <inkml:trace contextRef="#ctx0" brushRef="#br0" timeOffset="22977.44">29220 5375 2139 0,'-5'-5'-53'0,"5"5"43"0,-3-9 32 16,3 9 27-16,-8-5 30 0,8 5 26 15,0 0 22-15,-25 4 20 0,10 2 7 16,0 6 12-16,-4-1 13 0,-2 9 3 16,0-1-3-16,2 3-6 0,5-2-7 15,7-4-3-15,0 4-8 0,5-5-11 0,2 1-5 16,2-3-9-16,1 1-12 0,5 0-11 15,1-3-6-15,5 0-10 0,-1-3-9 0,1 0-9 16,0-4-6-16,4 0-5 0,-5-1-10 16,3-3-4-16,-3 0-2 0,-13 0-1 0,24-7-3 15,-11 3-9-15,-2-2-1 16,-2-2-8-16,-2-1-1 0,-1-1-3 0,-2 0-4 16,2-6 0-16,-4 2-4 0,0-4-4 0,-2 4-12 15,-2-3-20-15,2 2-37 0,-2 1-39 16,-2 2-58-16,2 3-49 0,-2 3-34 15,-4 0-35-15,8 6-39 0,-9-4-53 16,9 4-28-16,-9 0-43 0,9 0-30 0,0 0-414 16,0 0-365-16</inkml:trace>
  <inkml:trace contextRef="#ctx0" brushRef="#br0" timeOffset="23195.53">29220 5428 2185 0,'0'0'-123'0,"9"22"57"16,-5-17 52-16,-1 5 58 0,1 0 55 16,0 5 37-16,1 4 38 0,-5 0 39 15,0 7 17-15,-3 9 15 0,-5 1 13 0,3 5 2 16,-3 0-6-16,-5 7 0 0,0 3 20 15,-3 0-18-15,3-1-25 0,-3 3 13 0,3-9-18 16,4-6-18-16,-1-1-28 16,-1-2-2-16,3-4-14 0,-2-2-15 0,5-7-12 0,1-2-15 15,-1-7-17-15,3-1-2 16,-2-2-20-16,2-1-10 0,-2-3-12 0,4-6-32 16,-2 9-62-16,2-9-59 0,0 0-66 15,0 0-82-15,0 0-100 0,19-22-100 0,-5-6-119 16,-1-2-181-16,12-8 49 0,-2-5 84 15,3-1-438-15,2-5-518 0</inkml:trace>
  <inkml:trace contextRef="#ctx0" brushRef="#br0" timeOffset="23496.63">29473 5475 2710 0,'-2'-5'-71'0,"2"5"34"15,0 0 36-15,0 0 52 0,0 0 42 16,0 0 33-16,-23 20 39 0,19-11 11 0,1 3 12 15,1-2 4-15,0 4-5 0,2 0-1 16,0-3-7-16,0 3-11 0,4-2-11 16,-2 0-7-16,-1 0-11 0,5-2-8 0,-1-1-11 15,4-1-9-15,-4 0-10 0,6-4-6 16,-3 0-12-16,-8-4-5 0,15 3-7 16,-3-3-10-16,-12 0-3 0,17-3-7 15,-17 3-5-15,15-8-4 0,-7 0-5 0,0 2-5 0,-1-5-5 16,-1 1 0-16,-1-4-4 15,3-4-4-15,0-1-19 0,-5-2-34 0,3-1-36 16,1 0-49-16,-6 1-59 0,3 3-68 16,0 4-74-16,-4 1-120 0,0 3-164 15,0 1-53-15,-2 3 65 0,2 6-330 0,0 0-403 16</inkml:trace>
  <inkml:trace contextRef="#ctx0" brushRef="#br0" timeOffset="23909.89">29963 5457 2352 0,'-4'8'-56'16,"4"-8"36"-16,0 0 33 0,-4 6 31 0,4-6 31 16,0 0 22-16,0 0 10 0,0 0 8 15,-2 8 6-15,2-8 8 0,0 0-10 0,0 0 5 16,0 0-8-16,0 0-6 0,0 0-13 15,0 0-10-15,0 0-4 0,35-12-10 16,-30 6-9-16,2-2-3 0,2 3-4 0,-4-5 3 16,1 0-3-16,-4 0 6 0,1 1 2 15,-3-3 8-15,-1 2 8 0,-3 1-3 0,-2 1-7 16,-2 1-11-16,-3 4-1 16,-2-1 3-16,-3 4 9 0,-2 4 6 0,-2 2 7 15,-6 8 10-15,-1 3 3 0,6 2 4 16,2 3 1-16,0 1 2 0,6 0 4 0,3 2 1 15,0-6 0-15,7 0-4 0,-1-2-11 16,4-2-3-16,0 1-6 0,4-3-7 0,-1 3-2 16,5-4-10-16,2-2-2 0,1 0-16 15,5-3-33-15,-1 0-56 0,4-3-76 16,-1 0-92-16,4-4-104 0,-1 0-99 16,-3-4-116-16,5-4-165 0,-1 2 21 0,-2-3 72 15,-1-1-383-15,6-6-460 0</inkml:trace>
  <inkml:trace contextRef="#ctx0" brushRef="#br0" timeOffset="24278.54">30228 5453 2542 0,'-4'8'-79'16,"0"-2"50"-16,0-2 35 0,2 4 41 0,2-8 31 15,0 0 21-15,2 13 15 0,-2-13 19 16,4 7 0-16,-4-7-6 0,10 7-9 0,-10-7-3 15,14 2-22-15,-3-1-2 0,-11-1-8 16,22-3-10-16,-10-1-3 0,-3-2-5 16,2 2 3-16,-3-4-13 0,2 3-27 15,-3-4 21-15,-1 0-5 0,-2-2 1 16,-2 3-5-16,-2 0-4 0,-4-2 2 0,0 2 3 16,-6 1-9-16,3 2 1 0,-5 2-2 15,-1 3 4-15,13 0 0 0,-30 6-1 0,15-2 5 16,-1 5 8-16,1 3 2 0,5 0 6 15,1-1 5-15,2 1 1 0,0 3 1 0,2-1-2 16,3-1-2-16,0-1-1 0,2 0-3 16,4 0-4-16,-1-3-7 0,4 3-5 15,0-2-9-15,2-2-40 0,7-1-63 16,-3 0-85-16,3-2-102 0,-2-1-113 16,6-1-149-16,-3-1-112 0,0 0 51 0,2 0-322 15,-4-2-388-15</inkml:trace>
  <inkml:trace contextRef="#ctx0" brushRef="#br0" timeOffset="24759.97">30666 5459 2400 0,'-4'-4'-17'0,"4"4"37"0,0 0 30 16,0 0 47-16,0 0 34 0,-13-2 38 0,13 2 14 16,0 0 34-16,-14 14 2 0,9-6 5 15,-1 1 3-15,2 3-11 0,-1-2-21 16,-2 3-14-16,4 1-16 0,-1 0-15 15,2-1-16-15,-3 1-12 0,1-2-7 0,0-2-13 16,0 2-3-16,0-2-5 0,0-1-4 16,2-2 4-16,1 0 12 0,1-7 21 15,-6 8 14-15,6-8-9 0,0 0-6 0,0 0-2 16,0 0-13-16,0 0-16 0,0 0-8 16,11-37-8-16,-1 20-14 0,7-4 1 0,4 1 1 15,-2 4 1-15,-2 3-9 0,3 5 2 16,-2 2 2-16,0 1 6 0,-2 3 11 0,0 2 1 15,-3 4 12-15,3 1 12 0,-2 1 0 16,4 4-6-16,-5 3-9 0,1-1-6 0,-1 3-10 16,-1-1-17-16,-3-2-57 15,0 3 0-15,-2-3 0 0,4-2 0 0,-4 1 0 16,-1-5 0-16,-1 1 0 0,2 0 0 16,-4-2 0-16,-3-5 0 0,8 10 0 0,-8-10 0 15,5 6 0-15,-5-6 0 0,8 1 0 16,-8-1 0-16,0 0 0 0,0 0 0 15,0 0 0-15,23-10 0 0,-16 1 0 0,1-1 0 16,2-1 0-16,1-5 0 0,-1-1 0 16,3-2 0-16,-1 2 0 0,-3-2-110 15,2 4-349-15,-3-2-109 0,-4 6-132 0,-2-1-185 16,0 4 75-16,-2-2 90 0,-6 5-620 16,6 5-795-16</inkml:trace>
  <inkml:trace contextRef="#ctx0" brushRef="#br0" timeOffset="25160.49">31672 5547 3376 0,'0'-9'-146'0,"0"-1"61"0,2 3 47 16,-2 7 49-16,0-10 51 0,0 10 36 15,0-9 13-15,0 9-1 0,0 0-3 0,0 0 9 16,0 0 44-16,0 0 19 0,0 0 6 15,0 0-5-15,-4 29-5 0,2-17-15 0,0 5-19 16,0 1-12-16,1-1-5 16,1 0-17-16,-2-2-9 0,0 3-12 0,2-5-13 15,-2 3-7-15,0-5-34 0,-2-1-67 16,4 2-54-16,-1-4-68 0,-1 1-62 16,2-3-66-16,0-6-90 0,0 8-99 0,0-8-119 15,0 0-3-15,9 0-354 0,-9 0-430 16</inkml:trace>
  <inkml:trace contextRef="#ctx0" brushRef="#br0" timeOffset="25312.57">31797 5496 2450 0,'5'-17'-65'0,"-5"-1"51"0,-2 5 34 0,2 1 31 15,-3 0 29-15,2 2 6 0,-3 3-5 16,2-3-5-16,-2 4-10 0,4 6-8 16,-3-11-6-16,3 11-12 0,-4-8-16 15,4 8-35-15,0 0-44 0,0 0-55 0,0 0-63 16,9-4-72-16,-9 4-101 0,0 0-112 15,21 6-89-15,-10-2-49 0</inkml:trace>
  <inkml:trace contextRef="#ctx0" brushRef="#br0" timeOffset="25627.65">31971 5407 1413 0,'0'0'-16'0,"12"2"37"16,-12-2 36-16,0 0 34 0,0 0 25 0,0 0 17 15,-10 17 11-15,3-11 3 0,-1 6 3 16,-2-1 4-16,1 4 7 0,1-1-2 15,3 1 8-15,-1-1 8 0,2 1-5 16,4 0 2-16,0-1-5 0,1 2-10 0,4-1-4 16,1 2 2-16,-1-2-5 0,4 2-13 15,0-1-3-15,-2 1 11 0,-1-2 8 16,-3 1 9-16,1 0 11 0,-2-1 4 0,-2-1 9 16,-2-3-11-16,0 3 15 0,-1-1 6 15,-3-1 3-15,-3 1 0 0,-1-1-5 0,-1 0-13 16,-2-3-11-16,-1 1-17 0,-4-2-12 15,-2 1-15-15,-1-2-12 0,1-2-12 0,-2 0-8 16,4-2-15-16,-1 1-37 16,2-2-75-16,0-1-102 0,4-1-110 0,-3-1-137 15,5-5-150-15,2 2-179 0,1-3-113 16,4 1 70-16,4 6-675 0,-6-13-880 0</inkml:trace>
  <inkml:trace contextRef="#ctx0" brushRef="#br0" timeOffset="26327.69">27405 6169 4043 0,'6'-13'-89'0,"-4"4"70"16,1 2 66-16,-1 0 41 0,0 3 7 15,-2 4-8-15,0 0 46 0,0 0 34 0,4 18 19 16,-6 1 5-16,0 6 3 0,-2 11-11 15,3 3-9-15,-3 2-12 0,0 2-13 0,2-1-12 16,-3 3-5-16,-2 6-24 0,0-10-5 16,1-2-10-16,1 0-10 0,-5-6-6 15,2-2-8-15,5-6-6 0,-5-7-2 16,6-2-5-16,-3-4-6 0,0-2-1 0,3-3 1 16,-1-2-7-16,3-5 1 0,0 0-3 15,0 0-9-15,0 0 0 0,0 0-11 0,3-32 1 16,8 13 3-16,2-7-9 0,0 1 3 15,-2 5-2-15,1 5-1 0,0 1 0 0,-1 4 0 16,3 3-2-16,-5 3-2 0,0 2 3 16,3 4-1-16,-1 4-4 0,2 3 9 0,3 3-5 15,-7 3 0-15,7 0-2 16,-5 1 0-16,4 6-7 0,-2-3 0 0,-2-2 7 16,-2-3-18-16,-4-1-37 0,3 1-49 15,-1-4-58-15,0 1-61 0,-4-3-59 0,3-1-64 16,-1-2-60-16,1-2-52 0,-6-3-51 15,14 0-28-15,-14 0-56 0,22-9-41 0,-6-2-490 16,0 0-581-16</inkml:trace>
  <inkml:trace contextRef="#ctx0" brushRef="#br0" timeOffset="26610.96">27876 6584 2781 0,'8'-10'-82'0,"-1"1"59"16,-3 3 37-16,0 2 34 0,-4 4 29 0,0 0 36 16,0 0 26-16,0 0 20 0,0 0 4 15,-13 19 12-15,6-9-6 0,2 4-8 16,-1-1-9-16,3 1-4 0,1-1-14 0,0 2-1 15,2-3-6-15,2 0-9 0,1 0-8 16,7-2-8-16,4-1-9 0,-2-3-6 16,6 0-10-16,-1-3-7 0,0-1-6 15,3-4-5-15,-2-1-8 0,0-1-3 0,-4-3-2 16,0 0 0-16,-3-1-2 0,0-2 0 16,-4-1-1-16,-3 1-5 0,-6-4-2 0,-2 1-7 15,-6-4-4-15,-1-1-2 0,-9-5-2 16,2 4-6-16,4 1-2 0,-1 5-5 0,1-1-19 15,2 7-29-15,-2 0-40 16,3 3-58-16,-2 3-70 0,-1 2-87 0,1 1-93 16,-1 3-107-16,3-1-164 0,-1 3 52 0,4-1-406 15,5 0-487-15</inkml:trace>
  <inkml:trace contextRef="#ctx0" brushRef="#br0" timeOffset="27075.85">28198 6795 2834 0,'2'5'24'16,"-2"-5"54"-16,0 0 58 0,5 3 32 16,-5-3 11-16,0 0 3 0,0 0-7 15,0 0-20-15,0 0-3 0,0 0-11 16,20-13-13-16,-15 8-17 0,1-1-9 16,-1 1-11-16,2-3-12 0,0-1-4 0,-1 1-7 0,-1-6-14 15,1-1 4-15,0-1-9 16,-4-1-4-16,2-5-5 0,0-1-6 0,-6 0-2 15,0-1-9-15,-2 3 1 0,1-2 0 16,-4 8-4-16,-2-1 2 0,2 4-3 0,-6 2-2 16,2 2-1-16,4 3 1 0,-5 1-4 15,5 1 1-15,7 3-3 0,-13-4 0 0,13 4 0 16,0 0 4-16,0 0 4 0,0 0 3 16,0 0 0-16,0 0-1 0,0 0-2 15,28-5-5-15,-9 3 1 0,4 1-3 16,2-1-1-16,-5 2-7 0,1 2 6 0,3 3-1 15,-8 0 2-15,5 4 0 0,-1 1 4 16,3 7 4-16,-8-1 4 0,-1-1 0 16,-7 1 3-16,2 0-4 0,-1-1-3 0,-2 2-1 15,0 0-1-15,-1-3 0 0,-1 2-4 16,-1 0 1-16,-1-4-2 0,2 0-3 0,-2 0-4 16,0-4-17-16,-4 3-38 0,4-3-35 15,2 1-51-15,-4-2-60 0,2 0-46 0,-2-7-44 16,6 8-61-16,-6-8-60 0,2 2-56 15,-2-2-69-15,0 0-17 0,16-10-333 16,-6-1-366-16</inkml:trace>
  <inkml:trace contextRef="#ctx0" brushRef="#br0" timeOffset="27259.29">28675 6607 2224 0,'13'-23'-42'15,"-4"5"69"-15,-3 3 53 0,2 0 46 0,-4 5 32 16,1 1 20-16,-1 0 4 16,-2 4-4-16,-2 5 15 0,3-7 23 0,-3 7 3 15,0 0-6-15,0 0-11 0,9 19-20 16,-9-6-15-16,0 0-19 0,-2 7-9 0,4-3-15 15,-4 1-15-15,2 1-11 0,0 0-17 16,0-3-63-16,0-1-61 0,0-1-76 0,0 1-80 16,0-3-66-16,0-4-64 0,0 1-95 15,2-4-136-15,-2-5-9 0,1 5 57 16,-1-5-236-16,0 0-240 0</inkml:trace>
  <inkml:trace contextRef="#ctx0" brushRef="#br0" timeOffset="27393.66">28749 6425 2077 0,'-2'-23'14'0,"0"6"36"16,-2 3 24-16,2 3 14 0,1 1 5 16,-1 1-11-16,0 2-6 0,-1 1-14 0,3 6-11 15,-2-7-52-15,2 7-75 0,0 0-104 16,7-8-156-16,-7 8-107 0,13-2-112 16,1 4-57-16</inkml:trace>
  <inkml:trace contextRef="#ctx0" brushRef="#br0" timeOffset="27708.65">28998 6404 1648 0,'-15'2'86'0,"1"1"18"0,2-1 31 0,1 1 35 15,-2-1 35-15,13-2-1 0,-14 4-8 16,5-1-15-16,9-3 5 0,0 0 10 16,-13 4 2-16,13-4-2 0,0 0-10 15,0 0-8-15,18 15-8 0,-7-10-5 0,0 4-17 16,7 2-15-16,-4 1-10 0,0 2 10 15,5 7 5-15,-7-1 11 0,-5 1 6 0,-1-2 12 16,-4 2 12-16,-4-3-6 16,-4 5-1-16,-1-3 4 0,-1 1-11 0,2-1-4 15,-1-1-14-15,1-3-13 0,1-1-12 16,1-3-8-16,-1-2-2 0,1 0-11 0,4-3-8 16,0 2-5-16,0-9-6 0,2 12-13 15,5-7-23-15,-2-2-42 0,-5-3-80 0,19 2-81 16,-5-4-84-16,-1-3-114 0,2 0-128 15,4-5-130-15,8-4-187 0,-1-3 60 0,1 2 83 16,4-2-556-16,10-6-676 0</inkml:trace>
  <inkml:trace contextRef="#ctx0" brushRef="#br0" timeOffset="28042.69">29534 6578 3083 0,'-14'10'-111'16,"-1"1"50"-16,4-1 44 0,-3 1 45 0,3-2 50 15,1 2 29-15,1-1 17 0,2 2 6 16,1-3 6-16,0 2 5 0,4-4 3 0,0 1-3 16,2-8 9-16,2 14-6 0,2-9-11 15,-4-5-11-15,11 7-13 0,-3-5-8 16,-8-2-13-16,21 0-8 0,-21 0-3 0,21-4-11 16,-12 1-7-16,3-1-7 15,-2-1-1-15,1 0-6 0,-7 0-4 0,3-2 2 16,-2-1-3-16,-4 1 2 0,1-5-1 15,-4 1-1-15,-4-3-4 0,-1 1-5 0,-1-5-1 16,-4 4-3-16,7 1-4 0,-7 3-4 16,3 1-1-16,-1 5-9 0,-1-2 3 0,-3 4-3 15,14 2-29-15,-24 6-50 0,10 0-61 16,1 1-79-16,3 1-83 0,5-2-67 0,1-2-80 16,4-4-130-16,0 0-33 0,0 0 62 15,0 0-283-15,17 2-311 0</inkml:trace>
  <inkml:trace contextRef="#ctx0" brushRef="#br0" timeOffset="28409.01">29867 6341 2453 0,'8'-7'74'0,"-6"1"37"0,1-1 42 16,-3 7 26-16,0 0 26 16,0 0 30-16,0 0 20 0,0 0 16 0,-14 27 6 15,8-12-7-15,-2 7-24 0,-1 11-16 16,-1-1-19-16,3 4-25 0,0-2-18 15,0 1-11-15,0-2-39 0,3-6-11 16,0-6-18-16,2 3-9 0,0-5-39 0,0-2-50 16,2-5-37-16,-2 1-40 0,2-1-23 0,2-3-22 15,-2-1-22-15,0-8-34 16,-2 12-30-16,2-8-8 0,0-4 13 0,0 0 13 16,-7 3 21-16,7-3 18 0,0 0 17 15,-22-10 25-15,15 3 31 0,-2 0 39 0,1 2 28 16,-2-2 40-16,3 2 38 0,3 0 17 15,4 5 17-15,-9-7 12 0,9 7-2 0,-7-5 5 16,7 5-4-16,0 0 1 0,0 0-8 16,0 0-7-16,12-11-9 0,-2 8-9 15,-10 3-11-15,21-5-9 0,-6 2-57 0,2-2-73 16,0 0-87-16,0 3-105 0,8-4-69 16,0 0-87-16,13-1-173 0,0-1 37 0,0 0-304 15,-4 0-350-15</inkml:trace>
  <inkml:trace contextRef="#ctx0" brushRef="#br0" timeOffset="28959.48">30256 6582 2342 0,'-15'2'-11'16,"5"2"27"-16,-1-2 30 0,3 0 35 0,8-2 38 16,-13 7 40-16,6-2 14 0,-2 0 6 15,4 5 5-15,-1-2 3 0,1 1 2 0,1-1-10 16,-1-2-13-16,2 6-19 0,1-7-13 15,0 5-10-15,-2-3-14 0,3 0-10 0,1-7-10 16,-4 11-10-16,4-11-2 16,-6 9 2-16,4-6-2 0,2-3-9 0,-10 9-6 15,5-5-8-15,5-4-3 0,-17 3-5 16,17-3-6-16,-16-2-6 0,16 2-8 0,-11-7-10 16,6-1-3-16,3-3-5 0,2 1-3 15,2-3-4-15,2 4 1 0,3-5 1 16,2 4-2-16,-2 0 0 0,4 5-1 0,-2-1 5 15,3 1 7-15,-1 4-1 0,-11 1 4 16,23 1 6-16,-10 3-2 0,3-1 1 0,0 2-2 16,0-1-2-16,1 2-2 15,-2 0 0-15,2-1-5 0,1-2 6 0,-4 3-6 16,4-6-1-16,-3 1-1 0,4-4-4 16,-1-1 1-16,-4-2 2 0,2 0-5 0,1-4 0 15,-3-3 2-15,-1-1-6 0,-4-1-4 16,-1 1-6-16,0-3 0 0,-5 2 0 15,1-3 0-15,-2-2-1 0,0 2 5 0,-2 2-2 16,1 3 2-16,-1 1 0 0,0 1 1 16,0 2-2-16,0 9 5 0,0 0 8 0,0 0 9 15,0 0 7-15,0 0 11 0,0 0 0 16,-12 32 1-16,10-15-1 0,2 1 10 0,0 3-6 16,2-1-3-16,-1 2 3 15,1 1-9-15,0-4-7 0,2-1-7 0,-1 1-45 0,6 1-16 16,-2-1-73-16,2-2-104 15,2-2-119-15,0-3-125 0,-2-1-145 0,-2-1-39 16,2-2 58-16,0 3-377 0,6 0-451 16</inkml:trace>
  <inkml:trace contextRef="#ctx0" brushRef="#br0" timeOffset="29458.65">31015 6984 2858 0,'-8'1'30'0,"2"1"33"0,6-2 40 16,0 0 69-16,-7 2 27 0,7-2-13 0,0 0-17 16,0 0-8-16,0 0-14 0,14-22-15 15,-3 11-10-15,0-1-13 0,4-1-4 0,6-9-16 16,-2 1-4-16,1-4-12 0,-2 1-7 15,1-5-3-15,-4-2-9 0,5-10-7 0,-8 5-5 16,6-8-6-16,-5 6-7 0,-3 0-1 16,-2 2-2-16,-1 14-2 0,-3 1-2 15,0 6-10-15,0 1-2 0,-2 6 1 16,-2 1-2-16,0 7-2 0,-4-5 6 16,4 5 4-16,0 0 6 0,-6 20 8 0,6-6 3 15,0 3 14-15,1 7 7 0,6 8 1 16,-2 3-2-16,3 1 18 0,1-1 12 0,3-2-5 15,-3 2-6-15,-1-4-10 0,0 0 15 16,-2-8 7-16,-3-4 25 0,-3-3 27 0,-2-1 16 16,1 1 20-16,-7-2 13 0,0-1 7 15,-5-1 0-15,-5-1-11 0,-2-3-11 0,-3 1-15 16,-11-2-15-16,-5-2-16 0,-3-2-10 16,3-3-113-16,-4-3-2 0,2 0 0 15,-3-6 0-15,4-2 0 0,-2 0 0 0,6-5-258 16,2-1-111-16,3 1-113 0,5 1-124 15,4 3-133-15,3 3-82 0,2 4 81 16,0 1-680-16,-4 3-872 0</inkml:trace>
  <inkml:trace contextRef="#ctx0" brushRef="#br0" timeOffset="29892.51">27148 7488 4044 0,'1'-6'-10'0,"-1"6"-1"15,0 0 10-15,0 0 61 0,0 0 57 0,0 33 34 16,0-16 12-16,2 9 7 0,3-1-6 16,-1 10-7-16,-1 1-3 0,7-1-12 0,-3-4-11 15,5 2-16-15,-3-4-4 16,0-4-12-16,2-7-8 0,-2 1-12 0,-2-2-8 16,5 1 7-16,-2-8 4 0,1 0 8 15,1-3-7-15,1-3-4 0,0-3-4 0,6-2-4 16,4-5-7-16,0-1-7 0,8-7-9 15,-3-2 1-15,1-5-8 0,-5-4 1 0,4-6-11 16,1-4-6-16,-4-2-6 0,-4-3-3 16,-6 7-26-16,-1-1-39 0,-1 5-43 0,-6 8-58 15,2 5-83-15,-8 2-93 0,-1 3-99 16,0 2-102-16,-1 5-145 0,1 4-14 16,-6-7 73-16,6 7-463 0,0 0-548 0</inkml:trace>
  <inkml:trace contextRef="#ctx0" brushRef="#br0" timeOffset="30526.14">27777 7742 2841 0,'3'4'-8'0,"-1"3"26"16,2-2 22-16,-2-2 57 0,-2-3 66 16,0 0 48-16,6 4 21 0,-6-4 2 0,0 0-10 15,0 0-9-15,24-4-13 0,-13-2-17 16,0 3-15-16,1-4-19 0,-1 0-12 0,2-2-13 15,-1 0-13-15,-3 2-11 0,-4-3-12 16,3 2-8-16,-4-2-10 0,-2-1-7 16,-2 1-7-16,-3 0-5 0,-4 1-8 15,0 3-7-15,-4 0-3 0,-3 5-3 0,1 0-3 16,-7 3 1-16,2 5-6 0,-1 2 2 16,-1 2 2-16,-2 6 3 0,4-1 11 0,7 0 5 15,3 1 5-15,3-3 7 0,3-1 6 16,4 5 5-16,-1-3 0 0,7-1-8 0,2-2-6 15,3 1-2-15,4 0 0 0,4-5-4 16,7 2-5-16,1-6-4 0,-4-3-8 16,0-1 0-16,-4-1-7 0,1-3 5 0,1 1-1 15,1-6 2-15,-5 1 7 0,-4 3 5 16,-1-5 3-16,-3 3-5 0,-4-4-5 16,-1-2 0-16,0-2-6 0,-4-2-5 15,-2 1-1-15,0-4-2 0,0 1-7 0,-2 2 1 16,-3 5 4-16,5-2-8 0,0 1-3 15,-1 6-8-15,-1-1-2 0,0 4-1 0,2 4 5 16,0 0-1-16,0-8 1 0,0 8 11 16,0 0 2-16,14-4 2 0,-5 2 4 0,4 2-2 15,4 0 9-15,3 0 3 0,2 0 7 16,5 0 2-16,0 4 6 0,-2 1 10 0,7 5 6 16,-3 4 9-16,-4 1 4 15,-7 0-31-15,-2-1-46 0,2 8 0 0,-4-3 0 0,-7-2 0 16,1 1 0-16,-4-1 0 15,0 1 0-15,2-3 0 0,-6-1 0 0,3-1 0 16,1-1 0-16,-2-1 0 0,0-1 0 16,0 0 0-16,-1-3 0 0,1 1 0 0,1-4-235 15,-3-4-157-15,4 8-90 0,-4-8-100 16,0 0-102-16,0 0-116 0,22-17 55 0,-8 2-708 16,1-9-901-16</inkml:trace>
  <inkml:trace contextRef="#ctx0" brushRef="#br0" timeOffset="30758.62">28774 7215 3835 0,'-4'-13'-92'0,"-2"1"54"16,2 4 65-16,-2 0 52 15,3 3 41-15,-1-1 19 0,4 6 25 0,0 0 33 16,0 0 19-16,-27 25 18 0,18-6 2 16,-3 12 3-16,1 3 4 0,-2 12-13 0,3-4-16 15,-1 7-21-15,1-9-17 0,4 1-21 16,0 1-15-16,3 0-12 0,-1-5-15 0,4 1-16 15,0-9-7-15,2-4-36 0,0-4-74 16,-1-1-74-16,1-3-67 0,0 0-59 0,-2-5-67 16,2-2-63-16,-4 0-59 0,0-3-70 15,0-3-66-15,-3 2-85 0,5-6-3 0,-13 2-510 16,13-2-611-16</inkml:trace>
  <inkml:trace contextRef="#ctx0" brushRef="#br0" timeOffset="30912.1">28507 7769 2996 0,'-4'-5'-67'0,"-2"-1"52"0,6 6 57 16,-1-6 58-16,1 6 46 0,-4-6 28 15,4 6 10-15,0 0 12 0,0 0 4 16,5-8 1-16,3 5-12 0,-8 3-19 0,16-3-18 16,-5-1-16-16,0 2-14 0,3-2-14 15,0 2-15-15,6 0-13 0,1-1-58 16,1 1-94-16,3-2-95 0,4 2-112 0,-2-2-114 16,9 0-139-16,-2-2-74 0,-2 3 55 15,-5-1-343-15,1 1-377 0</inkml:trace>
  <inkml:trace contextRef="#ctx0" brushRef="#br0" timeOffset="31312.6">28978 7621 2380 0,'-10'-1'56'0,"0"1"27"0,10 0 16 0,0 0 25 16,-21-4 36-16,21 4 34 0,-7-2 15 15,7 2-3-15,0 0-15 0,0 0-12 16,-13-3-13-16,13 3-12 0,0 0-10 0,0 0-20 15,0 0-9-15,0 0-8 0,0 0-13 16,0 0-6-16,0 0-9 0,0 0-8 16,0 0-9-16,0 0-5 0,0 0-6 15,0 0-3-15,0 0-6 0,0 0-2 0,0 0-2 0,0 0-5 16,0 0-3-16,0 0-1 16,0 0-3-16,0 0-3 0,0 0 1 0,0 0-5 15,0 0 2-15,0 0-5 0,0 0 3 16,0 0 3-16,0 0 4 0,0 0 5 0,0 0 7 15,0 0-7-15,0 0 1 0,0 0-5 16,0 0-4-16,0 0 13 0,0 0 11 0,0 0-5 16,13 22-1-16,-13-10-3 0,2 5-4 15,-2 2 0-15,0 0-7 0,-2 1 1 16,2 0-6-16,0 1-2 0,-2-3-5 16,0 1-26-16,-2 3-53 0,3-4-58 15,-1-3-69-15,2 0-85 0,0-1-75 0,-2-6-92 16,2 1-132-16,2-2-58 0,0-2 41 15,-2-5-414-15,0 0-481 0</inkml:trace>
  <inkml:trace contextRef="#ctx0" brushRef="#br0" timeOffset="31475.46">29080 7475 2707 0,'0'-30'-22'0,"-1"5"31"16,-1 5 36-16,0 3 45 15,-2 2 33-15,0-1 12 0,0 4-14 0,0 3-12 16,0 1-14-16,3 3-13 0,1 5-2 15,-8-5-20-15,8 5-61 0,0 0-69 16,0 0-81-16,0 0-102 0,-9 15-143 0,9-8-101 16,2 5 34-16,2-2-151 0,-1 4-111 15</inkml:trace>
  <inkml:trace contextRef="#ctx0" brushRef="#br0" timeOffset="31830.72">29242 7602 1753 0,'-4'12'72'0,"2"1"30"0,-1-1 27 0,-1-1 27 15,0-1 38-15,1 0 20 0,-4 0-4 0,4-1-5 16,1-1-12-16,-2-2-11 0,4-6-11 16,-6 12-11-16,6-7-10 0,0-5-13 15,0 12-8-15,0-12-14 0,2 8-11 16,-2-8-9-16,8 5-10 0,-8-5-9 0,10 4-9 16,-10-4-4-16,0 0-7 0,20-3-6 15,-20 3-7-15,21-8-2 0,-10 2-7 0,2 3-2 16,-4-2-1-16,0 3-4 0,-1 0-4 15,-8 2 13-15,13-5 0 0,-13 5 37 0,0 0 25 16,20 7 19-16,-17-1-7 0,3-2 7 16,-1 2 8-16,1 1 2 0,2 0-8 0,-2 2-12 15,-1-3 0-15,1 2-12 16,-1-1 4-16,6 1-11 0,-4-3-15 0,4 0-5 16,1-2 7-16,-1 1-10 0,5-1-5 15,-3-3-19-15,2 0-60 0,2-2-56 0,4 1-69 16,0-2-54-16,2 1-78 0,2-2-108 15,-2 1-127-15,-3 1-157 0,1-1-30 16,4 3 71-16,-1 0-507 0,-4 0-603 0</inkml:trace>
  <inkml:trace contextRef="#ctx0" brushRef="#br0" timeOffset="32208.94">30420 7614 3174 0,'-13'-3'2'15,"-1"6"36"-15,3-1 39 0,-5 3 60 0,2 5 60 16,-6-1 32-16,-7 7 13 0,5 2-3 16,1-1-4-16,5-1-10 0,5-3-5 15,6 2-4-15,-1-4-12 0,4 1-30 0,4 1-8 16,2-3-15-16,3-1-17 0,2 3-10 15,5-4-9-15,1-1-11 0,1-3-7 0,0 0-14 16,6-2-12-16,-1 0-6 16,-5-2-6-16,4-2-7 0,-4-1 12 0,2-1-19 15,-2 3-5-15,-5-4 12 0,0 1-20 16,-3-3-4-16,0 0-1 0,-3-3 1 0,1-1-9 16,-4 1-5-16,-2-3 1 0,-2-4-12 15,-6 2-17-15,5-2-20 0,-8 4-23 0,0 1-25 16,2 5-43-16,-3 4-70 0,1 1-110 15,0 2-123-15,-3 4-142 0,1 0-188 0,-1 0 48 16,3 3 80-16,4 1-489 0,1 2-587 16</inkml:trace>
  <inkml:trace contextRef="#ctx0" brushRef="#br0" timeOffset="32626.62">30630 7897 3072 0,'0'0'28'0,"0"0"47"0,0 0 41 16,0 0 46-16,0 0 39 0,0 0 8 0,0 0-4 16,0 0-10-16,0 0-18 0,0 0-15 15,0 0-18-15,9-15-15 0,-9 15-10 0,2-7-15 16,0 2-11-16,-2 5-10 16,2-12-6-16,0 4-8 0,0-1-3 0,-2-3-11 15,2-2-5-15,-4-3-4 0,2 0-4 0,-2-6-5 16,-2 0-2-16,4 6-6 15,-4-2 24-15,2 1 11 0,0 7 8 0,2 1-4 0,-4-3-5 16,4 5-7-16,-1 0-5 16,1 8-5-16,0 0 0 0,0 0 5 0,0 0 5 15,0 0 2-15,0 0 9 0,0 0-23 16,25 21 4-16,-12-12 0 0,0-2 17 0,6 3-21 16,-2 1-1-16,0-1 20 0,1-2-7 15,-7 0-2-15,4 3-2 0,-2-5-2 0,-1 4-10 16,-1-3-3-16,-3 2-4 0,2 0-4 15,-4-1-6-15,1 3-41 0,-2-2-62 0,1-1-63 16,0 3-75-16,0-4-81 16,0 8-68-16,-1-7-59 0,-1 1-97 0,-4-4-175 15,0 4 15-15,-4-1 66 0,-3-1-467 16,-4 1-556-16</inkml:trace>
  <inkml:trace contextRef="#ctx0" brushRef="#br0" timeOffset="33325.62">27504 8243 3263 0,'0'-18'93'0,"0"7"-12"16,0 1 9-16,0 3 39 0,0 7 56 16,0 0 49-16,0 0 15 0,0 0 7 0,-2 36 0 15,1-9-2-15,-1 8 5 0,0 5 4 16,2 3-8-16,4-2-18 0,-3 3-23 0,5-5-20 16,-1-1-20-16,4-2-16 0,-4-3-14 15,3-2-8-15,-3-10-20 0,1-1-9 0,-2-6-20 16,2-2 2-16,-2-2-17 0,-1-1-11 15,-1-1-2-15,2-3-7 0,0-3-5 16,-4-2-10-16,10 2-21 0,-10-2-21 0,0 0-27 16,9-12-10-16,-9 5 0 0,-2-3-14 15,-1-6-14-15,-8-1-7 0,2 0-12 0,-9-7 5 16,-5 5 10-16,-4 1 4 0,-2 7 9 16,0 8 9-16,4 3 0 0,-11 5 7 0,4 7 6 15,0 3 6-15,1 8 3 0,-1 4 8 16,11-3 19-16,-1 3 7 0,10 1 11 0,2-6 5 15,7 3 7-15,3-7 1 16,3 2-1-16,8 0-3 0,7 1-4 0,4-1 1 16,7-7-6-16,3-3 2 0,5-4-2 15,-5-6-31-15,-1-2-38 0,9-2-60 0,-3-2-59 16,1-4-56-16,-1-1-65 0,-2-1-42 16,-5 0-29-16,-1-3-17 0,-7-3-6 0,-1 3 1 15,-7 1 17-15,1-1 11 0,-4-1 26 16,1-1 42-16,-1 0 45 0,-1 0 70 15,-3 0 80-15,3 5 60 0,-5 0 48 0,4 3 25 16,-4 0 28-16,1 3 23 0,-3 3 43 16,-3 3 59-16,0 0 23 0,0 0 10 0,0 0-1 15,11 11-1-15,-11-4-11 16,2 5-15-16,1-2-18 0,-1 2-17 0,0 1-17 16,-2-2-18-16,2 1-17 0,-1 0-14 15,1 0-80-15,0-3-88 0,0-1-112 0,-2 0-102 16,0-2-116-16,0-6-142 0,0 11-39 15,0-11 49-15,0 0-310 0,-2 5-330 0</inkml:trace>
  <inkml:trace contextRef="#ctx0" brushRef="#br0" timeOffset="33491.56">27893 8422 2417 0,'2'-10'36'0,"-4"1"21"0,2 2 26 16,0 1 19-16,0 6 17 0,-2-5-10 15,2 5-11-15,0 0-8 0,0-9-17 16,0 9-15-16,0 0-37 0,0 0-62 0,0 0-78 16,0 0-103-16,0 0-123 0,0 0-125 15,0 0 28-15,17 20-111 0,-12-9-54 0</inkml:trace>
  <inkml:trace contextRef="#ctx0" brushRef="#br0" timeOffset="33958.58">28067 8572 1661 0,'0'0'111'0,"-7"10"11"16,6-6 23-16,-5 5 29 15,0-1 38-15,3 4 17 0,-1-4 3 0,0 4-12 16,0-2-17-16,2 1-13 0,2-2-16 16,0 2-12-16,2-2-19 0,1 1-8 15,0-3-16-15,5 1-11 0,-1-3-11 0,0 1-9 16,4-3-9-16,-11-3-6 0,20 2-9 15,-20-2-5-15,23-5-10 0,-7-1-1 0,-5-1-5 16,2 1-7-16,-3-3-4 0,1-3-2 16,-2 2 3-16,0-4-9 0,-4 2-1 0,-1-3-1 15,-1 0 11-15,-3 1 14 16,0-1 13-16,2 3 14 0,-2 4 8 0,0-1 0 16,0-1-10-16,0 10-3 0,0 0 7 15,0 0 5-15,0 0-7 0,0 0 1 0,-16 21-11 16,12-9-5-16,-1 2 3 0,5 1-2 15,0 1 0-15,0 1-1 0,5 2-3 0,-3-2 4 16,2 0 1-16,-3 0 2 0,5-2 3 16,-2-1 4-16,-3-2-11 0,3 0 0 0,-2-4 2 15,0 1-10-15,0 0-5 0,1-3-7 16,-3-6-5-16,1 13-6 0,-1-13 2 0,0 8-15 16,0-8-36-16,-1 6-40 15,1-6-41-15,0 0-34 0,0 0-41 0,0 0-44 0,0 0-60 16,-18-14-52-16,18 5-53 15,0 1-59-15,0 0-69 0,2-5-143 0,0 1 46 16,1 2-471-16,1-1-554 0</inkml:trace>
  <inkml:trace contextRef="#ctx0" brushRef="#br0" timeOffset="34807.51">28324 8647 2866 0,'-9'-5'-80'0,"9"5"22"16,0 0 34-16,-13-4 45 0,13 4 45 15,-5-2 27-15,5 2 10 0,-6-4 1 0,6 4 6 16,0 0 6-16,-5-5 11 0,5 5 7 16,0 0-3-16,-4-7-3 0,4 7-10 15,0 0-11-15,0 0-12 0,0 0 16 16,0 0 14-16,0 0 4 0,0 0 0 15,0 0 5-15,0 0-8 0,0 20-2 0,2-13-5 16,0 0-9-16,2 3-6 0,1-1-5 16,-1-1-8-16,1 1-8 0,6-3-7 0,-2 1-5 15,0 0-10-15,3-2-4 0,-5 1-5 16,4-3-5-16,3-1-5 0,-3-1-5 16,-11-1-1-16,25 0-8 0,-9-1 1 0,-3-3-3 15,-2 1-4-15,1-1-2 0,-3-1-2 16,1 0 2-16,-2-2-1 0,-4-1 18 15,1-3 18-15,-3 1-1 0,0-2-2 0,-4-3 2 16,0-2-6-16,-2 5-7 0,4-2 8 16,-3 4 1-16,1-1 0 0,0 3-6 0,-1-1-4 15,1 3-3-15,2 6-9 0,-1-10-5 16,1 10-1-16,-4-10 2 0,4 10-4 0,0 0 0 16,-6-4-6-16,6 4-1 0,0 0-3 15,0 0 5-15,-5-5-5 0,5 5-7 0,0 0 0 16,0 0 2-16,0 0 3 15,0 0 0-15,0 0-2 0,0 0-2 0,0 0-2 16,0 0 1-16,27 14-3 0,-20-7 3 0,-2 1 2 16,3-1 0-16,-2 5 1 0,4 3 14 15,-3 3 16-15,0 13 15 0,2 2 36 16,-6 3 16-16,3 3 12 0,-1 2 15 0,-3 3-16 16,2 1 3-16,0 11 8 0,0 0-5 15,-5-10-120-15,1 1 0 0,-5-2 0 0,1-2 0 16,-1-5 0-16,-5-1 0 0,5-5 0 15,-4-3 0-15,2-5 0 0,0-3 0 16,-5-3 0-16,1-4 0 0,-2 1 0 0,-3-4 0 16,1-3 0-16,0-2 0 0,-4-2 0 15,1-2 0-15,-1-4 0 0,-6-4 0 0,5-3 0 16,-11-5 0-16,6-8 0 0,-1-2 0 16,2-5 0-16,2-10 0 0,5-6-348 15,4 8-269-15,1-1-100 0,4 1-140 16,7-2 56-16,2 10 98 0,1 4-708 0,9-5-862 15</inkml:trace>
  <inkml:trace contextRef="#ctx0" brushRef="#br0" timeOffset="35475.68">28983 8545 4104 0,'0'-6'-7'0,"2"0"38"0,-2 6 44 0,2-9 46 15,-2 9 36-15,2-9 12 16,-2 2-12-16,2-2-14 0,0 3-14 0,-1-2-11 16,3-2-14-16,0 2-6 0,0-2-13 15,0 1-9-15,0-1-9 0,0 3-6 0,-3-2-8 16,1 1-3-16,0-1 1 0,-2-1-8 16,-2 3 6-16,-1 0-2 0,-3 0-3 0,-6 2 3 15,1 3-8-15,-7 2 0 0,2 4 2 16,-17 4 7-16,3 8 3 0,-1 1 5 15,3 2 3-15,-1 6 0 0,2 0 25 0,6 2 12 16,4 0 2-16,2-1 4 0,7-3 3 16,5-6-8-16,3-3 3 0,2 1-13 15,5-1-7-15,0-2-2 0,5-4-14 16,3-1-3-16,3-2-3 0,-2-2-8 0,4-3 4 16,5-3 1-16,0-2-5 0,7-5-4 15,-2 1-5-15,1-3 12 0,-2 0 9 0,-9-1 8 16,-3 4-2-16,-2 2 0 0,-3 0-68 15,-3 1 0-15,1 2 0 0,-2-2 0 0,-2 4 0 16,-6 2 0-16,9-4 0 0,-9 4 0 16,0 0 0-16,12 6 0 0,-12-6 0 0,3 10 0 15,3-4 0-15,-4 1 0 16,2 0 0-16,-3 0 0 0,3-2 0 0,0 2 0 16,0-2 0-16,-4-5 0 0,6 8 0 15,-2-2 0-15,-4-6 0 0,5 5 0 0,-5-5 0 16,9 3 0-16,-9-3 0 0,20-2 0 15,-20 2 0-15,17-1 0 0,-17 1 0 0,17-2 0 16,-11 2 0-16,-6 0 0 0,15 2 0 16,-15-2 0-16,19 5 0 0,-9 0 0 0,-3-3 0 15,2 4 0-15,2-2 0 0,-4 1 0 16,0-2 0-16,-7-3 0 0,18 7 0 0,-9-5 0 16,2-2 0-16,-11 0 0 0,27-2 0 15,-9-1 0-15,-2-2 0 0,4-2 0 16,-1 0 0-16,-2-1 0 0,-2 1 0 15,-2 0 0-15,3 1 0 0,-5 0-92 0,0 3-578 16,-1-3-132-16,2 0-79 0,-3 2 63 16,3-1-858-16,3 2-1112 0</inkml:trace>
  <inkml:trace contextRef="#ctx0" brushRef="#br0" timeOffset="36160.55">30325 8232 4555 0,'0'-6'-70'0,"0"6"22"0,0 0 46 16,0 0 72-16,0 0 78 16,0 0 56-16,0 0 34 0,-13 35 32 0,6-16 5 15,4 4-4-15,-1 4-11 0,2 7-17 16,-2 0-16-16,4-3-23 0,0-4-18 0,0-2-18 15,0-2-18-15,4 1-17 0,-2-3-10 16,0 0-8-16,0-5-13 0,0-3-15 0,-1 1-11 16,-1-6-11-16,0 3-4 15,2-3-12-15,-2-1-25 0,2-2-36 0,-2-5-39 16,0 9-38-16,0-9-18 0,0 0-15 16,0 0-2-16,0 0-1 0,0 0 2 0,-32-11-10 15,19 8 5-15,-7 0 12 0,6-1 13 16,-4-1 11-16,5 2 10 0,-3 3 13 15,5 0 18-15,0-2 22 0,11 2 14 0,-15-2 16 16,15 2 20-16,0 0 16 0,0 0 11 16,0 0 15-16,0 0 1 0,0 0-1 0,0 0-6 15,0 0-8-15,44-13-2 0,-22 7-10 16,10-6-1-16,3 1-1 0,0-3-11 0,-1-1 1 16,-4 3-1-16,1-2-10 0,-11 7 3 15,-2-1 3-15,-5 2-4 0,-3 2 6 0,-1 2-11 16,-9 2 28-16,11 6 23 15,-6-1 9-15,-2 6 7 0,-3-2-1 0,0 5 7 16,2 3-8-16,0 1-9 0,-2-1-2 16,2 0-7-16,2 0 0 0,-1-2-1 0,5 0-3 15,2-1-53-15,-3-1-1 0,4-3 0 16,3 2 0-16,-3-5 0 0,5-1 0 0,-3-2 0 16,1-3 0-16,-1-1 0 0,0-1 0 15,-1-1 0-15,-1 0 0 0,1-1 0 0,-5-2 0 16,2-2 0-16,-3 0 0 15,0-2 0-15,-4-1 0 0,-2-2 0 0,0-3 0 16,-4-2 0-16,-2-4 0 0,-1 3 0 0,-2-3 0 16,-2 3 0-16,2 3 0 0,0 3 0 15,-1 1 0-15,0 3 0 0,1 5-160 16,-1-1-82-16,1 4-53 0,9 0-75 16,-19 4-84-16,9 1-96 0,3 1-151 0,-1-1-64 15,3 1 60-15,-2 2-638 0,6-4-799 16</inkml:trace>
  <inkml:trace contextRef="#ctx0" brushRef="#br0" timeOffset="36541.15">31333 8539 3458 0,'0'0'-42'0,"0"0"48"16,0 0 47-16,-46 18 52 0,23-3 68 15,-2 3 59-15,0 5 46 0,3-1 24 0,-1 0 6 16,4 2-14-16,6-5-23 0,3-2-22 16,0-2-17-16,9-1-19 0,-3-2-16 0,4 2-19 15,0-4-10-15,4 1-23 0,1-3-14 16,2-1-11-16,6-1-14 0,-2-4-17 0,3 0-8 16,0-2-10-16,6-3-18 0,-4-1-25 15,6-3-13-15,-3 0-18 0,-1-5 6 16,0-1 2-16,-5-1-8 0,1 0-13 15,-3-3-1-15,-2-2 0 0,-2 1 5 16,-4-5 3-16,-1 3-6 0,-2-4 0 0,0 4 0 16,0 1 6-16,-4 3 3 0,4 3-15 15,-1 1-10-15,-6 0-18 0,3 7-22 0,-3-3-37 16,7 8-46-16,-11-4-52 0,3 1-71 16,8 3-83-16,0 0-76 0,-15 3-80 0,15-3-104 15,0 0-60-15,0 0 49 0,0 0-466 16,0 0-567-16</inkml:trace>
  <inkml:trace contextRef="#ctx0" brushRef="#br0" timeOffset="37307.57">31598 8408 3093 0,'4'-3'37'16,"-4"3"12"-16,0 0 46 0,0 0 51 0,0 0 57 16,0 0 46-16,1 24 51 0,-1-10 45 15,0 3 12-15,-1 4 2 0,1-1-19 0,0 3-17 16,0 2-14-16,-2 0-14 0,0-2-23 15,-2 3-21-15,2-2-14 0,0-2-23 0,-1-1-24 16,-2-4-15-16,1-2-20 0,-1 1-12 16,-1-3-89-16,-1-1-54 0,-1 0 0 15,-2-2 0-15,-1-1 0 0,-3-2 0 16,2 0 0-16,-6-4 0 0,5 0 0 16,-3-3 0-16,2-4 0 0,-2-2-96 0,7-1-84 0,1-3-4 15,6-2-5-15,2 0-7 16,10-5-8-16,9-7-14 0,3 2-12 0,7 1-11 15,8-4-9-15,-5 6-7 0,10-3 11 16,-1-1 20-16,5 5 16 0,0-3 9 0,0 1 13 16,-3-1 15-16,2 0 16 0,-7-1 14 15,-10 3 16-15,-3-2 25 0,-6-1 28 16,-2-2 17-16,-8 4 26 0,2 1 26 0,-10 0 33 16,1 2 23-16,-4 0 8 0,-1 2 7 15,-6 2 1-15,-4 3 12 0,-4-1 18 0,-8 6 17 16,-1 2 22-16,-3 4 16 15,-9 5 15-15,2 0 11 0,-2 5 6 0,4 1 22 16,3 2 1-16,2 3 2 0,8-1 0 16,3 5-13-16,4 0-14 0,6-2-15 0,5 3-14 15,1 1-19-15,4 0-8 0,1 1-15 16,3 7-10-16,5-2-12 0,1-6-8 0,1 2-7 16,-1-6-11-16,1-1-9 0,3-3-5 15,6 1-3-15,-3-4-7 0,-1-4-4 16,-3-3-3-16,-1 0 1 0,0-1-5 0,-1-3 0 15,-1 1-2-15,1-2-4 0,-13 0 1 16,21-2-3-16,-10 1 4 0,-11 1 16 16,20-4-40-16,-20 4 0 0,15 0 0 15,-15 0 0-15,0 0 0 0,19 4 0 0,-19-4 0 16,11 5 0-16,-4-2 0 0,-7-3 0 16,9 7 0-16,-4-4 0 0,-5-3 0 0,11 7 0 15,-2-2 0-15,2-1 0 0,-2-1 0 16,5-1 0-16,-1 0 0 0,3 0 0 0,-2-2 0 15,6-2 0-15,-1 0 0 0,-4 2 0 16,3 0 0-16,-6 0 0 0,-12 0 0 0,25 0 0 16,-15 0 0-16,-10 0 0 0,19-2 0 15,-19 2 0-15,15 0 0 0,-15 0 0 16,12-1 0-16,-12 1 0 0,11 1 0 16,-11-1 0-16,11 0 0 0,-11 0-376 15,14 6-347-15,-9-5-189 0,-5-1 52 0,0 0 86 16,4 9-772-16,-4-9-990 0</inkml:trace>
  <inkml:trace contextRef="#ctx0" brushRef="#br0" timeOffset="37862.26">32376 8526 4037 0,'-16'-2'-156'0,"16"2"25"16,0 0 36-16,0 0 42 0,0 0 45 0,0 0 48 15,0 0 33-15,-23 7 20 16,23-7 12-16,0 0 5 0,-7 6 0 0,7-6 3 0,0 0 2 16,-6 6 5-16,6-6-2 15,0 0 2-15,0 0-2 0,0 0-2 0,0 0-6 16,0 0-8-16,0 0-10 0,0 0-7 16,0 0-9-16,0 0-5 0,0 0-10 15,6-23 3-15,-6 23-2 0,3-16-2 0,-1 8 11 16,-2-1 5-16,2 3 16 0,-2 6 6 15,2-13-3-15,-2 13 1 0,2-8-4 0,-2 8 16 16,0 0 3-16,0 0 28 0,0 0 10 16,0 0 11-16,0 0 16 0,0 0 13 15,4 26 4-15,0-15-3 0,1 3 3 16,5 3-2-16,2 0-147 0,-1-2-44 16,0-1 0-16,3 1 0 0,-1-1 0 0,1-2 0 15,-3 0 0-15,-2-4 0 0,1 2 0 16,-3-1 0-16,3-4 0 0,-5 1 0 0,2-2 0 15,-7-4 0-15,9 9 0 0,-5-4 0 16,-4-5 0-16,5 7 0 0,-5-7-20 0,4 5-540 16,-4-5-102-16,0 0-153 0,0 0-56 15,-9 8 83-15,9-8-734 0,0 0-967 16</inkml:trace>
  <inkml:trace contextRef="#ctx0" brushRef="#br0" timeOffset="53221.83">25033 2958 950 0,'0'0'-33'0,"0"0"15"0,0 0 40 15,0 0 11-15,0 0 11 0,0 0-1 16,0 0 9-16,0 0-5 0,0 0 3 16,0 0-6-16,0 0 1 0,0 0-2 15,0 0-5-15,0 0-1 0,0 0-5 0,0 0-5 16,0 0 9-16,2-19 3 0,-2 19 1 15,0 0-3-15,0 0-2 0,0 0-2 0,0 0-7 16,0 0 0-16,0 0 0 0,0 0 4 16,0 0 5-16,0 0-2 0,0 0-4 0,0 0 1 15,-31 11-2-15,28-5-6 0,-2-2 6 16,-1 2-3-16,5 0 2 0,1-6 0 16,-4 5-1-16,4-5 5 0,-4 10 5 15,4-10 7-15,-2 5 9 0,2-5 3 16,0 0-1-16,0 0 3 0,10 5-4 0,-10-5-1 15,0 0 0-15,0 0-3 0,0 0 0 16,0 0 1-16,26-10-8 0,-26 10 5 0,10-10-4 16,-6 8-1-16,2-1-6 0,-6 3-1 15,4-8-11-15,-4 8-1 0,1-8 4 16,-1 8-8-16,0-8-6 0,0 8 4 0,0 0-1 16,-1-7-1-16,1 7-5 0,0 0-6 15,-6-6 3-15,6 6 1 0,0 0-3 16,0 0-1-16,0 0 3 0,0 0-4 15,0 0 4-15,-21 11-6 0,21-11 6 0,0 0-4 16,-8 4 3-16,8-4 1 0,0 0 2 16,0 0 3-16,0 0 8 0,0 9-4 15,0-9 2-15,0 0 9 0,0 0 3 0,0 0-3 16,0 0 1-16,0 0 1 0,0 0-3 16,31-11 1-16,-31 11-2 0,11-7-3 0,-6 1 4 15,-5 6-9-15,9-6 1 0,-9 6 0 16,3-10 1-16,-3 10-2 0,6-5-9 15,-6 5 2-15,0 0 1 0,4-6-3 0,-4 6 2 16,0 0-10-16,0 0 2 0,0 0 3 16,0 0 3-16,0 0-13 0,0 0-15 15,-11-6-18-15,11 6-18 0,0 0-12 16,0 0-18-16,0 0-9 0,0 0-9 0,0 0-9 16,0 0-12-16,-16 11-7 0,16-11-4 15,0 0 6-15,-2 6 2 0,2-6 9 0,0 0 8 16,0 0 8-16,0 0 5 0,4 10 10 15,-4-10 12-15,0 0 4 0,0 0 11 16,0 0-2-16,0 0-34 0,0 0-62 0,0 0-323 16,0 0 13-16</inkml:trace>
  <inkml:trace contextRef="#ctx0" brushRef="#br0" timeOffset="54556.85">25057 2913 1200 0,'0'8'-69'16,"0"-8"30"-16,0 0 35 0,0 0 25 15,0 0 17-15,-4 9-6 0,4-9 8 16,0 0-1-16,0 0-6 0,0 0 2 0,0 0-6 16,0 0 2-16,0 0-5 0,0 0-5 15,0 0-5-15,0 0 3 0,9-24-2 0,-9 24-6 16,1-6 7-16,-1 6 10 0,0 0-2 15,0-12 2-15,0 12-3 0,0 0-1 16,0 0-4-16,-10-4 3 0,10 4 5 0,0 0 1 16,0 0-2-16,-20 12 4 0,13-8-2 15,2 2 0-15,-1-1 1 0,1 1 0 16,5-6-1-16,-6 12 0 0,3-7 7 16,3-5 11-16,-2 9 7 0,2-9 9 0,0 0 10 15,2 9 0-15,-2-9 1 0,0 0-1 16,11 6-5-16,-11-6-7 0,0 0-3 15,0 0-3-15,25-6-4 0,-25 6-6 0,14-8-4 16,-8 5-4-16,0-3-6 0,-6 6 3 16,10-10-7-16,-8 2-3 0,-2 8-5 0,3-11-5 15,1 5 0-15,-4 6-1 0,-2-8-1 16,2 8-5-16,0 0 1 0,-5-8-1 16,5 8-3-16,0 0 0 0,0 0-2 0,-20 0-1 15,20 0 1-15,0 0 0 0,-15 6 1 16,15-6 2-16,0 0 1 0,-9 6 5 0,9-6-2 15,0 0-2-15,0 0 6 16,0 0 6-16,0 0 2 0,0 0 2 0,0 0 2 16,0 0-2-16,0 0-4 0,0 0 1 15,0 0 4-15,0 0 2 0,0 0-11 16,0 0 0-16,0 0 0 0,32-11-7 0,-32 11-2 16,0 0 0-16,0 0-24 0,0 0-33 15,0 0-40-15,0 0-54 0,0 0-79 0,0 0-82 16,0 0-177-16,0 0-16 0,0 0-51 15,0 0-51-15</inkml:trace>
  <inkml:trace contextRef="#ctx0" brushRef="#br0" timeOffset="55755.56">26228 3278 1346 0,'0'0'-91'0,"-6"9"31"0,6-9 47 0,-4 2 28 16,4-2 29-16,0 0 23 0,0 0 18 15,0 0 17-15,-2 8 14 0,2-8 5 0,0 0-1 16,0 0 2-16,0 0-11 0,0 0-9 16,0 0-8-16,0 0-11 0,0 0-5 0,0 0-9 15,0 0-5-15,0 0-7 0,0 0-1 16,0 0-6-16,0 0-5 0,10-20 0 16,-10 20-7-16,0 0-4 0,0 0-4 0,-10-7 0 15,10 7-6-15,0 0-4 0,-17 2 0 16,17-2-1-16,-18 6 4 0,11-2-3 0,1-1 1 15,-1 0-4-15,1 3 2 16,6-6-1-16,-12 5 0 0,12-5 1 0,-3 5 1 16,3-5 8-16,-4 5 3 0,4-5 11 15,0 0 2-15,0 0 0 0,0 0-7 16,0 0 2-16,0 0-1 0,0 0-6 0,0 0 3 16,36-8 5-16,-36 8-5 0,9-7 2 15,-2 1 3-15,-2 1-4 0,-5 5 0 0,6-8-4 16,-6 8-5-16,4-9-6 0,-4 9-2 15,1-7-3-15,-1 7 0 0,0 0-9 16,0 0 2-16,0-11-7 0,0 11-1 16,0 0-1-16,0 0 8 0,0 0 4 0,0 0-8 15,0 0 1-15,0 0-4 0,0 0 8 16,0 0 1-16,0 0 1 0,0 0-1 16,0 0 1-16,0 0 3 0,0 0 2 0,0 0-7 15,0 0 9-15,0 0-1 0,0 0-5 16,0 0 3-16,0 0-7 0,0 0 4 0,0 0-4 15,0-7 0-15,0 7-4 0,0 0-12 16,0 0-12-16,4-7-47 0,-4 7-47 0,0 0-59 16,0 0-73-16,-9-5-98 0,9 5-160 15,-13-4-51-15,6 2 64 16,7 2-75-16,-14-6-66 0</inkml:trace>
  <inkml:trace contextRef="#ctx0" brushRef="#br0" timeOffset="71251.78">25621 3978 1357 0,'0'0'-124'0,"0"0"15"0,0 0 18 0,0 0 9 16,0 0 9-16,0 0 15 0,0 0 9 15,0 0 14-15,0 0 6 0,0 0 12 16,0 0 11-16,0 0 10 0,0 0 6 0,0 0 3 15,0 0 4-15,0 0 7 0,0 0-1 16,0 0-11-16,0 0 9 0,0 0 2 0,0 0-11 16,0 0 2-16,0 0-1 0,0 0-6 15,0 0 1-15,0 0 6 0,0 0-11 16,0 0 3-16,0 0-1 0,0 0-2 16,-14 14-5-16,14-14 9 0,0 0 4 0,0 0-9 15,-9 3 5-15,9-3-11 0,0 0 7 16,0 0-1-16,-7 8 2 0,7-8-2 15,-6 6 0-15,6-6 2 0,0 0 0 0,-5 8 4 16,5-8-5-16,-4 6 1 0,4-6-1 16,0 0 0-16,-3 7-3 0,3-7 7 0,0 0 4 15,0 0-4-15,0 0-3 0,0 9 9 16,0-9-1-16,0 0 0 0,0 0-1 16,0 0-3-16,7 6-4 0,-7-6 4 15,0 0-4-15,0 0 1 0,13 0 5 16,-13 0-7-16,0 0 3 0,0 0-2 0,14-9-2 15,-14 9 2-15,5-4-4 0,-5 4 5 16,6-7-5-16,-6 7 1 0,3-4 0 0,-3 4-1 16,4-8-1-16,-4 8-3 0,0 0 2 15,4-4-2-15,-4 4-4 0,0 0 6 0,0 0-3 16,0 0 6-16,0 0 0 0,0 0 3 16,0 0-2-16,0 0 5 0,0 0-1 15,0 0-1-15,0 0 2 0,0 0 5 0,0 0-6 16,-20 12 2-16,20-12 4 0,0 0-3 15,-2 7-1-15,2-7 0 0,0 0 0 0,0 0 1 16,0 0 7-16,0 0-8 16,5 8 7-16,-5-8-1 0,0 0-8 0,9 2 8 0,-9-2-10 15,10 1 3-15,-10-1-2 16,0 0-2-16,15-1 7 0,-15 1-9 0,0 0 1 16,19-4 3-16,-19 4 1 0,8-4-4 15,-8 4 1-15,8-5-3 0,-8 5-3 16,5-2-3-16,-5 2 1 0,0 0-3 0,0-7 7 15,0 7 1-15,0 0-2 0,0 0-5 16,0 0 6-16,-11-9-1 0,11 9-5 0,0 0 3 16,0 0 3-16,-18 2-2 0,18-2 3 15,0 0-1-15,-14 7-12 0,8-6-52 16,6-1-93-16,-10 6-197 0,10-6 132 16</inkml:trace>
  <inkml:trace contextRef="#ctx0" brushRef="#br0" timeOffset="80631.94">27138 3120 918 0,'0'0'-17'16,"0"0"29"-16,0 0 19 0,0 0 18 15,0 0 11-15,0-7 6 0,0 7 6 16,0 0 7-16,0 0 1 0,2-6 1 0,-2 6 0 15,0 0-8-15,0 0-5 0,0 0-7 16,0 0-10-16,4-7-3 0,-4 7-7 0,0 0-3 16,0 0-6-16,0 0-1 0,0 0-5 15,0 0-1-15,0 0-8 0,0 0 1 0,0 0-3 16,0 0 0-16,0 0-3 0,0 0 0 16,0 0-1-16,0 0 4 0,0 0-3 15,0 0 4-15,0 0-2 0,0 0 8 0,-27 10 4 16,27-10 2-16,-13 10 9 15,6-6 2-15,-3 2 5 0,0 2-2 0,-1-2-5 16,-1 1 4-16,3 1-2 0,2 0 1 16,-3-2 1-16,2 0-4 0,1-1-3 0,1-1-1 15,6-4 1-15,-12 6 0 0,12-6 9 16,-7 6-7-16,7-6 6 0,-8 5-1 16,8-5-2-16,0 0-3 0,0 0-5 0,0 0-2 15,0 0-3-15,0 0-2 0,0 0-1 16,0 0-3-16,0 0-2 0,0 0-2 0,-3-17-3 15,3 17-3-15,0 0-3 16,0 0-5-16,3-13 2 0,-3 13-3 0,0 0-1 16,0 0-4-16,0 0 5 0,0 0-2 15,0 0-1-15,0 0 3 0,0 0 3 0,0 0-5 16,-26 13 2-16,18-9-3 0,8-4 3 16,-12 8 4-16,12-8-4 0,-9 5 5 15,3 0-2-15,6-5 0 0,-12 4 3 0,12-4-5 16,-7 5 3-16,7-5 4 0,0 0-7 15,-11 4 1-15,11-4 0 0,0 0 0 0,0 0 2 16,0 0-5-16,0 0 4 0,0 0 2 16,-12-11-6-16,12 11 7 0,0-10 1 15,0 10-5-15,5-14-2 0,-5 14 2 16,3-9-7-16,1 1 4 0,-4 8 1 16,4-6-4-16,-4 6 4 0,3-6-1 0,-3 6-3 15,0 0 6-15,11-6-5 0,-11 6-2 16,0 0 5-16,24 6-1 0,-24-6-1 0,15 6-2 15,-4 0 3-15,0-2-2 0,0 0 2 16,-2-1 3-16,2 0 0 0,-3 0-1 0,-8-3 1 16,19 6 2-16,-11-4 3 0,-8-2 1 15,11 4-5-15,-11-4 3 0,9 0 9 16,-9 0-1-16,0 0-1 0,0 0 4 16,0 0-5-16,22-2-4 0,-22 2-1 15,3-6-4-15,-3 6 5 0,6-12-6 0,-6 7-4 16,0 5 2-16,0-16 0 0,0 10-1 0,0 6 0 15,-4-11-3-15,4 11 5 0,-2-10-15 16,2 10 7-16,0 0 1 0,-3-7 2 16,3 7-6-16,0 0 6 0,0 0 1 15,0 0 0-15,0 0 1 0,0 0 1 0,-10 22 5 16,10-22-4-16,0 12 3 0,0-2 1 16,0-10 1-16,4 11 1 0,-2-3 4 0,-2-8-4 15,5 10-3-15,-3-6 3 0,-2-4-2 16,6 10 6-16,-6-10-2 0,4 5-5 15,-4-5 8-15,1 8-3 0,-1-8-3 0,0 0 2 16,0 0-7-16,9 4-17 0,-9-4-21 16,0 0-28-16,0 0-44 0,0 0-47 15,0 0-75-15,0 0-70 0,0 0-147 16,0 0-35-16,0 0-92 0,-23 1-76 0</inkml:trace>
  <inkml:trace contextRef="#ctx0" brushRef="#br0" timeOffset="91445.96">26034 3374 171 0,'0'0'95'0,"0"0"-34"0,0 0-25 16,0 0 4-16,30-10-17 0,-21 6-14 15,8-3 7-15,2 1-3 0,3-3-2 0,-2 2 0 16,1 0-5-16,0 0 3 0,-1 3 1 15,-4-5-3-15,2 6-2 0,-7-1 2 16,-4 2 13-16,-7 2 16 0,0 0 13 0,0 0 16 16,0 0 10-16,0 0 4 0,0 0 8 15,-30 18 6-15,13-12 2 0,0 3 2 16,-5 0-2-16,6-3-2 0,2 1-6 16,1-2-5-16,4 2-3 0,0-3-7 0,4-3-5 15,-1 3-10-15,6-4-2 0,0 0-6 16,0 0-5-16,0 0-9 0,31 0 1 15,-10-5-7-15,6-1-17 0,5-2-19 0,2-1-15 16,1 1-17-16,-9 1-6 0,-2 2-3 16,-10-1-3-16,-3 5 1 0,0-1 7 0,-11 2 5 15,7-1 7-15,-7 1 14 0,0 0 8 16,0 0 11-16,-27 6 3 0,11-2 2 16,-6 1 2-16,1 0 0 0,-4 3-2 0,3-2-2 15,-3-1-6-15,2 2-32 0,3 0-45 16,4-2-65-16,4-2-104 0,3-1-182 15,3 0 62-15</inkml:trace>
  <inkml:trace contextRef="#ctx0" brushRef="#br0" timeOffset="94933.24">26369 3870 1104 0,'0'0'-41'0,"0"0"22"0,0 0 19 15,0 0 17-15,0 0 15 0,0 0 5 16,0 0 8-16,0 0 6 0,0 0 5 0,0 0 0 16,13 0 10-16,-13 0-2 0,0 0 4 15,0 0 1-15,0 0 0 0,0 0 3 0,0 0 1 16,0 0 2-16,0 0 0 0,0 0-1 16,0 0-1-16,0 0-5 0,0 0-3 0,0 0-7 15,0 0-6-15,0 8-4 0,0-8-2 16,0 0-3-16,-17 19-4 0,7-9-2 15,-1 1 0-15,-1 2 0 0,-1 1-2 0,2-4-5 16,-1 5-2-16,1-5 0 0,2 0-4 16,-2-1-1-16,4-1-3 0,0-2-1 15,-2 2-2-15,6-4 0 0,-3 1-1 16,6-5-1-16,-7 8 0 0,7-8-3 0,-8 4 0 16,8-4-1-16,0 0-5 0,0 0 1 15,0 0-1-15,-12-12-3 0,12 12-1 0,-2-9 2 16,2 1-1-16,0 0 0 0,0-1-2 15,0 0 0-15,2 0-1 0,2 1 0 16,-4-2-1-16,5 3 2 0,-4-1-1 0,-1 1-1 16,2 0-2-16,-2 7 2 0,4-10-1 15,-2 7 0-15,-2 3 0 0,0 0 2 16,5-4 3-16,-5 4-3 0,0 0 1 16,0 0 0-16,0 0 1 0,23 12 1 0,-15-7 0 15,3 1 0-15,-3-1 2 0,1 2-3 16,1-3 2-16,-2-2 0 0,1 3 0 0,-9-5 3 15,13 6-2-15,-4-2-1 0,-9-4 3 16,9 2-4-16,-9-2 3 0,0 0 1 16,13 4-2-16,-13-4 1 0,0 0-4 0,0 0 1 15,0 0 0-15,12-6-2 0,-12 6 1 16,2-8-5-16,-2 8 1 0,-2-9 4 0,2 1-2 16,0 8-3-16,-2-14 2 0,2 8-2 15,-2-1 4-15,2 7-2 0,0-11-2 16,0 11-1-16,-2-8 0 0,2 8-1 15,0 0 3-15,0 0-3 0,0 0 2 16,0 0 1-16,0 0 0 0,0 0 3 0,0 0-3 16,-4 31 1-16,5-23-1 0,-1 1 4 15,5-1 1-15,-3 4-4 0,-2-3 3 0,4 2-1 16,-4-5-1-16,1 2 2 0,-1-8 1 16,0 12 0-16,0-12-3 0,0 10 7 0,0-10-2 15,2 7 6-15,-2-7 6 0,0 0 1 16,0 0-2-16,0 0-2 0,-7 4-3 15,7-4-3-15,0 0 2 0,0 0-1 0,-23-15-2 16,17 9 2-16,1-2-6 16,-2 3 2-16,2 0 0 0,5 5 1 0,-8-8-5 15,8 8-6-15,-7-6 6 0,7 6-5 16,0 0 4-16,0 0 2 0,-8-3-4 0,8 3-1 16,0 0 5-16,0 0-1 0,0 0 3 15,0 0-1-15,0 0-1 0,0 0 3 0,0 0 2 16,0 0 0-16,26 12-5 0,-26-12 0 15,0 0 2-15,14 2 3 0,-14-2-1 16,0 0 4-16,0 0 7 0,11 1 13 0,-11-1-11 16,0 0 1-16,0 0 2 0,0 0-11 15,0 0 5-15,0 0 0 0,0 0-5 16,0 0 0-16,0 0-2 0,0 0 0 16,-43 0 2-16,43 0-2 0,-14 0 2 0,14 0-1 15,0 0 0-15,0 0 3 0,-15 2 6 16,15-2-2-16,0 0 1 0,0 0-3 0,0 0-1 15,0 0-6-15,0 0-1 0,0 0-1 16,0 0 2-16,0 0-4 0,0 0 6 16,0 0-8-16,0 0 0 0,0 0-3 0,34-11 2 15,-34 11-1-15,0 0 3 0,0 0-12 16,0 0 0-16,24 8-17 0,-24-8-12 0,0 0-14 16,9 3-16-16,-9-3-28 0,0 0-30 15,7 4-36-15,-7-4-63 0,0 0-64 16,0 0-107-16,0 0-70 0,0 0-112 15,0 0-79-15</inkml:trace>
  <inkml:trace contextRef="#ctx0" brushRef="#br0" timeOffset="100380.4">1782 7415 1464 0,'-11'-12'-56'0,"0"-1"18"16,0 2 30-16,1 3 19 0,3 1 29 15,-1 3 10-15,3-2 11 0,5 6-1 0,-12-5-7 16,12 5-6-16,0 0-4 0,0 0-1 15,-13 13 16-15,13-1-2 0,0 5-2 16,2 2 16-16,1 3-4 0,3 1-2 16,1-3 4-16,11 5 7 0,3-5 23 0,10-8 11 15,8-6-2-15,5-13-9 0,23-9-7 16,25-18-5-16,10-9-3 0,9-9-7 16,40-28-9-16,-40 14-3 0,36-21-2 0,-2-2-12 15,-1 0-1-15,-35 21-5 0,-3-7-15 16,-4 7 2-16,-10 6-3 0,-10 10-5 15,-12 6-4-15,-22 17 0 0,-10 3-12 0,-11 9-1 16,-9 5-5-16,-6 4 2 0,-4 3-18 16,-3 1-24-16,-5 4-27 0,4-5-34 0,-4 5-39 15,0 0-75-15,0-5-93 0,0 5-194 16,0 0 15-16,0 0-80 0,0 0-67 16</inkml:trace>
  <inkml:trace contextRef="#ctx0" brushRef="#br0" timeOffset="101845.45">14923 7575 1687 0,'-35'2'21'16,"8"-2"20"-16,0 0 11 0,4 0 4 15,1 0 7-15,4 2-9 0,2-2 7 0,3-2 2 16,13 2-4-16,-14 0 0 16,14 0-11-16,0 0-1 0,27-10-9 0,18 1 4 15,19-3-10-15,39-5-2 0,17-2-8 16,19-1-16-16,17 4-1 0,60-6-5 0,5 5-2 16,11-6 3-16,-2 6-4 0,5 0 1 15,-58 9-12-15,50-2-2 0,-57-1 3 16,-7 5 1-16,-6 2 0 0,-11 0 2 0,-12 1 2 15,-10 3-2-15,-31-1 4 0,-10 1-7 16,-8 0 2-16,-10 0 1 0,-15 1 1 0,-9-1 0 16,-8 0 3-16,-8 0 0 15,-6 0 5-15,-2 0 5 0,-2 0 17 0,-2 0 15 16,-1 1 12-16,-2-1 10 0,-10 0 7 16,17 0 7-16,-17 0-5 0,13 0-6 0,-13 0-9 15,11 2 0-15,-11-2-9 0,0 0-2 16,14-2-4-16,-14 2-6 0,0 0-47 0,9-1-53 15,-9 1-70-15,0 0-94 0,0 0-141 16,8-4-81-16,-8 4-129 0,0 0-84 0</inkml:trace>
  <inkml:trace contextRef="#ctx0" brushRef="#br0" timeOffset="105728.32">20478 10063 1862 0,'-8'6'96'0,"3"2"-12"0,1-3-7 15,0-1 2-15,4-4-2 0,0 0-5 16,0 0-1-16,13 12 18 0,3-11 1 0,9 1 0 15,16 0-10-15,13-2-6 0,18-4-6 16,5 1-4-16,2-3-9 0,3-2-5 0,2-2-4 16,0 1-7-16,-2-1-2 15,-6 0-4-15,-4 1-3 0,-1-1 0 0,-6 0-5 16,-4 1-2-16,-15 1-1 0,-7 2-5 16,-8 0 0-16,-6 3-2 0,-10 2-2 0,4 0 0 15,-5-3-3-15,-3 4 3 0,-4-2 0 16,-7 2-1-16,16-2 4 0,-16 2-3 0,7-2-5 15,-7 2-5-15,0 0-18 0,0 0-36 16,0 0-51-16,0 0-64 0,0 0-81 0,0 0-128 16,0 0-105-16,0 0 40 0,0 0-121 15,-14 15-64-15</inkml:trace>
  <inkml:trace contextRef="#ctx0" brushRef="#br0" timeOffset="111176.08">19434 12920 1559 0,'-12'0'-13'0,"12"0"21"16,-15 0 19-16,15 0 10 0,0 0-1 0,-13-2 8 15,13 2 14-15,0 0 21 0,0 0 17 16,-8-1 14-16,8 1-11 0,0 0-11 0,0 0-11 16,12-16-6-16,0 8-7 0,6 1-6 15,12-3-7-15,7-2-7 0,7 1-5 0,10 1 1 16,10 2-5-16,4 2-3 0,3 2-1 16,5 3-6-16,4-1 1 0,6 4-5 15,0-1 2-15,1 1-6 0,23 1-3 16,1 4 3-16,-2-1-1 0,-21-4-2 0,-3 0-1 15,-3 1-2-15,0 0 0 0,-10-1 4 16,0 0-4-16,-8-1-6 0,-11-1 3 0,-3 0 0 16,2 0-3-16,-3 0 3 0,0 0-3 15,3-1 2-15,11-1-4 0,0 0 2 0,-2-1-2 16,3 0 0-16,3 1 1 0,-2 0-1 16,-1 0 6-16,2 0-6 0,-15 2 1 15,0 0 0-15,1 0-1 0,-3-2-4 0,-3 4 0 16,-2-2 0-16,-14 2 1 0,-1-2 1 15,-8 2-2-15,0-2 6 0,-4 2-5 16,-1-2-1-16,-3 2-1 0,1-2-1 16,-5 0 2-16,-9 0 1 0,16 0 3 0,-5 3-3 15,-11-3 1-15,12 0-3 0,-12 0 3 16,14 1-2-16,-14-1 1 0,10 2 0 0,-10-2 1 16,9 0-3-16,-9 0-36 0,7 2-33 15,-7-2-40-15,9 4-59 0,-9-4-58 0,5 5-100 16,-5-5-130-16,0 0-116 0,0 8-74 15</inkml:trace>
  <inkml:trace contextRef="#ctx0" brushRef="#br0" timeOffset="114926.04">17553 15386 1527 0,'-44'-3'-63'0,"3"0"27"0,0 2 12 0,1-3 1 15,10 2 4-15,5 0 7 0,5 2 11 16,6-1 19-16,0 1 8 0,3-1 9 16,1 1 2-16,10 0 1 0,-12-3-11 0,12 3 6 15,0 0-4-15,0 0-6 16,35-8 0-16,2 4 0 0,8 1-7 0,16-2 5 16,5 1-2-16,5 2 0 0,5-2-1 15,6 0-2-15,4 1-5 0,2-1 2 0,20-2-2 16,-18 0 1-16,23 1-5 0,-1 0 4 15,-4 0 1-15,-14 1-4 0,18 0 1 16,-18 2 3-16,18 0-4 0,-20-1 0 0,-3 2-4 16,1-5 2-16,-3 2 2 0,-1 1-4 15,0-1 1-15,0-2 0 0,-2 4 0 0,-1-1-1 16,-3 1 2-16,2-2-1 0,-6 1 1 16,5 1-1-16,-6 0-1 0,0 1-2 15,-1 1 1-15,-3 0-3 0,-1 0 3 16,-3 0-2-16,-1 0 2 0,0 0 2 0,-3-2 0 15,3 0-2-15,-3 0 4 0,4-2-6 16,-4 3 2-16,-1-3 3 0,5-2-4 16,-1 0-2-16,-2 4 3 0,3-5 2 0,-5 2-3 15,3-2 2-15,0 2-2 0,-6 0 0 16,-9 1 1-16,-1 2-1 0,-1-4 0 0,-2 6 0 16,-3-2 2-16,-3 0-1 0,5 0-2 15,-6 2 1-15,5-2 0 0,-5 1-1 0,0-2 2 16,3 3 1-16,-2 0-1 15,4-3-1-15,-2 3-1 0,4 0 1 0,-5 0 2 16,5-1 0-16,0 1-2 0,0 1 0 16,-1-1 0-16,-1 0 2 0,2 3-3 15,-6-3 1-15,4 0 0 0,-10 3 1 0,-4-3-1 16,-1 0 1-16,0 1-1 0,-1-1 0 16,-1 0 0-16,2 0-3 0,-1 0 4 0,1 0-3 15,0-1 1-15,1 1 3 0,12-3-2 16,2 3-3-16,0-4 5 0,2 3-5 0,1-3 2 15,1 2 2-15,1 0 0 0,3 1-1 16,-1 1-2-16,3 0 4 0,-1 0-1 16,-4 1-4-16,1-1 1 0,-3 0 3 0,-2 0-1 15,-13 2-1-15,-3 0 2 16,-3 0-3-16,-3-2 2 0,-2 0 1 0,-3 2-2 16,0-2 0-16,-2 1 1 0,-3-1 0 15,0 1-1-15,-3-1 2 0,-10 0 25 0,16 0 8 16,-5 3 7-16,-11-3 4 0,12-3 5 15,-12 3-2-15,0 0 3 0,14 0-2 0,-14 0-6 16,0 0-1-16,13 0 9 0,-13 0 1 16,0 0-5-16,0 0-6 0,0 0-2 15,18-1-1-15,-18 1-7 0,0 0 1 0,0 0-4 16,11-3-6-16,-11 3-4 0,0 0-3 16,5-2-37-16,-5 2-65 0,0 0-83 0,0 0-115 15,0 0-209-15,0 0-183 16,-47 0-170-16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11-16T02:50:04.597"/>
    </inkml:context>
    <inkml:brush xml:id="br0">
      <inkml:brushProperty name="width" value="0.05292" units="cm"/>
      <inkml:brushProperty name="height" value="0.05292" units="cm"/>
      <inkml:brushProperty name="color" value="#FF0000"/>
    </inkml:brush>
  </inkml:definitions>
  <inkml:trace contextRef="#ctx0" brushRef="#br0">18973 1913 224 0,'0'0'49'16,"0"0"-5"-16,7-1 21 0,-7 1 13 15,0 0 7-15,0 0-1 0,0 0-9 16,0 0 0-16,-6-13 6 0,6 13 7 15,0 0 4-15,0 0 5 0,-1-8 7 16,1 8 3-16,0 0 5 0,0 0 3 0,-6-7 1 16,6 7 2-16,0 0 4 0,0 0-6 0,-6-5 2 15,6 5-7-15,0 0-11 16,0 0-12-16,0 0-11 0,0 0-8 0,0 0-7 16,0 0-4-16,0 0 7 0,-12 16-4 15,12-6 6-15,-1 3 5 0,1 8-3 0,0 4-9 16,0 13 14-16,0 4-16 0,0 1-8 15,1 0-6-15,3-1-4 0,1-2 2 16,-3-1-9-16,-1-2 4 0,1-8-8 0,0-2-4 16,0-3 2-16,0-3-2 0,-2-1-9 15,2-3-23-15,-2-4-25 0,0 1-31 16,2 0-41-16,-1-2-35 0,-1-2-46 16,2-4-93-16,-2 0-102 0,0-6-146 15,0 0-124-15,0 0-146 0</inkml:trace>
  <inkml:trace contextRef="#ctx0" brushRef="#br0" timeOffset="313.82">19049 1895 1646 0,'-3'-4'-49'0,"3"4"24"0,0 0 20 15,-3-7 24-15,3 7 26 0,0 0 32 0,0 0 20 16,-24 17 10-16,10-3 12 15,1 1 8-15,-10 8 7 0,2 4-16 0,-3-2-1 16,-1 12 0-16,3-8 20 0,-1-2-14 16,9 1-10-16,-4-2-11 0,3-1 2 15,7-6-18-15,0-2-11 0,3-3 3 0,3 0-6 16,0-4-12-16,2 2-4 0,2-2-14 16,2 1-1-16,1-3 5 0,5 2-7 0,2-1-8 15,2-3-1-15,6-2-1 0,-4 0-31 16,9 0-28-16,0-2-34 15,4 1-44-15,0-1-39 0,-1-2-46 0,3 0-63 0,-5-2-73 16,3-1-100-16,0 1-84 0,-4-4-112 16,-1 2-123-16</inkml:trace>
  <inkml:trace contextRef="#ctx0" brushRef="#br0" timeOffset="547.82">19398 2292 1789 0,'-8'2'75'0,"8"-2"38"0,0 0 19 15,0 0-6-15,0 0 2 0,0 0 26 16,0 0 20-16,0 0-3 0,0 0-11 16,0 0-16-16,0 0-20 0,32-12-11 15,-17 8-13-15,3-1-52 0,3 0-60 16,3 0-91-16,8-3-99 0,2-3-136 0,-7-1-182 15,0 4-5-15,-2 1-105 0,7-2-127 16</inkml:trace>
  <inkml:trace contextRef="#ctx0" brushRef="#br0" timeOffset="1247.3">20137 1787 1643 0,'-17'5'-15'15,"-1"1"30"-15,5 2 20 0,-4 5 12 0,-3 6 20 16,-3 2 19-16,-1 3 9 15,7 5 14-15,0 1 3 0,1 1-17 0,5 1-1 16,4 3-7-16,3-8-6 0,3-2-4 16,1 1-12-16,1-1 4 0,7 6-9 15,-1-7-8-15,9 2-9 0,-1-8 4 0,0-4-3 16,2-3-10-16,2 0 2 0,4-4-2 16,-2-2-7-16,6-3-16 0,-1 0-6 15,1-4-17-15,5-6-12 0,4-3-7 0,-3-3-7 16,-3-1-1-16,1-5-6 0,-6-5 9 15,-2 2 1-15,-5-5 5 0,0-1 4 0,-7-3 1 16,-3-3 5-16,2 0-2 0,-9 2 9 16,-1 4 10-16,0 2 8 0,-3 5 6 15,-5 2 2-15,0 3-2 0,-1 5 0 16,-2 3-1-16,-7 4 1 0,2 5-3 16,-6 2 10-16,-3 3-1 0,-5 7-1 0,1 3-1 15,0 6-1-15,6 5 3 0,1 3 4 16,7 2-7-16,2 4 18 0,4 2 1 0,7 2 4 15,7 1 0-15,6 13-4 0,9-6 18 16,2 3 18-16,6 1 15 0,8-4 4 16,1-2-11-16,-1-1-8 0,-1-1 11 0,-7-5 1 15,-5-11-8-15,-2 2 13 0,-4-1 22 16,-6-2 20-16,-1-6 15 0,-2-1 13 16,-4 0 19-16,-6-3 5 0,2-1 2 0,-8 2 3 15,0-2 5-15,-3 2 0 16,-4-3-25-16,-1-2-13 0,-1 0-4 0,-2-2-25 15,-4-3-16-15,0-4-11 0,-1 1-5 16,-3-5-15-16,-10-8-22 0,3-2-38 0,4-4-38 16,-1-2-32-16,3-2-30 0,4-1-33 15,0-1-52-15,5 1-46 0,4 2-56 16,5 3-57-16,5 1-80 0,-3 1-97 0,6-6-181 16,4 2 30-16,7-3-381 0,7-6-510 15</inkml:trace>
  <inkml:trace contextRef="#ctx0" brushRef="#br0" timeOffset="1830.05">20697 2288 2763 0,'-3'8'-18'15,"-1"-3"41"-15,-1-1 23 0,5-4 18 0,-2 6 23 16,2-6 20-16,0 0 15 0,0 0-2 15,0 0 2-15,0 0 4 0,0 0-5 0,0 0-8 16,0 0-2-16,0 0 4 0,20-17-9 16,-11 7-10-16,1-6-5 0,1-1-12 0,-3-4-5 15,4-6-10-15,-1 0-4 16,-6 3 0-16,3 2 2 0,-2 1-2 0,-4-1 3 16,2-2 3-16,-2 7 4 0,0 5 10 15,-2-3 2-15,0 3-7 0,1 2-12 16,-1 1-8-16,0 3-11 0,0 0-9 0,0 6-1 15,0 0 2-15,0 0-7 0,0 0-3 16,0 0 2-16,0 0-6 0,-13 26-3 0,13-11-4 16,0 2-1-16,0 1 1 0,0 1-1 15,4 4-5-15,4-3-5 0,-1 1-9 16,0-4-9-16,3-2-14 0,3-1-4 16,-1-4-11-16,0-2-5 0,0-2 0 0,0-1 1 15,1-3 0-15,1-2 0 0,-14 0 3 0,27-9-2 16,-12 4-1-16,-2-4 5 15,2-3 9-15,-2-1-3 0,1-3 10 0,-1-1 2 16,-1 2 0-16,-1 1 1 0,-2 1 5 16,2 1-4-16,-6 6 3 0,1-2-2 15,-3 5-2-15,3 1 5 0,-6 2 13 0,0 0 13 16,18 5 25-16,-15 3 4 0,5 1 3 16,0 3-7-16,-1 0-3 0,-1 2 1 0,-1 1-2 15,3-1-4-15,-2 1-3 0,2-3-3 16,-3 2-8-16,3 1-33 0,0-3-33 15,-1 0-45-15,1-4-57 0,1-1-65 16,1-2-83-16,-3-3-120 0,5 0-158 16,-12-2-37-16,26-9 63 0,-12 4-162 0,-1-2-212 15</inkml:trace>
  <inkml:trace contextRef="#ctx0" brushRef="#br0" timeOffset="2214.9">21467 2025 1879 0,'-4'2'-20'15,"4"-2"32"-15,0 0 13 16,-5 4 16-16,5-4 21 0,0 0 16 0,0 0 9 16,0 0 0-16,0 0-2 0,0 0-2 15,0 0 5-15,9 11-2 0,-9-11 20 0,0 0-6 16,0 0 2-16,0 0 1 0,0 0-7 15,0 0 2-15,0 0-10 0,14-21 2 16,-14 21-14-16,-7-10-5 0,7 10-9 0,-7-10-6 16,0 6-8-16,-5 1-1 0,12 3 6 15,-23-2-4-15,9 4-20 0,-2 3 1 16,-2 1-5-16,4 3-6 0,-4 6 1 0,3-2-4 16,3 3 2-16,1 1-1 15,4 2 21-15,-2 1-6 0,6-3-3 0,1-1 3 0,4-3-5 16,0 4-4-16,8 1-7 15,3-5 3-15,2 3-17 0,9-3-54 0,-1-1-46 16,-1-6-55-16,3-2-63 0,-5-2-87 16,1-2-93-16,4-2-144 0,-2-1 6 15,-1-2-125-15,0-2-156 0</inkml:trace>
  <inkml:trace contextRef="#ctx0" brushRef="#br0" timeOffset="2646.51">21789 1968 1678 0,'-5'8'9'16,"-4"-4"55"-16,6 1 43 0,3-5 25 16,-6 9 16-16,6-9 10 0,-2 7 8 0,2-7 3 15,0 0-14-15,6 12-13 0,-6-12-10 16,7 8-9-16,0-6-10 0,-7-2-7 0,15 6-10 15,-15-6-12-15,17 2-2 0,-17-2-8 16,19-2-12-16,-9-2-10 0,-1-2 0 16,-2 1-6-16,1 0 1 0,-2-2-8 0,0 2-2 15,-2-4-7-15,-3 1-4 16,-2-1 3-16,-1-1-2 0,-4 2-7 0,1-1-3 16,-4 4-8-16,-2 0 4 0,-1 3-2 15,-1 2 9-15,13 0 5 0,-34 10 17 0,15-1 8 16,0 3 10-16,-4 3 8 0,2 6 8 15,8-3 3-15,-5 3 0 0,7 1 1 16,6-5 1-16,-2 1-2 0,5-1-6 0,2-1-6 16,0 1-5-16,7-2-5 0,0 1-2 15,2-3-7-15,5 1-6 0,1-4-32 0,5-1-42 16,-6-1-60-16,9-4-67 16,2-3-79-16,-4 1-84 0,0-5-107 0,0-4-148 15,2 4-66-15,-1-6 67 0,0 0-220 16,-1 1-284-16</inkml:trace>
  <inkml:trace contextRef="#ctx0" brushRef="#br0" timeOffset="3314.62">22019 1935 1992 0,'-13'-1'-45'0,"13"1"36"0,0 0 25 16,-11 1 4-16,11-1 5 0,0 0 26 15,0 0 24-15,0 0 9 0,0 0 12 0,10 12 1 16,-5-4-5-16,3-4-9 16,0 3-4-16,-1 3 4 0,1-6 0 0,-3 4 0 15,4-2 7-15,-4 1 9 0,1-1 0 16,-6-6-6-16,7 10 8 0,-5-6-5 0,-2-4 2 16,3 10-10-16,-3-10-4 0,7 3 2 15,-7-3-4-15,0 0 5 0,6 6-6 16,-6-6-9-16,0 0-4 0,0 0-13 0,0 0-1 15,0 0-2-15,9-15-12 0,-9 15-2 16,2-11-2-16,-2 11-7 0,1-7 4 0,-1 7 1 16,0 0-5-16,2-10-3 0,-2 10-10 15,0 0 0-15,0 0 8 0,0 0 3 16,0 0 1-16,0 0-2 0,25 12 3 16,-19-4 7-16,1-2 7 0,2 5-11 15,-4-1-1-15,2 0 1 0,-1-1 0 0,0 5-4 16,2-2 0-16,-3-1 9 0,1-1 7 15,-2-1-6-15,-1 0 4 0,2-2 6 0,-1-1 8 16,-4-6 16-16,5 12 22 0,-1-8 20 16,-4-4 14-16,0 0-7 0,0 0-13 15,0 0-5-15,0 0-14 0,25-14-8 16,-18 1-17-16,4-3-2 0,7 0-10 0,1-2-5 16,0 3-5-16,-2 4-5 0,0 1-3 0,-1 4 12 15,-2 2 2-15,0 1 17 0,1 3 19 16,3 3-7-16,-2 5 7 0,4 2 22 15,-3-2 8-15,0 7-8 0,2 4-4 16,2 5 20-16,-2-4 9 0,-2 4 8 16,4-4 1-16,-7-1 5 0,-3-5-59 0,1-2-86 15,-5-2 0-15,2-3 0 0,-1 0 0 16,-2 1 0-16,2-6 0 0,-8-2 0 0,11 4 0 16,-11-4 0-16,0 0 0 0,21-10 0 15,-14-1 0-15,5-6 0 0,3-7 0 0,-2-7 0 16,3 0 0-16,-3-4-52 0,4-11-431 15,3-7-118-15,-4 2-146 0,2 3-173 16,-5 2 100-16,-1 10-734 0,-1 2-996 16</inkml:trace>
  <inkml:trace contextRef="#ctx0" brushRef="#br0" timeOffset="3865.01">23283 1489 3863 0,'-3'-18'-205'0,"-1"4"67"0,2 3 30 15,0 3 8-15,2 8 13 0,0 0 62 0,0 0 53 16,-16 33 44-16,7 6 33 0,2 15 22 16,-5 10-5-16,1 7 12 0,0 22 1 15,0 4 6-15,6 10 11 0,1 1 2 0,2 1-9 16,2 1-17-16,4-7-5 15,3-7-12-15,1-22-9 0,0-6-13 0,1-6-15 16,1-7-33-16,0-6-43 0,-3-14-44 16,-1-2-40-16,-3-12-42 0,-1-1-29 15,2-7-22-15,-2-5-36 0,0-2-50 0,-2-6-65 16,0 0-65-16,0 0-86 0,0 0-75 16,-10-35-241-16,10 10-285 0</inkml:trace>
  <inkml:trace contextRef="#ctx0" brushRef="#br0" timeOffset="4132.18">23251 1978 2040 0,'-4'-12'-1'16,"4"1"46"-16,-2 3 18 0,2 2 4 0,0 6 4 15,0 0 14-15,6-9 23 0,-6 9 15 16,0 0 0-16,0 0-1 16,30 12-15-16,-12-1-7 0,2 5-6 0,3 3-13 15,2 0-6-15,-4 3-3 0,2 1-9 16,-8 0 13-16,-4-2-1 0,-1-1-3 0,-6-3 24 15,-2 3 5-15,-4-3 6 0,-4 4-6 16,-3-2-5-16,-2-1-2 0,-3-4-6 16,1 1-6-16,1-6-6 0,-1-1-7 0,0-2-14 15,1-4-28-15,12-2-54 0,-25-8-82 16,14-1-95-16,2-11-116 0,-2-10-140 0,8 2-175 16,5 3 52-16,1-6-205 15,9 4-275-15</inkml:trace>
  <inkml:trace contextRef="#ctx0" brushRef="#br0" timeOffset="4597.12">23660 2241 2078 0,'3'12'-24'0,"-3"-2"56"0,0-3 22 0,0-7 23 16,0 8 32-16,0-8 16 0,2 10 14 15,-2-10 22-15,3 6 0 0,-3-6 1 0,0 0-8 16,8 6-10-16,-8-6-19 0,0 0-9 15,0 0-11-15,19-12-10 0,-11 4-12 16,-3-2-6-16,3-1-8 0,-3-4-10 16,2-5-4-16,-6 2-6 0,1 0-7 15,-2-3 0-15,-2-5-8 0,1 3-2 0,-8-8-1 16,4 7-6-16,-3 5 2 0,1 0 3 16,-1 7-1-16,-2 1-9 0,1 1 1 0,2 3-4 15,-5 4-5-15,1 1 0 0,11 2 4 16,-25 4-11-16,25-4 7 0,-22 4-3 15,17 0-1-15,5-4-6 0,-7 5 8 0,7-5 3 16,0 0-4-16,0 0-1 0,0 0 0 16,34 0 0-16,-11-1 1 0,2-3-2 0,11 0-3 15,0 0 0-15,-6 0-3 16,-5 4-5-16,-2 0 6 0,-2 4 5 16,2 0 11-16,-4 2 7 0,1 5 18 0,-2-2 10 15,-1 6 0-15,4 2 1 0,-2 4-1 16,-8-1-6-16,0-1-2 0,0-2-3 0,-2-1-5 15,-2 5-4-15,2-4-3 0,-4-1-4 16,3-4-18-16,-5 3-35 0,5-3-37 0,-7-2-59 16,6 1-70-16,-3-3-68 0,-3-1-85 15,3-2-118-15,-4-5-201 0,8 5 63 16,-8-5-262-16,0 0-347 0</inkml:trace>
  <inkml:trace contextRef="#ctx0" brushRef="#br0" timeOffset="4931">24481 1966 2243 0,'0'0'-15'0,"0"0"56"0,0 0 44 15,-18 22 33-15,12-14 46 0,0 1 20 16,0 0 11-16,3 2 2 0,-1 0 0 0,0 1-8 16,2 3-18-16,2-1-5 0,0-2-14 15,0 3-15-15,2-3-15 0,2 0-10 0,2-2-10 16,-3-1-10-16,7-1-10 0,2-1-6 15,-1-2-10-15,1-2-15 0,1-3-16 16,-13 0-7-16,26-1-7 0,-12-4-1 16,1 1-2-16,-4-3-4 0,1-1 0 15,-3-2 0-15,-1-1-5 0,-4-3 5 0,0-2-5 16,-2-1-4-16,-6-2-2 0,2-5-5 16,-4 7-3-16,0-1-5 0,1 4-16 0,-3 2-27 15,-2 2-30-15,1 2-44 0,-2 4-43 16,3 0-60-16,-4 4-84 0,12 0-108 15,-21 4-184-15,14 0 8 0,-4 0-247 0,1 1-331 16</inkml:trace>
  <inkml:trace contextRef="#ctx0" brushRef="#br0" timeOffset="5397.11">24759 1560 2202 0,'-9'-12'30'0,"4"3"45"0,-1 3 20 16,1 4 7-16,5 2 26 0,0 0 51 16,-22 16 34-16,8 6 25 0,0 8 7 0,1 5-3 15,-5 9-15-15,7 4-11 0,6-7-26 16,-4 2-19-16,4 11-13 0,3-10-15 16,-2 16-13-16,2-3-4 0,2-11-13 0,0-1-15 15,0-4-14-15,-1-5-10 16,-1-7-5-16,-2-5-8 0,2-5-5 0,0-2-1 15,0-3 0-15,0-5-5 0,0 0-3 16,0-4-2-16,2-5-9 0,0 0-5 0,0 0-7 16,0 0 2-16,8-27-8 0,5 0-1 15,5-6 1-15,0 4-8 0,4 0-3 16,-1 3-3-16,-5 4 0 0,2 5-1 0,-7 5 2 16,0 2 2-16,3 3 3 0,-5 4 15 15,3 1 13-15,-12 2 1 0,22 2 7 0,-11 4 3 16,0 3 14-16,-2-1-9 15,-1 2-1-15,0 4-1 0,-5 0 7 0,1 1-1 16,-4-1 2-16,0-2-6 0,-6 4-1 16,3-1-9-16,-7 2-4 0,0-2 2 15,-3 2-10-15,-2-3-3 0,-8 3-33 0,2-2-44 16,4-6-60-16,-5 2-74 0,4-5-79 16,-1-3-87-16,4-1-82 0,-5-4-116 0,9-5-138 15,-4-7-44-15,4-14 74 0,5-6-378 16,8-2-506-16</inkml:trace>
  <inkml:trace contextRef="#ctx0" brushRef="#br0" timeOffset="5621.34">24985 1393 3016 0,'2'-9'49'16,"-2"1"56"-16,2 2 33 0,-2 6 12 16,-2-11-6-16,2 11 10 0,0 0 48 15,0 0 25-15,-8 29 10 0,5-8 6 16,-1 16 1-16,-6 13 25 0,2 6-18 0,-1-3-16 15,2 3-20-15,-2 2-21 0,2-6-13 16,2 1-21-16,1-7-15 0,0 1-17 16,1-5-21-16,3-2-45 0,0-1-77 0,0 0-62 15,0-12-75-15,3-3-74 0,-3-5-71 16,4-2-80-16,-4-4-87 0,4-1-100 0,-4-3-193 16,1-4 80-16,1-3-428 15,-2-2-576-15</inkml:trace>
  <inkml:trace contextRef="#ctx0" brushRef="#br0" timeOffset="5996.23">25202 2036 2963 0,'-7'10'-13'16,"3"-2"63"-16,-2 1 49 0,5-7 55 0,1-2 23 16,-5 12 14-16,5-12 0 0,-4 6-4 15,4-6-1-15,0 0-8 0,0 11-12 16,0-11-8-16,0 0-15 0,0 0-14 15,0 0-9-15,20-2-13 0,-20 2-13 0,13-9-11 0,-5 3-14 16,-3-4-14-16,3 1-20 16,-4-3-11-16,-4 0-13 0,-2-5-16 15,-6 1-12-15,1-3-5 0,-5 3-6 0,-7 3-5 16,0 4 4-16,-4 4 2 0,-2 3-1 16,-1 4 5-16,-4 6 10 0,-1 4 10 0,4 2 14 15,2 5 23-15,2 3 23 0,7 2 10 16,2 3 3-16,5 3-1 0,5-6-3 0,2-2-5 15,4-3-4-15,3 2-10 0,3-3-1 16,1 0-4-16,5-3-5 0,1-3-26 16,2-3-48-16,6-3-59 0,-2-4-77 15,4-2-79-15,1 0-78 0,-1-5-114 0,10-4-119 16,-1-1-128-16,-11 0 67 0,2-5-326 16,0-2-430-16</inkml:trace>
  <inkml:trace contextRef="#ctx0" brushRef="#br0" timeOffset="6400.39">25476 1920 2606 0,'0'0'26'0,"0"0"55"16,0 0 40-16,0 0 69 0,0 0 47 15,0 0 39-15,0 0 15 0,-28 14 14 16,24-7 3-16,0-1-15 0,4-6-19 0,-1 16-14 16,-1-8-23-16,4 1-20 0,-2-1-17 15,1 1-24-15,-1-1-21 0,2 1-22 16,2-2-7-16,-4-7-17 0,4 13-9 0,-3-9-7 15,-1-4-13-15,5 8-1 0,-5-8-7 16,4 8-2-16,-4-8-4 0,0 0-11 16,0 0-7-16,0 0-1 0,28-20-9 15,-15 7-3-15,1-1-5 0,1 3-4 0,-2 0-8 16,-1 2-5-16,1 1 1 0,-3 3-10 16,-1 1 12-16,2 4 26 0,-11 0 28 0,22 4 20 15,-13 1 16-15,1 3 9 0,-1 4-4 16,4-1-7-16,-3 4-76 0,1 2-28 15,2-2 0-15,-1-1 0 0,-1 1 0 0,3-1 0 16,-1 1 0-16,1-3 0 16,-1-4 0-16,0-1 0 0,1-3 0 0,2-1 0 15,0-3 0-15,5-3 0 0,2-2 0 16,0-4 0-16,-2 0 0 0,9-3-205 0,-8 1-130 16,-2-1-50-16,-1 6-52 0,0-2-18 15,-3 3-41-15,-4-2-56 0,2 2-58 0,-4 5-139 16,-3-2 71-16,-7 2-441 0,0 0-587 15</inkml:trace>
  <inkml:trace contextRef="#ctx0" brushRef="#br0" timeOffset="6816.46">20780 3002 2984 0,'-77'7'-39'0,"18"-4"13"0,7-1 12 0,1-2 13 15,7 0 5-15,12 0 35 0,8-2 35 16,10 2 4-16,4-6-2 0,6 1 1 16,4 5 9-16,21-13 7 0,22 2 13 0,21 0-4 15,42-9 0-15,27-1-6 0,26 1-12 16,70-7-4-16,27 2-9 0,31-3-5 15,21 6-11-15,20 5-6 0,20 3 0 16,-2 6-7-16,1 4 0 0,-6 1-10 0,-17 1-13 16,-18 2 2-16,-25 4-6 0,-28-10-14 15,-68 3 14-15,-11 0-4 0,-16-1-10 0,-19-1 21 16,-17 0 16-16,-39 2 7 0,-13-1 27 16,-23 2 28-16,-5-1 30 0,-15 0 10 15,-6 1-3-15,-9 0-22 0,-7 0-15 0,-5 2-16 16,0 0-16-16,-4-6-41 0,4 6-49 15,0 0-85-15,-28-2-95 0,14 0-104 0,1 2-138 16,-5 0-223-16,5-1 16 16,-4-1 67-16,-5-3-295 0,-3 0-363 0</inkml:trace>
  <inkml:trace contextRef="#ctx0" brushRef="#br0" timeOffset="13744.83">7453 3774 2170 0,'0'0'-153'16,"0"0"33"-16,11 0 36 0,-11 0 19 15,0 0 18-15,0 0 20 0,0 0 14 0,0 0 2 16,0 0 3-16,0 0 3 0,0 0 8 16,0 0 17-16,8 9 12 0,-8-9 13 0,0 8 9 15,0-8 9-15,0 15 10 0,0-4 4 16,0 1 5-16,0 1 2 0,0 4 6 15,0 1 1-15,-2-2-5 0,2 4 2 16,-2-5-5-16,2 2-1 0,-2 0 3 16,0 1 2-16,2-5-6 0,-2 3-7 0,2-4 0 15,-1 1-10-15,-1-1-9 0,2-3-2 16,-2 1 4-16,0-4-9 0,2 4-2 0,0-10-4 16,-2 12 1-16,2-12-1 0,-3 10-5 15,3-10-10-15,0 9-5 0,0-9 0 16,-2 6-10-16,2-6-1 0,0 0-5 0,0 11 1 15,0-11 5-15,2 6-3 16,-2-6-2-16,5 7-5 0,-5-7 1 0,2 7 0 16,-2-7 6-16,0 0-8 0,5 9 5 15,-5-9-2-15,6 6-1 0,-6-6 2 16,7 4 4-16,-7-4-14 0,10 5 5 0,-10-5 2 16,12 4 2-16,-7-1 0 0,-5-3-5 15,16 3 2-15,-9 1-2 0,-7-4-11 0,13 5 15 16,-5-2 1-16,-8-3 3 0,17 2-3 15,-10 1-10-15,-7-3 10 0,16 4-6 16,-7-2 2-16,-9-2 4 0,20 1-2 0,-20-1 0 16,21 0-8-16,-10 2 2 0,2 0-10 15,1-2 11-15,2 2-3 0,2-2 6 16,-3 0-2-16,2-2 2 0,3 4-4 16,-4-2 6-16,4 0 3 0,0 0-4 0,1 0-2 15,3 0-2-15,-3 0-1 0,-1 0 7 16,3 0 1-16,6 0-4 0,-1-4-1 15,-3 2 2-15,4 1-3 0,-2-3 8 0,3 1-4 16,-6 1-6-16,3 0 9 0,-2-1-4 16,2 0-4-16,2-1 10 0,7-1-12 0,-8 0 3 15,-3 3 4-15,0 0 0 0,0 1-2 16,-3-3 2-16,1 1-1 0,2 0 0 16,-3 1-6-16,-4 2 10 0,3-2-8 0,0 2 3 15,-2 0 2-15,2-2-3 16,-2 2-1-16,0-1-3 0,4-3 12 0,-2 3-7 15,3-4-1-15,1 1 1 0,-2 2-5 16,2-3 5-16,2 2-2 0,7-4 0 0,-7 3-3 16,-5 3-1-16,3-4 1 0,-2 1-3 15,2 1 4-15,-4 1-8 0,-2-1 4 16,0 3-3-16,-2 0 2 0,2 0-2 0,-2-2 1 16,-1 2 3-16,1-4 1 0,0 4-2 15,2-1 3-15,-2 1-3 0,2-2 3 0,1 0-2 16,-2 1-1-16,5-2 6 15,-1 3-5-15,2-2 2 0,-1 0-2 0,0-4 1 16,2 5 5-16,-2-2 5 0,-3 0-4 16,5 0 1-16,-4 3-8 0,3-2 5 0,-6 1-8 15,1-1-6-15,0 1 0 0,-3 1 3 16,0-4-9-16,0 4-2 0,-1-1 5 16,-1-1 0-16,0 0 3 0,0 2-1 0,5-2-1 15,-4 0-1-15,3 1 3 0,-1-2 2 16,2 0 0-16,-1 2-2 0,0-1 2 0,1 2 1 15,2-4 3-15,-4 2-4 0,0 0 2 16,0 2-3-16,-4-3-2 0,-1 3-1 16,1-2 1-16,-13 2-3 0,20-2 2 0,-20 2 8 15,16 0 0-15,-16 0 3 0,14-2-3 16,-14 2 3-16,0 0 1 0,17 0-2 16,-17 0-1-16,12-2 1 0,-12 2-6 0,11 0-6 15,-11 0-8-15,0 0-3 0,19-1 3 16,-9 1 0-16,-10 0-3 0,12-3 1 15,-12 3 2-15,14 0 3 0,-14 0 0 16,0 0 3-16,15 0 5 0,-15 0-1 0,0 0 0 16,12 0 6-16,-12 0-6 0,0 0 5 15,11 0 3-15,-11 0 2 0,0 0 2 0,0 0 4 16,0 0 3-16,14-3 4 0,-14 3-2 16,0 0 1-16,4-3 0 0,-4 3-1 15,0 0 6-15,2-8 0 0,-2 8 7 16,1-9 2-16,-1 0 3 0,0 2-2 15,0-5 4-15,0 0 0 0,0-1-5 0,0-4 0 0,0 1-3 16,0-1-1-16,0-2-3 16,0 4 0-16,0 1-4 0,0 0-7 0,0 2-12 15,0-1-12-15,0 5-18 0,-1 0-21 16,1-1-26-16,-2 2-30 0,0-2-43 16,0 5-51-16,-3-1-53 0,2-3-375 0,-3 4-138 15</inkml:trace>
  <inkml:trace contextRef="#ctx0" brushRef="#br0" timeOffset="14446.48">7990 3916 1732 0,'-2'-7'-34'15,"2"2"22"-15,0 5 12 0,0-11 10 16,0 5 10-16,0 6 9 0,2-10 5 0,0 4 5 15,-2 6-6-15,3-7 4 0,-3 7-1 16,11-1 3-16,-11 1 5 0,0 0 8 16,18 21 4-16,-6-6 3 0,1 10 2 15,3 1-1-15,-2 5 0 0,-1 1 2 0,-1 0-1 16,-1-2-2-16,-2 1-7 0,0-2 2 16,-3-4-9-16,1-5-7 0,-1-5-3 15,-2 1-1-15,0-2-4 0,1-1-1 0,-1-1-8 16,-2-1-9-16,2-5-21 0,-3 3-23 15,1-1-35-15,-2-8-41 0,5 8-69 0,-1-7-73 16,-4-1-103-16,0 0-290 0,0 0-141 16</inkml:trace>
  <inkml:trace contextRef="#ctx0" brushRef="#br0" timeOffset="14796.14">8725 3775 1670 0,'-2'-10'-8'0,"2"10"28"0,0-6 16 0,0 6 1 16,-1-7-8-16,1 7-4 0,0 0 12 16,0 0 21-16,0 0 10 0,0 0 3 15,0 0-4-15,13 25 0 0,-7-11-7 16,1 3-2-16,1 2-2 0,-2 0-6 0,5 6-5 16,-3-1-2-16,0-5-7 0,-1 0 1 15,-1 1-7-15,-1-2-23 0,-1-2-25 0,0 0-31 16,1 0-48-16,-2-1-54 0,-1-3-66 15,2 1-93-15,-2-4-288 0,-1-2-97 16</inkml:trace>
  <inkml:trace contextRef="#ctx0" brushRef="#br0" timeOffset="15149.75">9353 3717 1686 0,'-2'-4'58'0,"2"4"22"16,0 0 3-16,-4-4-3 0,4 4 9 16,0 0 7-16,0 0 6 0,0 0 2 0,-4 29-1 15,6-15-9-15,0 2-2 0,4 7-13 16,-5 0-3-16,5 11-12 0,2-2-7 16,-2-5-12-16,-3-3-29 0,1 0-39 15,0 1-52-15,0-2-58 0,-3 2-75 16,1-3-89-16,0-4-138 0,1-1-189 0,-1 1-121 15</inkml:trace>
  <inkml:trace contextRef="#ctx0" brushRef="#br0" timeOffset="19276.68">7127 2102 1599 0,'0'0'-12'0,"2"-10"44"0,-2 10 25 0,0 0 23 16,0 0 17-16,0 0 17 0,0-11 4 16,0 11-6-16,0 0 3 0,0-8 6 15,0 8-8-15,0 0 13 0,0 0-5 16,0-10 23-16,0 10-18 0,0 0-17 16,0 0-7-16,-2-7-11 0,2 7-16 0,0 0-12 0,0 0 7 15,0 0-17-15,0 0-1 0,0 0 0 16,6 33-1-16,-5-16 11 0,1 7 3 15,2-4-3-15,0 2 8 0,-3-1-8 16,-1-2 0-16,2-1 1 0,1 3-7 16,1-4-9-16,-2-1-8 0,-1 0 2 0,-1-3-4 15,2 1-6-15,0-5 1 0,-2 3-5 16,0 0-8-16,0-4-34 0,0-8-35 16,0 13-47-16,0-5-53 0,0-2-64 0,0 1-92 15,-2 0-144-15,2-7-160 0,-5 12 56 16,3-5-164-16,-3 0-210 0</inkml:trace>
  <inkml:trace contextRef="#ctx0" brushRef="#br0" timeOffset="19878.97">6903 2977 1985 0,'0'-4'-16'0,"0"4"9"15,7-14 14-15,0 7 16 0,2-1 11 16,4-1 1-16,-1-1 2 0,3 2 3 0,3 1-5 16,1-1-3-16,-2 4-2 0,0 0-1 15,0 2-1-15,-1 2 9 16,-3 0 14-16,1 4 19 0,-3 0 6 0,1 2 18 15,-3 1 15-15,-2 3 24 0,-5 1 13 16,0 1 3-16,-4 1 19 0,-2 3 3 0,-1 3 5 16,-3 1-2-16,-2-1 3 0,1 1 3 15,-4 6-2-15,3-5 1 0,3-5-9 16,-3-2-15-16,4-2-11 0,2-1-17 0,0-2-17 16,-1-2-9-16,3-1-9 0,2-6-9 15,2 13-5-15,3-9-7 0,1 2-5 0,-6-6-1 16,21 2-10-16,-5-2-10 0,2 0 0 15,2-4-11-15,-2 2-24 0,4-4-24 16,-1 0-31-16,-5 1-36 0,0-1-41 16,-3 0-33-16,-1 4-36 0,-1-2-46 15,-3 1-43-15,-8 3-55 0,13-3-65 0,-13 3-87 16,0 0-135-16,0 0 34 0,0 0-247 16,8 10-320-16</inkml:trace>
  <inkml:trace contextRef="#ctx0" brushRef="#br0" timeOffset="20426.91">7037 3523 2216 0,'0'0'54'16,"0"0"55"-16,0 0 11 0,0 0-7 16,-21-6 2-16,21 6 3 0,0 0-7 0,0-9 4 15,0 9-12-15,0 0-14 0,9-12-11 16,-9 12 0-16,14-8-14 0,-6 5-4 16,-8 3-4-16,19-4-1 0,-12 4-15 0,-7 0 0 15,18-2-8-15,-18 2 2 0,17 2 3 16,-17-2-9-16,13 3 1 0,-13-3 13 15,8 8 0-15,-4 0-10 0,-3-2 4 16,-1 2-5-16,0 3 7 0,0-2 12 0,-1 0 4 16,-3 4 10-16,0-5 7 0,2 1 5 15,0 0-2-15,2-3-9 0,0-6 2 16,-4 13-8-16,4-13-6 0,-2 8-2 0,2-8-8 16,0 9-4-16,0-9-2 0,0 0-3 15,6 8 0-15,-6-8-5 0,8 5-1 0,-8-5-6 16,9 7-3-16,-2-4 2 0,-7-3-4 15,14 4 2-15,-6 0-4 0,-8-4 4 16,14 6-3-16,-11-4 3 0,-3-2 13 16,9 9 12-16,-7-4 10 0,-2-5 13 15,2 13 11-15,-4-6 5 0,0 3 1 0,-5 2-8 16,-3 0-8-16,3 2-6 0,-6 1-3 16,-1-2-12-16,-1 1 1 0,3-4-14 0,1-1-31 15,0 1-36-15,-3-3-50 0,1-1-75 16,1-2-82-16,5-2-81 0,-3-1-100 15,10-1-131-15,-14 1-146 0,14-1 64 0,-7 4-356 16,7-4-465-16</inkml:trace>
  <inkml:trace contextRef="#ctx0" brushRef="#br0" timeOffset="20977.77">7028 4062 2505 0,'0'0'-75'0,"-3"-8"44"15,3 8 27-15,0-9 24 0,0 9 27 16,0 0 16-16,0-13 17 0,0 13 11 0,0 0 4 16,0-7 4-16,0 7 4 0,0 0-5 15,0 0-10-15,0-9-7 0,0 9 12 0,0 0 13 16,0 0 18-16,0 0-4 0,0 0 5 16,11 29-10-16,-10-15-1 0,1-2-6 0,0 5-2 15,0 0-8-15,3-2-9 0,-3-3-6 16,2 4-8-16,2-4-10 15,0-1-6-15,0-2-4 0,-3 0-5 0,5-3-1 0,-2-1-1 16,2-1-6-16,-8-4-7 16,12 2-3-16,-12-2-3 0,18-7-2 0,-9 0-4 15,2-3-2-15,-1 1-2 0,-2-1-2 16,-1 1-2-16,3-2-4 0,-4 5 1 0,-1-1-4 16,1 2 0-16,-6 5-8 0,7-5 0 15,-7 5 7-15,0 0-7 0,0 0 5 16,18 17 6-16,-14-6-5 0,-1-3-1 0,1 2-1 15,3 2-2-15,-4 1 1 0,1-4 0 16,0 2-15-16,-1-2-28 0,-1 0-43 0,2-2-48 16,0 0-64-16,-3 0-60 0,-1-7-110 15,2 7-140-15,-2-7-132 0,5 4 71 16,-5-4-284-16,0 0-334 0</inkml:trace>
  <inkml:trace contextRef="#ctx0" brushRef="#br0" timeOffset="21860.18">7826 1481 2113 0,'0'0'-115'0,"0"0"44"15,0-10 33-15,0 10 29 16,0-11 37-16,0 11 19 0,0-8 24 0,0 8 21 15,2-14 18-15,0 10 8 0,-2 4 10 16,2-13 13-16,-2 13 7 0,0-8-3 16,0 8-12-16,2-8-23 0,-2 8-8 0,0 0-13 15,0 0-15-15,0 0 0 0,0 0-4 16,0 0-5-16,0 0-12 0,21 26 10 16,-14-9-1-16,3 2-4 0,-2 3-4 0,-1-5 8 15,3 4-5-15,-5 0-4 0,3-2-11 16,0 0 7-16,-3 0-3 0,1-6-10 15,-1 3 1-15,-3-6-7 0,3 2-2 0,0-4-4 16,-5 4 0-16,2-6-19 0,0 2-33 16,-2-1-36-16,0-7-49 0,2 14-60 15,-2-6-75-15,-4-4-134 0,4-4-201 16,-5 5 2-16,5-5-180 0,0 0-250 16</inkml:trace>
  <inkml:trace contextRef="#ctx0" brushRef="#br0" timeOffset="22293.09">8346 1574 1982 0,'4'-12'19'0,"-4"12"41"0,0-7 20 0,0 7-6 15,2-7-3-15,-2 7 1 0,7-9-10 16,-7 9-5-16,11-4-3 0,-11 4-1 16,9-2-10-16,-9 2 1 0,0 0-6 0,27 2-4 15,-20 2-2-15,5 4 15 16,-3 0 21-16,0 1 11 0,-3 6 20 0,2-1 21 15,-4-1 2-15,-2 1 10 0,2 0 18 16,-3-1-2-16,-1-1 3 0,2 0-2 16,0 1 4-16,0-5 4 0,-2 1 0 0,4-1-2 15,-4 0-7-15,0-8-8 0,1 11-11 16,-1-11-8-16,2 10-11 0,-2-10-13 0,5 8-8 16,-5-8-7-16,7 2-8 0,-7-2-14 15,11 3-56-15,-11-3-61 0,0 0-87 16,31-7-98-16,-14-1-108 0,0 0-148 0,3-1-239 15,-1-1 70-15,-1 0-361 0,2-1-501 16</inkml:trace>
  <inkml:trace contextRef="#ctx0" brushRef="#br0" timeOffset="22809.85">9185 1489 2617 0,'-8'0'-32'0,"8"0"50"0,0 0 18 16,0 0-2-16,0 0-4 0,-17 0-6 16,17 0-1-16,0 0-2 0,0 0-1 15,0 0 0-15,0 0-2 0,25-12-1 0,-25 12-2 16,19-2 1-16,-19 2-3 0,19 0 5 15,-19 0-4-15,15 2 5 0,-15-2 4 16,14 0 10-16,-14 0 14 0,11 8 12 0,-11-8 13 16,7 9 12-16,-5-3-2 0,1 3-1 15,-6 0-8-15,3 2-6 0,-2 1-11 16,0 2 0-16,-1 0-8 0,1-4 7 16,0 2 4-16,0-2-11 0,0 1-1 0,2-1 5 15,0-2-5-15,2 3-2 0,0-1 1 16,0 2-7-16,3-2 1 0,-3 1-8 15,7 0-1-15,-6-1-4 0,5 2-2 16,-3-1 0-16,5-1-1 0,-4 0-8 0,0 0 3 16,-3-5 0-16,3 5 23 0,-3-6 12 15,-1 4 10-15,3-4 13 0,-5-4 12 16,4 9 15-16,-4-9 3 0,-2 11-1 0,2-11-9 16,-9 12-12-16,0-6-6 0,-2-2-9 15,-1 3-2-15,-1-2-34 0,-1-1-45 0,1-1-64 16,0-1-96-16,0-2-95 0,13 0-99 15,-24-2-137-15,17-1-202 0,2-3 67 16,-1 3-303-16,6 3-419 0</inkml:trace>
  <inkml:trace contextRef="#ctx0" brushRef="#br0" timeOffset="23276.53">9684 1506 2457 0,'0'0'-54'16,"0"-8"31"-16,0 8 30 0,-2-9 26 16,2 9 18-16,0 0 23 0,0-12 13 15,0 12 15-15,0 0 6 0,0-10 7 0,0 10 3 16,0 0-5-16,0 0-3 0,-1-7-10 15,1 7-11-15,0 0-8 0,0 0 20 16,0 0 18-16,0 0 12 0,-2 29 0 0,4-16-4 16,-2 1-8-16,1 1-13 0,1 2-8 15,2-1-10-15,0-1-10 0,-3 0-6 16,3-1-5-16,3 0-7 0,-6-4-3 16,3 0-7-16,4-1 1 0,-7-2-1 15,5-2-4-15,-6-5 7 0,12 7-4 0,-12-7-2 0,15-4-5 16,-15 4-7-16,21-11 0 15,-2 0-7-15,-6-1 0 0,2 0-5 0,-1 2 1 16,-3 1 5-16,-1 2-6 0,-1 1-2 16,-3 1-9-16,-6 5 4 0,14-4 4 15,-14 4 11-15,15 9 1 0,-10-3-2 0,2 5-1 16,2 2-7-16,-2 1 0 0,-1 0-13 16,-1 1-57-16,-1 2-82 0,3-2-97 15,-4-1-113-15,1 2-165 0,0-5-233 0,-3 1 63 16,1-6-385-16,2 2-532 0</inkml:trace>
  <inkml:trace contextRef="#ctx0" brushRef="#br0" timeOffset="24792.97">11196 1424 2740 0,'-6'-7'-105'0,"6"7"44"0,-6-8 28 0,2 4 15 15,4 4 2-15,0 0-1 16,0 0 3-16,0 0 15 0,-25 14 15 0,12 13 14 15,-2 4 19-15,-2 10 15 0,-1 5 14 16,3 2 7-16,8-9 8 0,0-2-3 16,0 3-14-16,5-8-4 0,4-5-6 0,-2-2-4 15,6 10-6-15,0-10 15 0,3-4-21 16,-1-1-5-16,1-1-11 0,10 4-3 0,-5-5 5 16,-5-3-24-16,4-2-36 0,-1-3-52 15,1-2-62-15,1 2-94 0,-1-3-93 16,-2-1-183-16,1-2-8 0,-1 1-88 0,0-4-102 15</inkml:trace>
  <inkml:trace contextRef="#ctx0" brushRef="#br0" timeOffset="25026.35">11560 1682 1718 0,'0'0'55'15,"-11"-6"24"-15,11 6 5 0,0 0 20 16,0 0 18-16,0 0 20 0,0 0 7 16,0 0 8-16,5 23-1 0,-3-15-17 0,3 4-8 15,-1-1-8-15,4 3-8 0,-3-2-14 16,3 1-15-16,-2 1-8 0,1-1-23 16,1 1-50-16,-2 0-51 0,3-3-64 15,-3 4-75-15,-1-5-108 0,-1-1-136 0,3 1-116 16,-4 0-132-16,1-4-173 0</inkml:trace>
  <inkml:trace contextRef="#ctx0" brushRef="#br0" timeOffset="25259.37">11920 1859 1752 0,'7'5'23'0,"-7"-5"46"0,8 5 40 15,-8-5 24-15,7 8 29 0,-2-2 27 16,-2 2-7-16,3 0 20 0,-1 1 6 15,-1 1 0-15,4 4-7 0,-4 0-9 16,0-4-20-16,1 2-11 0,-5 2-16 0,2-2-3 16,-2-1-6-16,-2 1-15 0,2 2-12 15,-3-5-6-15,-3-1-14 0,0 4-36 16,-4-3-50-16,1-3-73 0,-5-1-77 0,1 0-74 16,0-3-90-16,0 0-111 0,-3-6-186 15,5 0 9-15,2 0-247 0,-3-6-330 0</inkml:trace>
  <inkml:trace contextRef="#ctx0" brushRef="#br0" timeOffset="25509.09">12182 1586 2305 0,'2'-3'86'0,"-2"3"48"0,0 0 11 15,5-7-13-15,-5 7 28 0,0 0 54 0,0 0 29 16,2 29 10-16,-1-12-8 0,1 2-10 15,2 4-21-15,0 3-16 0,-1 1-18 0,3 4-19 16,-1-4-12-16,0-6-21 0,1 1-10 16,-3-2-17-16,1-3-42 0,2-2-44 15,-5-2-45-15,1-3-59 0,0-2-46 16,-2 1-60-16,5-2-65 0,-5-7-94 16,3 7-129-16,-3-7-184 0,0 0 56 0,0 0-291 15,0 0-383-15</inkml:trace>
  <inkml:trace contextRef="#ctx0" brushRef="#br0" timeOffset="25727.58">12483 1250 2705 0,'0'-11'93'0,"0"5"22"16,0 6-4-16,4-6 60 16,-4 6 63-16,0 0 25 0,25 16 0 0,-6 3 9 15,6 3 1-15,1 12-23 0,6 4-16 0,-6 5-9 16,0 4-21-16,-1 3-21 0,-2 6-12 15,1-3-23-15,-8 0-5 0,0 0-9 16,-7-4-48-16,-3-7-37 0,-5-1-40 16,-6-5-58-16,-4 0-78 0,-13 5-101 0,-3-3-118 15,-11-5-159-15,0-8-208 0,-6 0 6 16,-1-7 75-16,5-7-362 0,2 1-473 16</inkml:trace>
  <inkml:trace contextRef="#ctx0" brushRef="#br0" timeOffset="26075.2">11438 2640 2886 0,'-25'11'7'0,"5"-6"26"15,7-1 25-15,2 0 17 0,5 0 23 16,6-4 48-16,0 0 43 0,0 0 26 0,48-12-3 16,9-2-15-16,15-5-24 0,34-10-14 15,5-2-18-15,18-2-14 0,7 1-14 16,8 1-12-16,-6 2-6 0,2 3-12 16,-9 3-8-16,-11 3-7 0,-9 2-5 15,-34 5-14-15,-7 4-8 0,-15-1-6 0,-15 4-12 16,-10 2-2-16,-6 0-6 0,-10 1-17 15,-3 3-12-15,-2-2-24 0,-9 2-41 0,0 0-65 16,0 0-89-16,0 0-112 0,0 0-178 16,0 0-169-16,-45 5 70 0,29-3-333 15,-7 4-432-15</inkml:trace>
  <inkml:trace contextRef="#ctx0" brushRef="#br0" timeOffset="47454.64">6069 11455 2305 0,'0'0'-199'0,"0"0"23"0,0 0 28 16,0 0 16-16,0 0 13 0,0 0 12 0,0 0 13 15,0 0 18-15,0 0 13 0,0 0 17 16,0 0 13-16,0 0 12 0,0 0 18 16,0 0 11-16,0 0 13 0,0 0 6 0,0 0 6 15,0 0 3-15,0 0-3 0,0 0 3 16,0 0 4-16,0 0-5 0,0 0 0 15,0 0-5-15,0 0-1 0,0 0 1 0,0 0-8 16,-16 13 0-16,16-13 0 0,-5 8-4 16,3-1 3-16,0 0 2 0,-1 1-1 15,-1 3 5-15,0-1-3 0,0 0-2 16,0 0 5-16,-2 2 1 0,4-3-2 0,-3 2 2 16,1-3-6-16,2 2 4 0,-3-3-3 15,3 1-3-15,-3-4-1 0,3 1-6 0,2-5-2 16,-3 9 1-16,3-9-3 0,-4 7-1 15,2-1-5-15,2-6-10 0,-2 4-22 0,2-4-22 16,-5 7-40-16,5-7-32 0,0 0-32 16,-4 5-42-16,4-5-254 0,0 0 40 15</inkml:trace>
  <inkml:trace contextRef="#ctx0" brushRef="#br0" timeOffset="47739.09">5909 11572 1120 0,'0'0'-57'0,"-3"-5"15"16,3 5 14-16,0 0 5 0,0 0 7 0,0 0 1 16,0 0 1-16,0 0 16 0,0 0 17 15,0 0 7-15,0 0 9 0,0 0 3 16,11-5 6-16,-11 5 2 0,0 0-7 15,0 0 6-15,28 7-5 0,-18-4-3 16,2 0-3-16,-1 1-5 0,0-1-1 0,1 1-2 16,1-1-1-16,-2 2 0 0,3-1-8 15,-3 2-1-15,1-4-13 0,-1 1-18 0,-4-1-24 16,3 2-25-16,-2-2-35 0,-8-2-30 16,11 6-264-16,-6-6 97 0</inkml:trace>
  <inkml:trace contextRef="#ctx0" brushRef="#br0" timeOffset="48805.26">6041 11511 966 0,'-8'6'-52'0,"8"-6"14"0,-5 4 12 0,5-4 12 15,0 0 21-15,-11 2 8 0,11-2 17 0,0 0 3 16,-11 0 7-16,11 0 4 15,0 0 4-15,-9 3 6 0,9-3 4 0,0 0-1 16,0 0-6-16,0 0 1 0,-10 2-14 16,10-2-4-16,0 0-2 0,-6 7-4 0,6-7-4 15,2 13-1-15,2-3 0 0,1 3-3 16,0 2-2-16,4 3-4 0,-1 0-1 16,3-1 2-16,5 8-3 0,-4-6-1 0,0-5-2 15,-2 3-2-15,-3-3-3 0,3-2-4 16,-2-1-11-16,-3 2-6 0,3-4-15 15,-5-2-24-15,2 1-24 0,-1-3-33 0,-3-1-45 16,-1-4-271-16,0 7 65 0</inkml:trace>
  <inkml:trace contextRef="#ctx0" brushRef="#br0" timeOffset="48991.1">5987 11745 1109 0,'0'0'-31'0,"0"0"15"0,0 0 15 16,-6 3 4-16,6-3 20 0,0 0 21 16,0 0-5-16,0 0-5 0,18-14-1 15,-11 5-4-15,1 0 0 0,1-2-11 16,1 2-22-16,-1-2-44 0,2 1-30 16,-2 2-51-16,0-3-230 0,0 2 128 0</inkml:trace>
  <inkml:trace contextRef="#ctx0" brushRef="#br0" timeOffset="54536.9">7245 8828 964 0,'0'0'30'16,"0"0"11"-16,0 0 2 0,0 0 12 0,4-27 4 15,-2 11-2-15,1-4 8 0,7-13 1 16,0-1 0-16,1-3-6 0,7-9-6 16,-4-5-6-16,2 1-5 0,2-3 0 15,0 0-7-15,-1-5-5 0,0-1-2 0,0 0-4 16,0 0-3-16,-1 1-2 0,-3 1 2 16,-2 2-5-16,1 4-2 0,-4 10 5 0,-1 4 9 15,0 1 14-15,0 2 13 0,-4 8 4 16,-1 3 4-16,0 4 6 0,0 3-2 15,0-4 3-15,2 3-8 0,-3 2-2 0,1-3 0 16,0 5-6-16,0-3 0 0,3 1-2 16,-4 3 0-16,-1 0-4 0,2 0-5 0,0 2-1 15,-2 0-6-15,0 5-3 16,2-4-2-16,-2 4-7 0,0 5-2 0,2-11-2 16,-2 11-7-16,0-9-13 0,0 9-17 15,0 0-16-15,0 0-29 0,0 0-37 0,0 0-44 16,0 0-65-16,0 0-63 0,0 0-136 15,0 0-235-15,0 0-138 0</inkml:trace>
  <inkml:trace contextRef="#ctx0" brushRef="#br0" timeOffset="54909.77">7504 7422 1634 0,'4'7'-51'0,"-4"0"31"16,0 2 17-16,0-1 4 0,1 0 5 0,-1 2 19 15,-1-3 12-15,1 3 9 0,1-2 7 16,-1-1-1-16,0 1-7 0,0-2-2 0,0-6-4 16,0 10-3-16,0-10 2 0,0 11 6 15,0-11 9-15,0 5-2 0,0-5-6 16,0 0-1-16,0 0-9 0,0 0-3 0,0 0-3 15,0 0-5-15,0-23-5 16,2 10-2-16,3-2-1 0,0 1-2 0,1 0-2 16,0-1 0-16,-1 4-2 0,3 2-2 15,0 2 1-15,-1 0-2 0,2 2 0 0,-2 2 0 16,2 2 3-16,-9 1-4 0,23 1-1 16,-12-1 2-16,2 3-3 0,-1 1 1 0,-1 2-3 15,1-4-15-15,-1 2-22 0,-1 2-29 16,0-3-43-16,-3 0-62 0,1 1-79 15,-3-2-391-15,-5-2-137 0</inkml:trace>
  <inkml:trace contextRef="#ctx0" brushRef="#br0" timeOffset="65517.69">7525 6149 1638 0,'2'1'-55'0,"-2"-1"8"0,4 7 23 16,-4-7 24-16,0 0 23 0,7 2 14 15,-7-2 10-15,0 0 1 0,0 0 0 16,19-7-4-16,-13 2-5 0,1 1-4 0,0-2-4 16,2 0-3-16,0 0-2 0,-3 4-5 15,0-1-5-15,2-1 3 0,-8 4-7 16,7-5-2-16,-7 5-3 0,0 0-2 0,11 0 2 16,-11 0 1-16,0 0-5 0,3 12 3 15,-3-6 1-15,0-6 0 0,-5 14-3 0,4-7 5 16,-3 2-2-16,2-2-3 0,2-1 8 15,0-6 1-15,-2 13 4 0,2-7 0 0,0-6 4 16,2 5 17-16,-2-5 24 16,6 6 3-16,-6-6-1 0,0 0-1 0,0 0-8 15,24-11-7-15,-11 5-4 0,-6-1-5 16,4-2-3-16,-2-1-5 0,1 3-3 16,-4 0-1-16,-1 2-4 0,1 0-4 0,1 1-5 15,-7 4-1-15,0 0-2 0,0 0 1 16,0 0 0-16,0 0-3 0,0 0-3 0,0 0 3 15,-11 19-2-15,11-19 2 0,-2 9 0 16,-1-6-4-16,3-3-1 0,0 0 0 16,-4 7 3-16,4-7-1 0,0 0 2 15,0 0 3-15,0 0-3 0,0 0 2 0,0 0-5 16,0 0 2-16,0 0-20 0,0 0-27 16,0 0-39-16,0 0-56 0,20-13-75 15,-20 13-92-15,1-7-176 0,-1 7-108 0,0 0-85 16</inkml:trace>
  <inkml:trace contextRef="#ctx0" brushRef="#br0" timeOffset="68735.82">6105 5213 1411 0,'0'0'-115'0,"8"6"26"0,-8-6 13 15,0 0 17-15,0 0 11 0,6 2 10 0,-6-2 3 16,0 0 4-16,0 0 6 0,0 0 7 16,0 0-1-16,0 0 1 0,0 0 0 15,9 4 7-15,-9-4-2 0,0 0-4 0,0 0-11 16,6 4-33-16,-6-4-39 0,5 4-102 16,-5-4 69-16</inkml:trace>
  <inkml:trace contextRef="#ctx0" brushRef="#br0" timeOffset="75137.27">21969 13418 2023 0,'0'0'1021'0,"-12"3"-390"0,12-3-233 15,-8 5-104-15,4-1-22 0,1 7-3 16,-1 3-1-16,2 3-9 0,0 4 11 0,2 6-2 16,2 11-20-16,2 4-25 0,1 8-18 15,5 1-27-15,-2-9-15 0,1 8-19 0,2-1-17 16,1-11-33-16,-1-1-26 0,-1 0-33 16,0-4-34-16,-1-4-28 0,-3-5-42 0,-1-7-40 15,-1-2-39-15,2-1-40 0,-2-6-42 16,0-1-54-16,-4-1-53 0,0-6-35 0,0 0-23 15,0 0-9-15,0 0 2 0,0 0 13 16,-8-31 32-16,2 14 36 0,-5-14 30 0,2-4 41 16,-11-12 32-16,5-2 42 15,-6-8 47-15,2-1 45 0,-3-3 41 0,-2 6 38 16,9 1 38-16,-2 8 39 0,7 12 28 16,1 3 27-16,1 6 28 0,3 6 13 0,-2 5 6 15,5 1 2-15,-1 1-6 0,3 2-11 16,2 2-10-16,1 1 0 0,8 1-8 15,0 6-12-15,2 0-11 0,4 4-14 0,4 5-11 16,4 5-7-16,2 5-20 0,-1 1-21 16,-3 3-15-16,-2 1-20 0,1-1-6 0,-8 3-9 15,2 0 9-15,-10-5-1 0,-1-1 3 16,-3-1-1-16,0 1-3 0,-6 0-1 16,0 6 2-16,-1-6 0 0,-5-4 2 15,-1 2-2-15,1-6-2 0,0-3 3 0,5-3-2 16,-5-2 4-16,5-2 3 0,5-2 2 15,-12 1 9-15,12-1 9 0,0 0-2 0,0 0-2 16,0 0 4-16,0 0-1 0,-11 0 10 16,11 0 3-16,0 0-3 0,15 12-6 0,-5-8-2 15,-1 8-10-15,9-2-20 16,-4 2-31-16,6-2-48 0,-6 0-69 0,11 6-75 16,-3-4-85-16,-6-3-106 0,2-5-139 0,-3 3-21 15,-2-5 58-15,0 1-254 0,1-3-259 16</inkml:trace>
  <inkml:trace contextRef="#ctx0" brushRef="#br0" timeOffset="75615.67">22553 13871 2361 0,'0'0'213'0,"0"0"0"16,-19 12 3-16,19-12 15 0,0 0 21 0,0 0-1 15,-9 0-10-15,9 0-21 0,0 0-23 16,0 0-23-16,9-17-23 0,-3 7-27 16,2-4-35-16,-1-3-26 0,2-3-30 15,3-9-30-15,0-2-20 0,-1-2-10 0,-3-2-4 16,-2-1-2-16,-3 0 9 0,3 9 1 16,-4 5 8-16,-1 5 6 0,-1 1 14 0,0 4 8 15,0 4-2-15,-1-1 2 0,-1 4 3 16,2 5 3-16,0 0 4 0,0 0 10 0,0 0 7 15,-19 16-1-15,15-3-1 0,2 1-3 16,0 0-5-16,0 1-4 0,4 2 0 16,2 5-4-16,4-3 16 0,1 8 14 0,4-1 25 15,1-1 8-15,-3-4-5 16,-1-2 3-16,3 6 24 0,0-5 8 0,1 6 19 16,-1-5 40-16,-5-4-3 0,3 0 7 15,-1 2 0-15,-2-1 0 0,-3 3 4 0,-1-1 4 16,0-3-11-16,-2 0-13 0,-2 1-13 15,-2-1-15-15,-2 1-15 0,-1-3-11 0,-6 1-24 16,4 1-84-16,-8-2 0 0,1-3 0 16,0 0 0-16,-2-4-31 0,1-2-123 0,-1 1-65 15,2-4-67-15,0-1-90 0,-1-4-97 16,-1 0-95-16,5 1-119 0,-3-3-94 0,5 1 84 16,0-1-636-16,1 1-789 0</inkml:trace>
  <inkml:trace contextRef="#ctx0" brushRef="#br0" timeOffset="76251.92">22324 13890 3352 0,'0'0'-114'16,"-9"-2"48"-16,9 2 41 0,0 0 36 0,0 0 41 15,0 0 39-15,0 0 30 0,0 0 15 16,0 0 3-16,0 0 2 0,19 14-1 15,-19-14 1-15,13 2-8 0,-2-2-3 0,-11 0-11 16,16-4-9-16,-7 4-11 0,-9 0-8 16,18-8-11-16,-11 4-9 0,4-1-4 0,-6-2-5 15,2 2-7-15,-1-1-12 0,-2-1-2 16,-3 0-6-16,-1 0-9 0,0 7-15 0,-1-12-8 16,-3 7-4-16,-2 0-7 15,-3 1-4-15,9 4-11 0,-17 0-5 0,6 4-4 0,-3 4-1 16,-1 2 1-16,-1 4 4 15,5 3 1-15,2-1 3 0,-1-1 3 0,4 0 1 0,2 3 4 16,3-3 2-16,2 3 2 16,1-3-4-16,6 1 0 0,2 1-9 0,1-3-21 15,-4-1-25-15,9-3-38 0,-1 2-43 16,2-1-50-16,0-5-51 0,-1 1-80 16,-2-2-78-16,2-1-105 0,-1 1-2 0,-1-1-263 15,-1-3-270-15</inkml:trace>
  <inkml:trace contextRef="#ctx0" brushRef="#br0" timeOffset="76499.39">22439 13830 2152 0,'0'0'57'0,"-8"-5"9"0,8 5-5 16,-3-3-2-16,3 3 9 0,0 0 6 16,-8-5-3-16,8 5-6 0,0 0-2 0,0 0-13 15,0 0-27-15,0 0-32 16,0 0-37-16,0 0-35 0,0 0-39 0,0 0-54 16,0 0-54-16,0 0-79 0,13 15-320 15,-13-15-126-15</inkml:trace>
  <inkml:trace contextRef="#ctx0" brushRef="#br0" timeOffset="77016.36">22914 14108 2053 0,'-2'-10'216'0,"0"-2"-17"0,0-7-19 0,2-1-3 15,0 1-6-15,2-8-23 0,2-10-15 16,-2-4-29-16,-1-2-38 0,3-15-35 0,2 0-38 16,-3-5-21-16,4 3-15 0,-5 2-5 15,1 14-4-15,1 5 1 0,0 9 6 0,-1 7 2 16,-3 6 3-16,2 8 18 0,-2 0 12 15,0 7 20-15,0 2 21 0,0 0 17 0,0 0 2 16,-7 18 14-16,7-5-4 16,-4 3 8-16,4 1-2 0,0 0 2 0,2 0 1 15,4 4-1-15,-1-1 0 0,3-3 1 16,2 0 9-16,1 0 24 0,4-3 3 0,-3 1-1 16,1-1 0-16,0 1 11 0,-2 2 16 15,1-3 17-15,-2 1 12 0,-5-1 4 16,3 4 14-16,0 1 1 0,-6-3 5 0,-2 1-3 15,0-2 3-15,-4 0-23 0,0 3-12 16,0-3-11-16,-4 2-15 0,5-3-16 0,-7-2-24 16,5 0-31-16,-3-2-49 0,0-3-48 15,1-1-55-15,-1-4-62 0,0 0-49 16,8-2-70-16,0 0-60 0,-22-4-53 16,15 0-66-16,0 0-78 0,7 4-118 0,-11-7 62 15,5 5-419-15,6 2-489 0</inkml:trace>
  <inkml:trace contextRef="#ctx0" brushRef="#br0" timeOffset="78082.23">23003 13912 2657 0,'0'0'33'0,"-3"5"51"0,3-5 22 15,0 0 30-15,-11 4 27 0,11-4 27 0,0 0 19 16,0 0 3-16,0 0-8 0,0 0-17 15,-3-15-20-15,3 6-17 0,2-3-16 0,1-2-11 16,6-6-11-16,-2-1-12 16,0-9-12-16,-7 1-10 0,10-6-5 0,-6-4-11 0,0 0-5 15,-4-3-4-15,2-3-3 16,-6-9-6-16,0 9-5 0,0 1-2 0,-4 3-2 16,5 8-5-16,-1 8 0 0,0 7 8 15,4 4-3-15,-3 4-7 0,-1 6-3 0,-3 3-3 16,7 1-5-16,0 0 2 0,-11 23 1 15,10 1 0-15,1 2-8 0,1 16 3 0,5-2-6 16,6 11 2-16,3-5-3 0,-2 2 0 16,0-13-6-16,2-2-4 0,3 1-6 0,-3-6-4 15,0-4 0-15,3-5-1 0,-5-5 1 16,-6-4 2-16,7-1 2 0,-5-4-2 16,0-4 5-16,4-2 0 0,-2-4-5 0,0-4-4 15,-1-1-10-15,3-8-5 0,-1 0 1 0,-1-11 3 16,-2 0 2-16,-2-5 2 0,4 2 5 15,-9 6 4-15,-1 4 10 0,3 5 14 16,-2 3 12-16,0 4 4 0,-2 1-4 16,-2 6 0-16,2 3 2 0,0 0 2 0,0 0 7 15,0 0-6-15,-6 29-4 0,8-15-4 16,-2 3-2-16,4 2-8 0,-2-1-12 0,1 2-15 16,6-2-9-16,-6-1-6 0,5-2-3 15,-3-3-3-15,5-2-2 0,-2-3-6 16,-1-3-2-16,3 0-9 0,-2-2-7 15,-8-2-5-15,18-6-13 0,-6-1-13 0,1-7-13 16,0-1-16-16,3-9-10 0,-9 2-2 16,5-10-6-16,-2-4 1 0,-3-5-3 15,0-12 2-15,-5-5 5 0,0-2-10 0,-4-10 11 16,0-5 6-16,-5-22 7 0,-4-3 13 16,5-8 11-16,-6-7 12 0,1-2 8 0,-1 3 12 15,-1 2 14-15,-2 14 16 0,2 30 25 16,0 10 26-16,-1 7 21 0,1 19 14 0,3 8 16 15,2 9 20-15,1 8 24 0,1 5 26 16,6 2 25-16,0 0 21 0,-12 31 13 0,14-4 2 16,7 24-7-16,2 15-8 0,10 23-7 15,4 4-10-15,7 4-11 0,4 5-12 0,2 2-10 16,0-4-20-16,3-6-12 16,-3-5-9-16,-4-7-10 0,2-8-9 0,-11-19-12 15,0-5-12-15,-7-4-12 0,0-14-14 16,-3-4-18-16,-4-7-20 0,-1-5-27 0,0-9-36 15,-3-5-52-15,1-6-69 0,1-3-72 16,5-9-64-16,-1-15-76 0,-1-4-43 0,1-17-48 16,-4-8-51-16,1-2-477 0,-4-9-506 15</inkml:trace>
  <inkml:trace contextRef="#ctx0" brushRef="#br0" timeOffset="78283.6">23878 12182 2678 0,'0'-65'-94'0,"2"14"28"0,2 13 38 15,-4 9 49-15,0 9 25 0,2 5 35 0,-4 7 55 16,2 8 49-16,0 0 39 15,0 0 32-15,2 40 22 0,-1-2 7 0,7 16 7 16,1 5-6-16,-1 9-11 0,5 6-9 16,10 20-16-16,1 0-25 0,-1-1-18 0,1 0-22 15,-1-2-33-15,3-4-18 0,5-3-18 16,-8-21-36-16,-3-3-45 0,0-4-40 0,-5-3-36 16,-2-7-37-16,-1-10-51 0,-4-4-52 15,-4-7-66-15,-3-7-71 0,1-3-62 0,-2-8-66 16,0-2-66-16,-3 0-90 15,3-5 11-15,0 0-421 0,-24-15-487 0</inkml:trace>
  <inkml:trace contextRef="#ctx0" brushRef="#br0" timeOffset="78450.33">24045 13145 2624 0,'-19'-12'-31'0,"1"7"55"15,-4 3 47-15,9 2 42 0,-1 3 52 16,0 1 39-16,-2 6 37 0,1 2 32 0,5-3 17 16,1 6 18-16,1-3-2 0,5 2-9 15,3-2-20-15,0 0-28 0,2-2-28 0,1 0-20 16,5-3-37-16,-1-2-53 0,3-3-67 15,3-2-67-15,-13 0-77 0,36-9-90 16,-15-1-92-16,8 0-77 0,0-6-72 0,-1 1-83 16,3-2-110-16,3 3 31 0,2 1-440 15,14 1-506-15</inkml:trace>
  <inkml:trace contextRef="#ctx0" brushRef="#br0" timeOffset="78699.42">24773 13072 2766 0,'-9'17'44'0,"-7"2"63"0,-10 6 58 15,-10 6 46-15,-11 8 39 0,-21 9 22 16,-6 3 2-16,-15 7-10 0,-12 3-16 0,-8 4-28 16,-45 17-18-16,-6-4-28 0,-7 6-11 15,0 1-23-15,-3 0-11 0,7 2-10 0,3 0-15 16,1-3-15-16,10-1-8 0,41-19-11 16,3-2-7-16,8 0-10 0,11-4-13 0,6-6-10 15,16-4-9-15,16-13-20 0,14-6-28 16,5-8-39-16,8-2-51 0,6-3-61 15,3-8-82-15,4 0-85 0,5-6-101 16,3-2-121-16,0 0-104 0,0 0 69 16,0 0-426-16,19-22-501 0</inkml:trace>
  <inkml:trace contextRef="#ctx0" brushRef="#br0" timeOffset="80722.7">22225 8036 2771 0,'-5'-25'186'16,"1"4"44"-16,0 3 67 0,3 2 15 15,-1 3-20-15,-3 2-39 0,3 0-41 0,0 5-46 16,1 2 7-16,1 4 59 0,0 0 0 16,0 0-7-16,-2 29-23 0,2-8-13 0,0 15-17 15,2 3-16-15,-1 0-19 16,1 1-2-16,0 1-25 0,3-3-20 0,-2-1-46 15,-1-4-51-15,4-4-60 0,-4-7-63 16,1 1-65-16,1-7-74 0,0-1-54 0,-2-5-23 16,0-1-42-16,0-7-50 0,-2-2-53 15,0 0-98-15,0 0-16 0,0 0-405 0,13-23-484 16</inkml:trace>
  <inkml:trace contextRef="#ctx0" brushRef="#br0" timeOffset="81083.78">22250 7957 2535 0,'0'-26'-96'0,"-1"3"64"0,-3 2 50 15,4 4 43-15,-4 0 23 0,4 3 15 0,0-1 14 16,2 3 6-16,0 0-6 0,0 5-11 16,3 0 5-16,3 2-9 0,2 5 1 15,-10 0-8-15,18 7-7 0,-2 1-14 16,-3 6 2-16,6 5-9 0,0 2-4 0,-4 4 0 16,0 2-2-16,1-2 6 0,-9 4 3 15,1-3 2-15,-4-2 11 0,-2-2 8 0,2-3 6 16,-4-1 12-16,2 0 7 0,-2-1 2 15,2-3-7-15,-2-1-3 0,1-1 2 0,1 0-11 16,2 2 0-16,-2-2 6 0,1 0-2 16,-1 2-6-16,5-1 4 0,-2 2-2 15,-1-1-2-15,2 1-6 0,-5-1 4 0,5 1 2 16,-2-1 8-16,0 3-5 0,-4-5 2 16,0 3-2-16,0-1-7 0,-1 1-10 15,-6-1-4-15,-2 4-9 0,-2-2-2 0,-11 4-7 16,1 3-5-16,-4-8-32 0,5-1-40 15,1-9-47-15,-3 4-55 0,6-8-80 16,-4-2-112-16,5-5-113 0,-4-4-124 0,4-5-150 16,5-4-1-16,5-2 68 0,3-1-479 15,5-2-581-15</inkml:trace>
  <inkml:trace contextRef="#ctx0" brushRef="#br0" timeOffset="81532">22618 8210 2906 0,'4'10'-26'15,"-2"1"68"-15,-1-2 58 0,-1 0 44 16,0-2 32-16,0-1 23 0,0 2 13 0,0-8 1 16,0 12 2-16,2-8-2 0,-2-4-5 15,7 9-10-15,-4-5-12 0,-3-4-14 0,13 4-14 16,-13-4-14-16,16-4-21 0,-5 0-12 16,0-2-12-16,3-3-10 0,-3-1-13 15,1 0-4-15,-3-3-9 0,1-1-8 0,-7 1-6 16,-1-4-6-16,-4 0-1 0,1-4-9 15,-7 0-4-15,1-1 0 0,-2 4-4 16,-4 0-6-16,1 3 5 0,1 2-10 16,0 2-5-16,0 2 1 0,3 3-4 0,-1 6-3 15,-1 0-2-15,10 0 1 0,-15 0 4 16,7 4-9-16,8-4 2 0,-7 4-3 0,7-4-1 16,0 0 2-16,0 0 5 0,0 0 4 15,0 0-4-15,34-18-3 0,-13 11 4 0,3-1-6 16,-1 4 3-16,2 0-3 0,0 2-1 15,-1 4 1-15,-1 2 3 0,4 8 0 0,2 1 9 16,-4 6 11-16,-6-1-11 0,0 5-3 16,-4 3 5-16,-2-1 0 0,-1 1-1 0,-4-2-2 15,-3-3-1-15,1 0-6 0,-1-1-28 16,2-1-38-16,-3-3-45 0,-1-1-67 16,3-1-83-16,-2-5-66 0,-3-1-57 15,1-4-93-15,4 0-130 0,-6-4-52 0,0 0 70 16,0 0-395-16,0 0-461 0</inkml:trace>
  <inkml:trace contextRef="#ctx0" brushRef="#br0" timeOffset="82048.36">23036 8226 2643 0,'-4'7'-15'16,"0"-3"35"-16,4-4 39 0,-4 8 52 0,4-8 48 15,0 0 40-15,0 6 24 16,0-6 16-16,0 0-2 0,0 0-6 0,0 0-5 15,28-11-17-15,-14 3-16 0,1-4-7 16,-1 0-14-16,1-4-12 0,2-6-6 0,0 0-17 16,-5-1-11-16,-3 5-10 0,-4-3-7 15,4 0-8-15,-4 0-9 0,-5 1-7 0,0 2-10 16,2 1-3-16,-4 2-2 0,2 2-6 16,0 3-9-16,-1 2-6 0,-1 0-6 0,2 8-8 15,-11-4-7-15,11 4-1 0,0 0-4 16,-16 14 2-16,9-3-2 0,-2 1-2 15,5 3-6-15,1 2 0 0,1 3-2 16,0-4 0-16,4 1-3 0,0 1 1 0,0-3-4 0,1 1 8 16,8-4-6-16,-4-1-4 15,4 2 5-15,0-7-11 0,1 0 7 0,-1-3 4 16,3-3 0-16,1 0-2 0,1-3-8 16,-4-4 6-16,4 0 0 0,-1-4-1 0,1-2 0 15,-3-1 2-15,-2 4 1 0,-1 0 8 16,-5-1-6-16,5 2 4 0,-7 3 2 0,4 1 6 15,-4-2-6-15,1 3-5 0,-4 4 3 16,0 0-7-16,0 0-3 0,0 0 1 0,0 0 4 16,8 13 2-16,-8-5-2 0,0 0-3 15,0 1 8-15,1 3-17 0,-1 0 0 0,2 0 19 16,2-1-15-16,-2 0-4 0,2 0-19 16,-2-1-26-16,4 0-43 0,-3-1-42 15,5 0-67-15,-4-3-96 0,1-1-100 16,2-1-118-16,-7-4-171 0,12 0-32 0,-12 0 72 15,22-6-518-15,-11 1-630 0</inkml:trace>
  <inkml:trace contextRef="#ctx0" brushRef="#br0" timeOffset="82347.53">23748 6815 3123 0,'-13'-10'-96'0,"2"5"28"16,1 4 36-16,0 1 52 16,-2 4 47-16,-2 10 43 0,-4 10 38 0,2 7 28 15,-6 17 22-15,8 9 19 0,-2 4 2 16,5 11 2-16,0 6-3 0,10 21-9 0,1-16-11 16,6 16-16-16,3-3-16 0,1-18 2 15,4 11-18-15,-2-17-10 0,2-6-16 16,-1-4-11-16,-2-8-16 0,1-2-25 15,-2-15-26-15,-3-2-35 0,-2-7-37 0,2-8-39 16,-3-3-36-16,-1-3-43 0,-1-2-65 16,0-5-73-16,-2-4-62 0,0-3-72 15,0 0-46-15,0 0-78 0,0 0-58 0,-11-29-426 16,-1 1-498-16</inkml:trace>
  <inkml:trace contextRef="#ctx0" brushRef="#br0" timeOffset="82498.59">23570 7947 2589 0,'-14'-14'-64'0,"3"4"54"0,0 3 48 16,0 1 44-16,6 0 34 0,-1 4 30 0,6 2 9 15,-12-10-1-15,12 10 15 0,-5-2 26 16,5 2-1-16,0 0-13 0,0 0-13 0,0 0-19 16,25-7-15-16,-11 5-13 0,11-5-44 15,10-2-57-15,-3-6-87 0,5 4-110 0,-3-3-116 16,10-4-125-16,-10 1-181 0,2 0 50 16,4-4-305-16,6-2-339 0</inkml:trace>
  <inkml:trace contextRef="#ctx0" brushRef="#br0" timeOffset="82831.21">24112 7647 2399 0,'-7'9'46'0,"-3"-3"63"16,5 2 63-16,-2-4 46 0,2 2 20 0,5-6 10 15,-8 9 1-15,8-9-5 0,-3 6-5 16,3-6 5-16,-2 5 5 0,2-5 2 0,0 0-8 16,0 0-23-16,0 0-17 0,23 0-34 15,-23 0-15-15,28-10-7 0,-9 1-22 16,-1-1-9-16,4-7-25 0,-7 2-21 15,0 1-13-15,-1-1-10 0,-7 2-5 0,1-1-5 16,-2 6-15-16,-6 0-9 0,0 8 0 16,0 0 0-16,0 0-7 0,-37 8 8 0,9 13-9 15,-12 6 4-15,-2 4-6 0,5 1 2 16,5 2 3-16,3-1-6 0,13-5 0 16,2-1 5-16,7-4-6 0,3-6 0 0,2-2 6 15,4-1-2-15,3-1-4 0,4 0 2 16,0-2-1-16,4-6-11 0,3 1-29 0,0-3-44 15,6 0-48-15,4-3-76 0,3-4-104 16,9-2-108-16,-2 0-102 0,6-1-186 16,-2 1 31-16,6 0 76 0,0 0-447 15,2 3-520-15</inkml:trace>
  <inkml:trace contextRef="#ctx0" brushRef="#br0" timeOffset="83082.77">25458 7954 2785 0,'-21'10'92'0,"-13"8"69"16,-15 3 49-16,-8 4 61 0,-7 0 50 0,-30 8 33 16,-10 0 20-16,-16 2-2 0,-14 8-11 15,-55 20-13-15,-17 3-29 0,-27 10-25 16,-31 4-26-16,-3 0-28 0,-3 2-21 16,-7-2-15-16,12 4-29 0,19-6-19 0,26-5 3 15,28-8-18-15,58-21-15 0,22-6-14 16,22-5-15-16,31-12-65 0,9-3-32 0,18-6 0 15,11-1-47-15,6-3-79 0,7-2-73 16,8-2-81-16,0-4-105 0,0 0-108 0,0 0-96 16,26 4-177-16,-5-8-10 0,-1 0 83 15,3 0-612-15,11-4-763 0</inkml:trace>
  <inkml:trace contextRef="#ctx0" brushRef="#br0" timeOffset="87346.93">12354 4526 3372 0,'0'0'-103'16,"-2"-12"54"-16,2 12 51 0,-3-14 35 15,-1 9 30-15,4 5 22 0,-4-12 11 0,1 7 23 16,3 5 7-16,-1-8 0 0,1 8-25 16,0 0-9-16,0 0 13 0,0 0 13 0,0 0 9 15,1 29 17-15,4-7 4 0,1 0-2 16,-5 13 3-16,5-2 0 0,-1 1 1 16,-1-8 3-16,-2 1 0 0,3-3 1 0,-3-3-10 15,-1 2-15-15,1-4-10 0,0-1-13 16,-2-1-9-16,2-5-14 0,-2-1-6 0,2-1-9 15,0 0-3-15,-2-3-9 0,0-7-31 16,1 12-30-16,-1-6-36 0,0-6-52 16,0 0-85-16,0 8-105 0,0-8-109 15,0 0-119-15,0 0-140 0,0 0-101 0,0 0 82 16,0 0-463-16,0 0-598 0</inkml:trace>
  <inkml:trace contextRef="#ctx0" brushRef="#br0" timeOffset="87847.11">12277 5266 3076 0,'0'0'-26'0,"-13"-4"52"0,13 4 31 16,-9-8 24-16,9 8 26 16,-3-6 13-16,3 6 8 0,0-11 6 0,0 11-5 0,7-16-8 15,-2 6-5-15,7-1-16 16,0 1-7-16,1 2-9 0,0 1-6 0,0 2-12 15,5 2-6-15,-3 3-1 0,0 3-5 16,0 4 3-16,3 2 12 0,-7 5 24 16,-4 3 21-16,0-1 14 0,-5 3 14 0,-2 5 11 15,-7 0 10-15,1 8 10 0,-5-1-17 16,2-2 8-16,-3-1 4 0,7-6 3 0,-3-5 5 16,5-1-1-16,-4-3-8 15,5-2-8-15,-2-2-1 0,3-1-15 0,-1-3 0 0,2-5-15 16,0 8-12-16,0-8-13 0,0 0-13 15,0 0-12-15,0 0-39 0,36-12-50 0,-20 8-75 16,-4-5-72-16,2 4-83 16,3-2-96-16,1-1-110 0,-4 6-115 0,6-1-165 15,-6-1-90-15,-2 4 92 0,3 2-628 16,1 3-808-16</inkml:trace>
  <inkml:trace contextRef="#ctx0" brushRef="#br0" timeOffset="88314.23">12508 5786 3876 0,'0'0'-36'15,"0"0"48"-15,-1-7 27 0,1 7 5 0,0 0 22 16,3-9 14-16,-3 9 3 0,9-5 0 15,-2 3-6-15,-7 2 2 0,17-2-4 0,-17 2-4 16,15 2 1-16,-5 0 2 0,-1 3 5 16,-4 0 8-16,4 2 8 0,-4-1 8 15,3 5 4-15,-7-2 1 0,3 1 1 0,-2 1-3 16,1 0-9-16,-1-1-5 0,-1-1-7 16,1 1-10-16,0 0-7 0,0-3-8 0,3 2-5 15,-3-2-4-15,6 1-3 16,-5-1-5-16,6 0-2 0,0 0-2 0,0-2 0 15,3 4 1-15,-3-5-8 0,3 3-4 16,-2 0 1-16,-1-2-3 0,-2 1 8 0,2 0 14 16,-4 2 30-16,1-4 24 0,-3 5 29 15,-1-3 12-15,-2 4 5 0,0-10-2 0,-3 17-5 16,-3-7-12-16,1 0-14 0,-6 3-9 16,2-3-13-16,-2 0-10 0,-1-1-5 15,-3 3-11-15,1-6-23 0,0 1-36 0,0-7-51 16,-1 4-62-16,1-4-43 0,1 3-76 15,2-2-81-15,-1 3-96 0,5-2-102 0,-3 1-108 16,2-1-128-16,4 3-16 16,-1 0 79-16,5-5-556 0,-8 9-693 0</inkml:trace>
  <inkml:trace contextRef="#ctx0" brushRef="#br0" timeOffset="88765">12799 6246 3179 0,'0'-9'5'0,"0"9"65"0,-5-13 68 0,3 6 32 16,0-2 31-16,2 9 38 0,-4-12 21 15,3 7-5-15,1 5-8 0,-4-10-24 16,4 10-27-16,0 0-19 0,0 0 11 16,0 0-17-16,0 0-8 0,0 0-16 0,0 0-6 15,4 29-16-15,-3-19-11 0,1 2-11 16,2 1-10-16,1-1-9 0,-2-1-6 0,1 1-7 15,2 0-10-15,-3 0-8 0,1-1-5 16,0-2 3-16,-3-3-17 0,4 0 4 16,-3 2-6-16,-2-8 2 0,7 6 2 0,-7-6-9 15,0 0-3-15,0 0-1 16,23-12 5-16,-17 6-10 0,1-1-4 0,1 3-2 0,-3-4-6 16,-5 8 16-16,10-6 3 0,-10 6-5 15,12-3 16-15,-12 3 5 0,0 0-1 16,13 11 0-16,-7-2-6 0,1 3-3 15,-1 2 0-15,-1 1-6 0,2-1-4 0,-2 6-5 16,1-6 0-16,1 1 1 0,-1-1-5 16,0 0-1-16,-2-1-22 0,2-3-30 0,-5-3-24 15,1 0-35-15,2 0-46 0,0 0-54 16,-4-7-87-16,3 5-105 0,-3-5-109 0,0 0-106 16,0 0-171-16,0 0 64 0,7-19 70 15,-5 9-488-15,0-4-601 0</inkml:trace>
  <inkml:trace contextRef="#ctx0" brushRef="#br0" timeOffset="89248.12">13202 3873 3024 0,'-5'-9'-58'15,"1"1"53"-15,-1 3 33 0,5 5 20 16,-3-9 17-16,3 9 10 0,-6-5-5 0,6 5-12 16,0 0 29-16,0 0 21 0,0 0 2 15,0 0 13-15,0 0-1 0,12 34-3 16,-8-18 7-16,1 4-11 0,3-1-5 15,-3 4-10-15,4-2-11 0,-2-1 9 16,4 6-9-16,-4-3-8 0,-2-3-10 0,1 0-1 16,-3-5-9-16,-1-1-16 0,2 2-31 15,0-6-41-15,-3 2-55 0,1 0-90 0,0 0-90 16,-2-5-127-16,2-1-179 0,-2-6-62 16,0 6 69-16,0-6-239 0,0 0-288 15</inkml:trace>
  <inkml:trace contextRef="#ctx0" brushRef="#br0" timeOffset="89600.05">13711 3834 2150 0,'0'0'-19'15,"13"-4"27"-15,-13 4 9 0,14-3 5 16,-14 3 12-16,18-2 14 0,-18 2-2 0,24 2 8 16,-11 1 8-16,0 4 17 15,-2-1 21-15,2 6 38 0,-4-1 36 0,-2 3 26 16,-1 1 26-16,-5 4 20 0,1-2 15 16,-4 1 8-16,2-1 14 0,-1 1 4 15,-1-3-23-15,0 2-11 0,0-5-19 0,2-1-8 16,0-2-17-16,-2 0-11 0,2-1-16 15,0-8-18-15,4 12-12 0,0-6-10 0,-4-6-23 16,14 5-8-16,-5-5-69 0,-9 0-85 16,28-4-94-16,-10-1-113 0,0 0-131 15,4-4-168-15,4-2-219 0,3-4 4 0,-2 1 87 16,-1-6-484-16,2 3-626 0</inkml:trace>
  <inkml:trace contextRef="#ctx0" brushRef="#br0" timeOffset="90046.73">14378 3681 3012 0,'-8'-1'-99'0,"8"1"40"16,0 0 27-16,0 0 20 0,-4-9 16 15,4 9 15-15,0 0 12 0,0 0 10 16,16-7 0-16,-16 7 4 0,0 0 3 15,20 0-1-15,-20 0 3 0,0 0 10 0,22 7 6 16,-19-2 13-16,6 0 16 0,-8 2 14 16,3 1-8-16,-2 1 15 0,0-1-7 15,0 3 4-15,-2-3-7 0,0 2-4 0,0-2-11 16,1 1-12-16,-1-1 0 0,0 0 0 16,2 0-2-16,4 0 0 0,-2 1 7 15,-3-1 7-15,4 1 16 0,2 1-2 0,-1-2 2 16,3 3 0-16,1-1-3 0,1 0-8 15,1 1-7-15,0-1-4 0,-3 2-7 0,2-2-7 16,-3-1-2-16,1 3-1 0,-1-4-9 16,-3 1 5-16,0-1-8 0,1 3 1 0,-5-3-7 15,-1 2 0-15,0-2 5 0,0-8 1 16,-1 17-9-16,-5-9-5 0,-1 0-17 16,2-3-31-16,-2 3-39 0,-1-4-51 15,-2-1-74-15,10-3-86 0,-17 0-109 16,4-6-131-16,1-1-160 0,1 0-60 0,-1-5 70 15,3 0-389-15,5-1-510 0</inkml:trace>
  <inkml:trace contextRef="#ctx0" brushRef="#br0" timeOffset="90413.62">14944 3631 2803 0,'0'10'-15'0,"0"-10"36"16,-2 14 17-16,0-9 30 15,-2 5 22-15,2 0 15 0,1-1 2 0,-1 2-1 16,2-1-13-16,0-1-4 0,0 2-13 16,0-3-9-16,2 0 8 0,-1 0 17 15,-1-3 9-15,4 3 17 0,-4-8 12 0,9 8 14 16,-9-8 3-16,12 2-4 0,-12-2-1 16,0 0-13-16,25-10-11 0,-14 2-4 0,0 1 1 15,2-3-6-15,-2 2-8 0,-2 1-9 16,-3 1-5-16,4-2-8 0,-5 5-11 15,1-2-23-15,-6 5 1 0,0 0 21 0,0 0 17 16,21 8 7-16,-16-2 5 16,6 2 7-16,-6 4-1 0,2 1-5 0,5 0-12 15,-2 3-7-15,-1-1-11 0,0 1 12 16,1-1-18-16,1 0-2 0,1 1-16 0,-4-4-36 16,-1 0-41-16,2-1-46 0,-1 2-62 15,-2-5-82-15,2 2-94 0,-5-3-95 16,3 3-105-16,-1-2-124 0,-3 2-92 0,0 1 81 15,-2-1-437-15,-2 2-560 0</inkml:trace>
  <inkml:trace contextRef="#ctx0" brushRef="#br0" timeOffset="92279.24">19487 3918 2752 0,'0'0'-116'0,"0"0"37"16,0 0 44-16,0 0 27 0,0 0 18 0,0 0 11 15,0 0 11-15,0 0 3 16,0 0 9-16,0 0 2 0,0 0 3 0,0 0 7 16,0 0 15-16,0 0 8 0,-21-12 11 15,21 12 20-15,0 0 10 0,0 0 3 16,0 0 5-16,0 0-2 0,0 0 3 0,0 0-1 15,0 0-8-15,0 0-3 0,0 0-3 16,0 0-10-16,0 0-5 0,0 0-8 0,-11-4 0 16,11 4-1-16,0 0-5 0,0 0-4 15,0 0-8-15,0 0-10 0,0 0-10 0,0 0-7 16,0 0 12-16,0 0 19 0,0 0 11 16,0 24 6-16,2-9 8 0,-1-1 10 15,1 2 8-15,0 3 2 0,2 1 0 0,-2 4-8 16,1-1-4-16,0-1 6 15,1-3-13-15,0 0-4 0,-3-2-1 0,3-2-7 16,-2 0 5-16,2-2-20 0,-2-1-5 16,-2-1-11-16,1-2 1 0,1-2-11 0,-2 1-3 15,4-3-6-15,-4-5-2 0,3 12-13 16,-3-12-39-16,0 8-63 0,0-8-53 0,2 8-69 16,-2-8-102-16,0 0-128 0,1 4-130 15,-1-4-157-15,0 0-47 0,0 0 81 16,0 0-500-16,0 0-645 0</inkml:trace>
  <inkml:trace contextRef="#ctx0" brushRef="#br0" timeOffset="92512.52">19710 4229 3120 0,'0'0'-48'0,"15"-1"48"0,-15 1 44 16,0 0 38-16,17 1 31 0,-17-1 29 0,16 4 27 15,-11-1 16-15,6 2 10 0,1 3 8 16,-2 0 0-16,2 2 2 0,-3 1-1 15,0 3-11-15,0-3-5 0,0 2-3 0,-4 1-16 16,3-2-9-16,-5 3-14 0,3-1-21 16,-1-4-12-16,-4 2-10 0,1 0-13 0,-2-4-21 15,2 1-33-15,-2 0-38 16,0-3-44-16,-2-1-66 0,0 2-95 0,2-7-116 16,-6 4-124-16,6-4-140 0,0 0-141 15,0 0 67-15,-19-12-455 0,16 3-585 0</inkml:trace>
  <inkml:trace contextRef="#ctx0" brushRef="#br0" timeOffset="92848.07">20055 3938 2916 0,'2'-7'-1'0,"-2"7"63"0,0-10 44 15,0 10 29-15,6-7 11 0,-6 7 10 0,5-7 4 16,-5 7-4-16,9-1-11 15,-9 1-8-15,20 1-8 0,-20-1-6 0,21 9-11 16,-8-1-2-16,1 1 1 0,-1 0 1 16,-2 4 16-16,-1 4 8 0,-3 1 17 0,-1-1 10 15,-2 4 11-15,-6-3 24 0,0 1 7 16,0 0 2-16,-2-3-1 0,4 1-6 0,-1-5-10 16,-1 0-18-16,2-2-9 0,-2-1-5 15,0-1-4-15,2-8-7 0,0 10-1 0,4-5-8 16,-4-5-21-16,7 9-7 15,-7-9-18-15,18 0-73 0,-18 0-19 0,27-7 0 16,-11 2 0-16,5-4 0 0,4-4-200 16,4 1-79-16,-7 0-99 0,-1 2-113 15,-1-1-117-15,-4-2-160 0,4 6-55 0,-5-1 86 16,0 2-592-16,-4 2-785 0</inkml:trace>
  <inkml:trace contextRef="#ctx0" brushRef="#br0" timeOffset="93395.68">20339 3670 3412 0,'-6'-11'-121'0,"3"2"61"0,1 2 53 0,2 1 33 16,0 6 25-16,4-13 24 0,-4 13 36 16,11-10 15-16,1 9 23 0,1 1 18 15,4 5 13-15,15 7 0 0,-3 3 12 0,11 12 10 16,-2 4 4-16,0 4 1 0,-1 2-10 15,-5 2-11-15,-3 5-16 0,-7 4-21 0,1-1-17 16,-4 0-9-16,-10 1-14 16,-7-7-3-16,2 0-10 0,-10 0 8 0,1-5-27 15,-7-1-47-15,-1-3-38 0,-5 1-50 16,-2-4-62-16,-5-1-82 0,-7 1-94 0,-4-5-101 16,-9-2-116-16,0-7-189 0,4-3 8 15,-4-1 77-15,1-8-393 0,-1-1-484 16</inkml:trace>
  <inkml:trace contextRef="#ctx0" brushRef="#br0" timeOffset="93696.04">19319 3768 2740 0,'-26'9'-49'0,"5"2"31"0,-8 7 23 0,-5 10 23 15,2 2 19-15,-1 5 37 0,5 4 28 16,5 4 20-16,1 4 13 0,9 4 0 0,4 2 1 16,6-7-14-16,6 11-9 0,8 1-8 15,9-1-12-15,6-2-7 0,9-4-8 16,4-5-8-16,8-5-29 0,5-6-45 15,6-6-61-15,4-5-87 0,10-3-114 16,0-9-148-16,1-5-194 0,2-7 47 0,-1-3-233 16,3-5-273-16</inkml:trace>
  <inkml:trace contextRef="#ctx0" brushRef="#br0" timeOffset="94147">21303 4231 2083 0,'0'0'58'0,"0"0"49"0,0 0 37 15,0 0 36-15,0 0 7 0,0 0 1 0,0 0 8 16,0 0 0-16,0 0-9 0,0 0-7 15,0 0-15-15,0 0-10 0,0 0-10 0,0 0-6 16,0 0 1-16,0 0-5 0,0 0-2 16,0 0-6-16,0 0-8 0,0 0-9 0,0 0-5 15,-21 11-9-15,21-11-7 16,0 0-8-16,0 0-6 0,0 0-6 0,0 0-4 16,0 0 5-16,0 0-7 0,0 0 1 15,0 0-5-15,0 0-2 0,0 0 1 16,0 0-11-16,0 0-2 0,0 0 2 0,0 0-5 15,0 0 2-15,0 0 1 0,16 15-4 16,-11-6 12-16,-3 1 0 0,4 2 1 0,-4 3-4 16,-1 5-2-16,-2-1 1 0,-5 3-6 15,-1 7-1-15,-5 0-10 0,-1-3-8 0,-1-1-47 16,-3-1-50-16,5-5-58 0,-1-5-112 16,0-1-131-16,1-6-155 0,1-2-198 15,2-1-1-15,-1-2 75 0,1-2-471 0,9 0-591 16</inkml:trace>
  <inkml:trace contextRef="#ctx0" brushRef="#br0" timeOffset="98277.71">21766 3762 2850 0,'0'0'-131'0,"-9"5"48"0,9-5 52 16,-14 4 54-16,14-4 33 0,-9 0 41 16,9 0 27-16,0 0 31 0,-11 3 13 15,11-3 8-15,0 0-6 0,0 0-3 0,0 0-6 16,-10-9-9-16,10 9-7 0,0 0-11 15,0 0-7-15,14-13-11 0,-14 13-16 16,12-7-7-16,-12 7-8 0,20 0-13 0,-20 0-5 16,23 3-5-16,-8 4-7 0,-2 1-4 15,4 4-4-15,1 2-3 0,-2 5 1 0,-2 2 32 16,3 3 20-16,-12-2 18 0,2-2 20 16,-7 1 0-16,-3 1 28 0,-1 0 4 15,1 2 8-15,-3-3 12 0,3 2 7 16,-1-6-4-16,-2-2 1 0,4-1-10 0,1-3-5 15,-2 0-4-15,-1-2-6 0,2-2-3 16,2-7-5-16,0 12-106 0,0-12-52 16,0 10 0-16,0-10 0 0,2 7 0 0,-2-7 0 15,0 0 0-15,14 2 0 0,-14-2 0 16,0 0 0-16,22-2 0 0,-12-2 0 0,-10 4 0 16,23-3-84-16,-12 1-357 0,2 0-110 15,1-3-107-15,3 0-117 0,-1 2-59 0,-3 0 87 16,0-1-648-16,-2 0-847 0</inkml:trace>
  <inkml:trace contextRef="#ctx0" brushRef="#br0" timeOffset="98511.07">22148 4089 3479 0,'0'0'-105'0,"0"0"69"16,0 0 54-16,0 0 38 0,0 0 37 16,0 0 30-16,13 2 31 0,-13-2 22 0,11 5 12 15,-5-1 6-15,4 2 9 0,-1 2-3 16,3 5 0-16,-5-3-9 0,2 2-9 0,1 1-4 15,-4-2-17-15,2 3-13 0,-5 1-10 16,3-1-7-16,-4-1-6 0,-2 1-18 0,-2 0-4 16,0 1-17-16,-4-1-7 0,1 1-24 15,-3-3-39-15,-4 0-44 0,3-1-45 16,0-1-58-16,-3-2-69 0,3-3-89 0,-1-2-98 16,-2-5-119-16,12 2-133 15,-11-10-70-15,6 2 76 0,3-4-404 0,4-7-510 16</inkml:trace>
  <inkml:trace contextRef="#ctx0" brushRef="#br0" timeOffset="98895.93">22424 3831 2778 0,'6'-8'29'0,"-5"2"50"0,1 1 35 0,-2 5 13 16,0 0 20-16,0 0 31 16,0 0 21-16,0 0 3 0,0 0 2 0,0 0-2 15,-5 27-7-15,3-17-6 0,2 4-19 16,0-2-15-16,2 0-9 0,0 1-15 0,-1 0 9 15,3-2-4-15,2-2-1 0,-3 0 3 16,6-1 1-16,-6 1 11 0,7-4 2 0,-3-2 2 16,-7-3-10-16,18 3-11 0,-18-3-14 15,25-6-12-15,-13-1-4 0,2-1-6 16,-1 0-12-16,-2-2-3 0,1 0 0 0,-1 2 2 16,-1-1 5-16,-2 2 2 0,-2 2-10 15,-3 2-10-15,-3 3-12 0,11-7-8 16,-11 7-5-16,0 0-5 0,0 0-2 0,0 0-2 15,16 18 0-15,-14-6-1 0,0 0 0 16,1 1 1-16,-1 3-22 0,4-3-15 16,-2 2 0-16,0-1 0 0,0 0 0 0,-1-2 0 15,-1 3 0-15,2-3 0 0,0-1 0 16,-2-5 0-16,-1 0-144 0,1 2-76 0,5-3-72 16,-4 0-96-16,-3-5-103 0,10 0-110 15,-10 0-114-15,15-6-80 0,-7 0 77 16,1-4-584-16,2-3-759 0</inkml:trace>
  <inkml:trace contextRef="#ctx0" brushRef="#br0" timeOffset="99112.17">22919 3713 3281 0,'9'-24'-86'0,"0"7"84"0,-6 4 62 15,1 3 33-15,0 3 44 0,0 2 39 16,-4 5 48-16,0 0 57 0,0 0 37 16,28 22 24-16,-15-7 5 0,3 11 4 15,-1 1-12-15,-2 5 3 0,-1-2-25 0,0 4-29 16,-1 2-26-16,-4 2-21 0,1 0-23 15,2-2-26-15,-7 3-19 0,3-3-15 0,-4-5-24 16,0-5-129-16,-6 0-5 0,-2 7 0 16,-1-3 0-16,-5-2-124 0,-5 1-137 0,-6-2-91 15,-7 6-102-15,-6-4-119 0,-4-2-130 16,-10-1-124-16,-4-7 83 0,-7 0-669 0,-3-6-863 16</inkml:trace>
  <inkml:trace contextRef="#ctx0" brushRef="#br0" timeOffset="99410.96">21619 3670 3973 0,'-14'0'-137'0,"0"1"30"16,3 4 28-16,0 3 33 0,0 3 36 16,0 7 28-16,-1 14 27 0,5 4 15 15,3 5 15-15,4 3-1 0,9 15-5 16,3 3 15-16,9-1-2 0,6-1-11 0,11 10-8 16,9-5-27-16,7-7-32 0,5-7-53 15,-1-15-67-15,1-7-89 0,2-5-131 0,3-7-153 16,8-5-81-16,-1-7 60 0,3-7-170 15,-2-3-176-15</inkml:trace>
  <inkml:trace contextRef="#ctx0" brushRef="#br0" timeOffset="99660.84">23729 4028 2161 0,'0'0'202'0,"0"0"32"0,12 2 50 16,-12-2 25-16,11 12 16 0,-7-4-8 16,4 4-1-16,-3 5-34 0,1 4-12 0,-3 3-19 15,-3 1-24-15,0 3-23 0,0 8-20 16,-5 4-15-16,-4-5-22 0,-1 2-46 16,-3-5-53-16,-2-1-64 0,-3-1-85 15,-3-6-116-15,1 0-147 0,-5-5-183 0,-6-4-182 0,1-4 58 16,5-6-481-16,-2-3-618 15</inkml:trace>
  <inkml:trace contextRef="#ctx0" brushRef="#br0" timeOffset="103244.29">24535 3750 3015 0,'0'0'-91'0,"0"0"53"0,-17 2 47 15,17-2 39-15,0 0 13 0,0 0 11 0,-19-6 5 16,19 6-4-16,-7-8-5 0,7 8-11 16,0-8-4-16,0 8-10 0,1-13-5 0,-1 13-1 15,13-8-8-15,-2 2-2 0,-4 3 5 16,-7 3-8-16,18-4-4 0,-18 4-4 15,23 4 1-15,-10-3-3 0,-1 5 9 0,0-3 2 16,0 3 3-16,-3 0 12 0,3 2 7 16,-5 0 16-16,2-1 17 0,-3 2 14 0,-1-1 8 15,-2 1 13-15,1 1 8 16,-2 0 2-16,-4-1 4 0,0 4-6 0,-3 3-5 16,-2-3-9-16,2 1-4 0,-3 0-7 15,5 0-6-15,-4-5-9 0,1 2-7 16,3-2-5-16,1-2-11 0,-2-2-2 0,2 3-5 15,2-8-4-15,0 12-2 0,4-2-2 16,2-3 10-16,1 3 3 0,3 2 18 0,5 0-3 16,1 2 0-16,-2 1 0 0,0-4-8 15,1 3 3-15,-1-1-1 0,-5-1 8 0,-1-3 22 16,2 1-10-16,-7 1 20 0,3-3 21 16,-2 3 10-16,-4-1 8 0,-2-2-8 15,-2 3-11-15,-3 0-4 0,-3 0-13 0,-3-1-18 16,-5 2-10-16,2-2-9 15,-6 1-5-15,3-3-11 0,0 1-28 0,2-2-33 16,-2-4-31-16,2 1-69 0,1-6-60 16,-2 0-64-16,4 0-57 0,1-3-75 0,2 0-75 15,1 0-71-15,4 1-64 0,2-4-90 16,4 3-91-16,0 5 71 0,4-14-471 0,3 8-619 16</inkml:trace>
  <inkml:trace contextRef="#ctx0" brushRef="#br0" timeOffset="103430.02">24809 4110 2914 0,'12'0'-100'0,"-2"2"76"16,-10-2 60-16,14 5 54 0,-7 0 34 16,-2 0 57-16,1 3 16 0,0 0 19 15,-1 3 10-15,2 1 3 0,-4 2-4 0,1 1-7 16,0-1-8-16,-3 1-17 0,-1-3-18 16,0 5-16-16,-1-3-15 0,-1 3-12 0,-4-1-16 15,3-3-42-15,-6 2-41 0,4-1-50 16,-1-4-60-16,-1-2-99 0,-2-3-104 0,4 1-102 15,-4-3-129-15,9-3-184 0,0 0 63 16,-22-9-388-16,21 1-494 0</inkml:trace>
  <inkml:trace contextRef="#ctx0" brushRef="#br0" timeOffset="103664.01">25240 3680 3022 0,'3'-13'114'0,"-1"6"63"0,-2 2 26 15,0 5 8-15,0 0-9 0,0-10-8 16,0 10 26-16,0 0 28 0,0 0 1 0,1 26-9 16,-1-9 0-16,-3 5-14 0,0 4-34 15,1 9-16-15,-2 0-16 0,4 5-14 0,-1-4-17 16,-1 2-13-16,0 1-11 0,0-8-33 16,0-5-43-16,2-6-49 0,2 4-44 0,0-5-70 15,0-2-73-15,1-3-77 0,-3-2-71 16,6-7-114-16,-1-2-142 0,-5-3-104 15,12-1 73-15,-12 1-436 0,24-16-550 16</inkml:trace>
  <inkml:trace contextRef="#ctx0" brushRef="#br0" timeOffset="103913.05">25543 3534 2770 0,'0'-13'14'0,"-4"5"80"15,4 1 47-15,0 7 33 0,0-10 20 16,0 10 17-16,0 0 33 0,0 0 27 0,0 0 40 15,29 14 27-15,-10 6-5 0,4 8-12 16,1 7-14-16,1 5-11 0,0 5-22 16,-3 1-22-16,-10 4-24 0,2-1-23 15,-6 3-20-15,-6-7-16 0,-2 1-23 0,-6 7-19 16,-1-10-28-16,-4-5-49 0,-1 8-48 16,-6-12-70-16,-2 4-71 0,-2-7-73 0,-3-6-83 15,-1-3-100-15,-5-5-108 0,-1-5-138 16,-4-5-165-16,-2-1 80 0,4-5-625 0,-11-6-805 15</inkml:trace>
  <inkml:trace contextRef="#ctx0" brushRef="#br0" timeOffset="104160.21">24417 3484 3841 0,'-42'21'-88'16,"-4"5"52"-16,1 9 33 0,-1 6 26 16,4 7 39-16,0-2 23 0,5 7 12 15,10 1-5-15,2 4 12 0,7 6-6 0,11-2-11 16,5 1-9-16,11-4-5 0,12 2-7 16,8-3-6-16,16 12-38 0,3-8-45 0,4-3-51 15,4-5-68-15,-6-16-77 16,0-1-129-16,3-8-168 0,1-8-84 0,-1-7 68 15,-7-6-219-15,3-8-241 0</inkml:trace>
  <inkml:trace contextRef="#ctx0" brushRef="#br0" timeOffset="104395">26290 3959 2355 0,'0'0'182'0,"14"8"65"15,-8-1 36-15,-3 3 27 0,5 2 16 16,1 8 8-16,1 10-22 0,-2 3-13 16,-5 2-21-16,3 2-25 0,-6 3-22 0,-2-2-25 15,-4 4-22-15,-3-2-19 0,-6 9-39 16,0-3-49-16,-5-1-52 0,-1-1-67 16,1-5-100-16,-7-3-142 0,4-10-172 0,-2-1-192 15,-4-4-71-15,2-6 75 0,5-6-464 16,-1-4-578-16</inkml:trace>
  <inkml:trace contextRef="#ctx0" brushRef="#br0" timeOffset="107259.2">27302 3709 2902 0,'0'0'-82'0,"-2"-10"39"0,2 10 27 16,0 0 34-16,-4-6 21 0,4 6 3 16,0 0 32-16,0 0 29 0,0 0 9 15,-16 17 30-15,9-3 20 0,2 1-7 0,-3 5 6 16,3 0-4-16,-3 1-8 0,7-1-6 16,-2 2-14-16,3-5-9 0,0 4-7 15,3-4-10-15,0 2-6 0,5 0 4 0,-1-5 3 16,5 1 7-16,-3-5-9 0,2 0-7 15,1-1-4-15,3-2-9 0,-1-4-4 16,-1 1-9-16,0-6-3 0,-13 2-10 0,30-5-4 16,-16-2-4-16,1 1-7 0,3-5-2 15,-4 1-4-15,2-1-2 0,-3-3-4 0,-5 3-1 16,3 1 15-16,-3 3 3 0,-3 0-4 16,2 1-5-16,-2 1-6 0,-5 5-6 0,0 0 20 15,0 0 30-15,11 14 17 16,-11-2 0-16,0 0 15 0,0 8 5 0,2-3-23 15,-2 3-2-15,4 3-3 0,-2 2-10 16,1-1-10-16,-2-1-8 0,1 0 3 16,0-4-13-16,2 0-9 0,-4-5-33 0,2-1-57 15,0-1-49-15,-1 0-54 0,-1-2-70 16,4-1-75-16,-2-1-91 0,-2-4-97 0,0-4-88 16,5 5-154-16,-5-5 28 0,0 0-541 15,0 0-705-15</inkml:trace>
  <inkml:trace contextRef="#ctx0" brushRef="#br0" timeOffset="107428.21">27721 4151 3279 0,'11'5'-49'0,"-10"2"75"0,-1-7 72 16,4 14 50-16,-4-4 51 15,-2 3 38-15,0 0 8 0,2 3 6 0,-1 2-2 16,-2-2-11-16,1 3-17 0,-2-2-19 16,2 0-24-16,1-1-12 0,-3 2-19 0,0-3-13 15,0 3-43-15,1-3-48 0,-1-1-58 16,-1-4-68-16,4 2-94 0,-3-4-112 0,-2-1-135 15,3-3-144-15,-5-1-146 0,8-3 64 16,-12 0-433-16,12 0-553 0</inkml:trace>
  <inkml:trace contextRef="#ctx0" brushRef="#br0" timeOffset="107827.49">28059 3856 3147 0,'10'-8'12'0,"-5"1"38"15,5 3 32-15,-5 1 34 0,-5 3 20 16,14-4 2-16,-14 4 1 0,0 0 0 0,17 7 4 16,-9-1-2-16,-3 4 6 0,3 1-4 15,-5 2-6-15,3 2-5 0,-4 2 1 0,-2 0-12 16,-2 0-9-16,-4 6-7 0,1-1-8 16,-4 9-10-16,-3-2 0 0,2-6-20 0,3-5-4 15,2-4-9-15,0 1-10 0,1-4 4 16,1 1-9-16,1 0-1 0,2-3 15 15,2 2 25-15,-1 1 23 0,5-2 32 16,0 2 20-16,0 1 8 0,1-2 12 16,3 3 6-16,0-2 1 0,-1 3 4 0,0-3 0 15,1 3-8-15,-2-3-8 0,-3 0-14 16,3-1-7-16,-5 0-77 0,2-1-70 0,-3 0 0 16,0-1 0-16,-2 1 0 0,-2 1 0 15,-5-1 0-15,2 2 0 0,-3-4 0 0,-3 2 0 16,1-3 0-16,1 0 0 0,-2-2-147 15,-3-3-325-15,3 0-94 0,11-2-121 16,-19-10-134-16,13-3 10 0,0-8 86 16,6-2-623-16,6-18-802 0</inkml:trace>
  <inkml:trace contextRef="#ctx0" brushRef="#br0" timeOffset="108027.55">28436 3643 3625 0,'13'-13'-44'0,"-1"3"36"15,-1 3 42-15,-1 1 48 0,-2 6 45 16,-8 0 46-16,24 7 35 0,-6 5 48 0,3 9 41 15,-3 8 16-15,9 8 15 0,-6 9-5 16,-2 3-14-16,-5 6-19 0,-11 2-21 16,-3 4-34-16,-7 4-21 0,-11-1-21 0,0-1-19 15,-7-1-11-15,0-4-31 0,0-5-48 16,-2-3-49-16,1-4-89 0,2-3-77 16,-3-4-83-16,4-13-88 0,-2 0-115 15,-4-6-111-15,-1-5-149 0,-5-5-126 0,-1-6 71 16,2-4-613-16,-8-4-800 0</inkml:trace>
  <inkml:trace contextRef="#ctx0" brushRef="#br0" timeOffset="108295.96">27474 3299 3803 0,'-58'18'-102'0,"1"7"55"15,-19 17 51-15,0 8 49 16,2 12 52-16,7 5 35 0,6 3 34 0,10 6 27 16,6 4 12-16,13 2 3 0,14 2-8 15,7-14-8-15,16-1-19 0,8-1-17 16,10-4-16-16,20 9-9 0,11-8-14 0,11-9-17 16,10-10-16-16,0-12-36 0,-5-13-57 15,2-6-59-15,-2-4-97 0,-7-9-119 0,-12-4-126 16,7-7-148-16,-17 1-179 0,-5-6 64 15,-5-2-471-15,-10 1-605 0</inkml:trace>
  <inkml:trace contextRef="#ctx0" brushRef="#br0" timeOffset="108975.89">17292 4220 3006 0,'-30'6'-2'0,"-6"1"55"0,0 2 74 16,0-2 42-16,10-1 36 0,5-4 21 16,6 2 20-16,4-2 7 0,-2 1 2 0,13-3 13 15,-7 4 36-15,7-4 13 0,0 0-6 16,0 0-22-16,57-6-27 0,-11-1-23 0,16-3-42 15,10-2-18-15,23-9-25 0,-2 2-56 16,2-3-90-16,-18 11-98 0,0-3-98 16,-2 0-123-16,-3 2-142 0,-7-4-159 0,-4 3-207 15,-13-3 78-15,-16 4 84 0,-8 2-463 16,-12 1-589-16</inkml:trace>
  <inkml:trace contextRef="#ctx0" brushRef="#br0" timeOffset="109209.88">17983 3909 3199 0,'0'0'45'0,"-5"4"24"16,5-4 12-16,-4 8 50 0,4-8 39 15,9 12 39-15,1-2 23 0,9 4 19 0,8 5 10 16,7 8 20-16,3 0-12 0,2 6-30 16,-3 2-17-16,-1-3-24 0,-7 4-9 15,-6-7-16-15,-8 2-9 0,-2 0-11 16,-4 2-18-16,-10-6-10 0,-4 6-9 0,-6 1-21 15,-2 0-22-15,-11 2-47 0,-8 2-67 16,-3-4-49-16,-6 1-77 0,2-4-85 16,-2-2-112-16,-2-5-121 0,2-2-153 0,8-5-130 15,4-5 80-15,-1-3-541 0,8-4-691 16</inkml:trace>
  <inkml:trace contextRef="#ctx0" brushRef="#br0" timeOffset="109495.08">17246 4803 3571 0,'-29'9'19'0,"11"0"50"16,0-2 13-16,7-1 4 0,5-2 35 0,0-1 44 15,6-3 48-15,0 0 23 0,0 0 12 16,48 0-11-16,6-11-19 0,10-5-52 0,30-7-15 16,5-7-24-16,3 0-47 0,5-5-57 15,-1 5-75-15,-2-3-77 0,-5 1-97 16,-10 2-96-16,-6 0-130 0,-22 5-159 16,-11 5-62-16,-3-1 70 0,-19 9-330 15,-8 0-414-15</inkml:trace>
  <inkml:trace contextRef="#ctx0" brushRef="#br0" timeOffset="110275.59">18062 3980 2754 0,'-22'-20'52'0,"6"9"43"0,-4 0 26 16,-1 1 18-16,3 2 18 0,-5 2 18 15,3 4 8-15,2-1 0 0,-4 3-5 0,6 4-9 16,0 1-13-16,3 3-9 0,1 3 2 16,8 7 18-16,4-1 17 0,4 16 12 0,8 1 1 15,17 8-5-15,7-3-14 0,13 3-7 16,18 5-16-16,5-1-12 0,2-5-15 16,1-3-12-16,-16-7-16 0,-2 0-27 0,-6 0 0 15,-5 0-11-15,-6 2-7 0,-19-6 1 16,-8 5 8-16,-4 2 19 0,-14 5 17 15,-8 6 17-15,-8 2 16 0,-10 4 7 0,-5-3 2 16,-15 16-8-16,-9-2-9 0,-1-2-9 16,0-6-11-16,2 1-77 0,16-15-28 15,1-1 0-15,4-2 0 0,3-2 0 0,13-9 0 16,5-2 0-16,-1-7 0 0,7-1-23 16,4-3-259-16,-4-1-101 0,10-2-123 0,-5-3-122 15,6-1-187-15,0-6 3 0,0 0 84 16,0 0-637-16,0 0-820 0</inkml:trace>
  <inkml:trace contextRef="#ctx0" brushRef="#br0" timeOffset="110994.57">18576 5409 3543 0,'-25'7'-44'0,"7"-3"45"0,2 0 30 0,5-2 19 16,3 2 13-16,0-2-9 0,8-2 28 15,0 0 37-15,0 0 27 0,0 0 13 16,36 2-1-16,5-8-14 0,13-1-11 0,10-1-12 15,8-2-17-15,11-4-8 0,25-1-17 16,-10-6-32-16,2 4-30 0,-3-2-32 0,-2 0-35 16,-23 7-46-16,-2-1-49 0,-7 0-38 15,-10 5-38-15,-13 1-46 0,-11 4-31 16,-9 1-15-16,-4 0-23 0,-4 2-68 16,-5 2-125-16,-2 1 44 0,-5-3-114 0,10 11-99 15</inkml:trace>
  <inkml:trace contextRef="#ctx0" brushRef="#br0" timeOffset="111332.16">22333 4925 1947 0,'-36'5'181'0,"7"-4"28"0,4 1 34 0,4 0 15 16,6 0-4-16,3-2-17 0,3 1-3 16,9-1 11-16,0 0 9 0,0 0-5 0,0 0-16 15,36-5-22-15,7-3-22 0,21 0-19 16,4 2-30-16,8-6-38 0,3-1-53 15,-4 5-59-15,4 0-77 0,-9-1-81 0,-1 3-91 16,-22 1-76-16,-4 2-97 16,-11 1-132-16,-10 0-53 0,-2 2 76 0,-11 0-273 15,-3 0-300-15</inkml:trace>
  <inkml:trace contextRef="#ctx0" brushRef="#br0" timeOffset="111792.33">24029 5138 2521 0,'-10'7'130'0,"8"-3"-16"0,2 0 14 16,0-4-7-16,15 4-4 0,8-4-7 0,17-3-10 16,19-4-2-16,4 1-13 0,7-7-13 15,13-1-4-15,19-5-42 0,2 2-71 0,-4 0-97 16,-1-3-129-16,7-1-173 0,-4-1-95 15,2-1 62-15,6 0-126 0,6 2-102 0</inkml:trace>
  <inkml:trace contextRef="#ctx0" brushRef="#br0" timeOffset="112059.98">26818 4801 1840 0,'-2'6'202'0,"7"-1"8"15,-5-5-6-15,22 6-1 0,1-6 5 16,18-2-23-16,20-3-15 0,9-3-20 16,5-3-19-16,22-4-8 0,5-1-10 15,-5-2-18-15,0 0-31 0,-4-2-37 0,-18 4-50 16,1-2-47-16,-3 2-50 0,-6 3-57 15,-6-6-100-15,-11 1-109 0,-13 5-161 0,-4-3 54 16,-13 5-130-16,-6-1-122 0</inkml:trace>
  <inkml:trace contextRef="#ctx0" brushRef="#br0" timeOffset="115042.49">25846 6371 3676 0,'0'0'274'0,"0"0"-97"16,0 0-21-16,-18-17 5 0,14 7-21 0,2-6-23 15,-3 1-13-15,8-6-13 0,-1-3-9 16,5-8-5-16,3-2-7 0,3-1-6 0,2 3-12 16,8-12-2-16,0-3-6 0,4 2-7 15,-1-1-5-15,3-2-5 0,-1 2-4 16,-1 0-14-16,-2 3-6 0,-2-1-2 0,-6 13-3 15,-1-1-2-15,-7 8 2 0,-2 5 0 16,-3 4 0-16,0 3-2 0,-2 2-3 16,-2 1 0-16,0 4 1 0,0 5 2 15,0 0 1-15,0 0 1 0,0 0-2 0,0 0 1 16,-12 22 3-16,12-8 0 0,2-1 1 16,2 6 2-16,2 2 19 0,5 8 10 0,7 1 13 15,-1-1 8-15,0 2 9 0,3-2-6 16,9 3 2-16,-10-4 3 0,1-3 0 0,-5 1-1 15,0-2 3-15,-2-4 4 0,-3-3 2 16,-2-3 2-16,-4 1-2 0,-3 2 4 16,3-5-5-16,-6 2 2 0,4-5-4 0,-4 3 0 15,0-4-16-15,-1 2 0 0,-6-3-4 16,4 1-2-16,-3-4-11 0,-1-1-8 16,-1-3-8-16,10 0-48 0,-18-3-62 0,6-3-75 15,0-2-93-15,3-4-91 0,1-3-64 16,4-6-60-16,6-1-15 0,3-11-12 0,8 0 11 15,6 0 38-15,10 1-614 0</inkml:trace>
  <inkml:trace contextRef="#ctx0" brushRef="#br0" timeOffset="115307.44">26387 5835 2666 0,'18'-15'-110'0,"-5"1"73"16,-3 4 46-16,-4 6 27 0,-5 2 48 0,-1 2 52 15,0 0 37-15,0 0 31 0,10 16 10 16,-12-8 13-16,2 3 4 0,0 4-2 16,-4-1-10-16,2 3-8 0,6-2-12 0,-4-1-18 15,4 2-4-15,-1-3-9 0,6-1-5 16,0-2-6-16,4-3 6 0,3 1-11 15,0-8-16-15,5 0-11 0,2-3-15 0,2-2-11 16,6-4-3-16,-2-6-10 0,-4 1-10 16,-1 2-9-16,-11 0 13 0,0-1-5 0,-5 1-9 15,-6-5 0-15,-2 5-9 0,-8-9-8 16,-7-6-4-16,-6 0-9 0,-6 2 1 0,4 3-7 16,-2 1-10-16,1 0-4 0,7 9 0 15,0-1-39-15,5 5-53 0,1 0-62 0,1 5-70 16,-1 1-91-16,3 2-95 0,8 0-96 15,-15 7-104-15,9 0-129 0,2 3 51 16,4 0-560-16,0-1-695 0</inkml:trace>
  <inkml:trace contextRef="#ctx0" brushRef="#br0" timeOffset="116608.06">26755 5966 3295 0,'5'6'-70'15,"-2"0"35"-15,1-4 36 0,-4-2 51 16,4 6 46-16,-4-6 36 0,0 0 19 0,0 0 3 15,0 0-12-15,21-11-7 0,-14 6-17 16,4-5-14-16,3-1-8 0,1-6-11 0,5-5-9 16,-2-2-5-16,-2-3-1 0,-2-3 3 15,-2-3-4-15,0-6-8 0,-3-11-3 16,-3-1-7-16,0-2-4 0,-1-1-8 16,-5 7 12-16,0 4 3 0,-3 2-3 15,1 3 7-15,0 11 3 0,2 3-2 0,-2 8-8 16,0 3-1-16,0 1-10 0,2 5-3 15,-4 5-5-15,4 2 0 0,0 0 0 0,-19 19-5 16,16-4 2-16,-1 8-5 0,-3 13 25 16,4 1 5-16,1 3-2 0,2 1-2 0,4 0-12 15,-1-1 2-15,9-3-6 0,-1-2-3 16,3 0-2-16,3-6-2 0,0-4-2 16,0-2 0-16,-3-5-4 0,3-6-2 15,-4-1 5-15,0-3-5 0,3-4-4 0,-1-3 3 16,1-2 0-16,-2-1-6 0,4-5 0 15,-2 0 0-15,4-3-5 0,-2-2 1 0,-4-1 0 16,2 2-2-16,-3 1 0 0,-4 0 3 16,-1 5 6-16,-2 1-3 0,1 0-2 0,-7 4 3 15,0 0 0-15,0 0-4 0,0 0-3 16,11 15-1-16,-11-5 2 0,2 0-2 16,-2-1-2-16,5 4 2 0,-3-4 1 0,-2 2 2 15,2-1-4-15,-1-1-3 0,3 2 2 16,0-3 7-16,-2-3-4 0,-2-5 11 0,11 9-5 15,-3-8-8-15,-8-1 1 0,0 0-10 16,32-10 3-16,-19 2 5 0,1-4-4 16,3-2 6-16,-5-1-4 0,1-4-3 15,-4 2 1-15,1-1 3 0,-2 5-1 0,-1 3 1 16,-1-2 5-16,-3 6 1 0,0-1-3 16,1 3 1-16,-4 4 4 0,0 0-3 0,0 0-5 15,0 0 0-15,0 0 7 0,0 0-2 16,0 0 0-16,3 21-2 0,-3-13-8 0,2 0 5 15,0 1 13-15,0-1-16 0,0-2 2 16,1 4-7-16,3-3-17 0,1-1-27 16,-4 0-32-16,5-6-40 0,-8 0-53 0,19 3-40 15,-4-6-23-15,6-5-21 0,10-5-17 16,-1-1-4-16,-1-5 14 0,5-10 19 16,-6-2 27-16,-7 0 20 0,0-10 31 15,-3-5 33-15,-6-7 40 0,-2-5 43 0,-2-8 35 16,-4-4 42-16,-1-5 28 0,-1 3 7 15,-2 1 28-15,-2 4 22 0,2 9 26 0,-1 20 13 16,-3 3-7-16,2 12-7 0,-2 6-13 16,-2 9 16-16,2 8 13 0,4 0 10 0,-9 17-20 15,2 5 1-15,-4 11 0 0,6 9-2 16,-1 3-16-16,4 1-7 0,4 10-14 0,8 1-2 16,2-3-11-16,0 2-11 0,10-6-13 15,-6-3-4-15,7-1-6 0,-1-7-9 16,-8-10-27-16,0-6-33 0,-3 0-31 15,0-7-27-15,-4-3-19 0,-1-2-13 0,-3-1-8 16,1-3-6-16,-6 0-4 0,-2-2-11 16,1 0-2-16,-7-4 10 0,10-1 16 15,-19-3 12-15,3-5 9 0,3-5 18 0,-1-10 12 16,2 0 18-16,6 3 24 0,1-4 15 16,3 2 17-16,2 2 7 0,2 3 9 0,-1 1 7 15,5 1 1-15,-1 3 5 0,6 2 7 16,0 0-5-16,2 1 13 0,1 2-5 0,2-1 1 15,5-1-6-15,3 2 4 0,-4 1 3 16,3-1 4-16,-4 0-4 0,4 0 0 16,-2 0-11-16,-4 4 0 0,0 1-3 15,-3 0 4-15,-1 4-5 0,-1 2 3 0,-1 4-3 16,-2 0 0-16,-1 5 0 0,2-2-5 16,1 5-7-16,-3 1-1 0,-2-2-2 0,-1 2-3 15,-1 0 4-15,-1-1-9 0,3 1-3 16,1-3-1-16,-6-1-7 0,5 2 1 15,-2-6 0-15,-1 2-18 0,1-1-20 0,0-2-24 16,-1 0-17-16,2-3-21 0,2-1-14 16,-7-4-13-16,8 6-17 0,-8-6-27 0,7 2 9 15,-7-2 8-15,0 0 16 16,18-10 11-16,-11 6 10 0,0 1 6 0,0 0 18 16,-1-1 7-16,-6 4 18 0,9-3 39 15,-9 3 32-15,7-6 25 0,-7 6 24 0,7-4 18 16,-7 4 11-16,3-4-1 0,-3 4-2 15,0 0 4-15,10-6-18 0,-10 6-10 0,3-4-7 16,-3 4-2-16,6-7-11 0,-3 3-15 16,-3 4-50-16,11-10-63 0,-4 2-69 0,-1 4-100 15,-1-3-94-15,2 3-92 0,2-4-123 16,0 4-65-16,5 2 33 0,1 2-382 16,6 2-453-16</inkml:trace>
  <inkml:trace contextRef="#ctx0" brushRef="#br0" timeOffset="116857.48">28724 5614 2554 0,'-15'11'1'16,"-4"1"49"-16,-8 7 44 0,-17 3 40 15,-4 7 49-15,-9 0 37 0,-22 8 32 0,-13 4 17 16,-10-1 13-16,-6 6 1 0,-12 5-10 16,-7 2 17-16,-41 14-11 0,-1-3-11 0,36-14-7 15,2-3-28-15,9-1-19 0,17-3-20 16,15-4-24-16,29-15-16 0,14-4-15 0,15-4-20 15,3-7-8-15,10 0-9 0,4-2-18 16,7-2-31-16,0-3-55 0,8-2-70 16,0 0-66-16,0 0-64 0,0 0-67 15,0 0-74-15,0 0-60 0,0 0-82 0,22-19-84 16,-19 14-124-16,-1 0 58 0,2 0-540 16,-4 5-641-16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11-16T02:52:20"/>
    </inkml:context>
    <inkml:brush xml:id="br0">
      <inkml:brushProperty name="width" value="0.05292" units="cm"/>
      <inkml:brushProperty name="height" value="0.05292" units="cm"/>
      <inkml:brushProperty name="color" value="#FF0000"/>
    </inkml:brush>
  </inkml:definitions>
  <inkml:trace contextRef="#ctx0" brushRef="#br0">25429 3866 1944 0,'-2'-11'131'0,"2"2"-1"0,0-2 8 15,-3 5-11-15,3-1-9 16,0 7-1-16,-3-10-12 0,3 10-14 0,-2-10-21 16,2 10-8-16,0 0 4 0,0 0 25 15,0 0 22-15,-9 33 8 0,5-9 17 16,-1 19 17-16,-4 15 15 0,4 12 24 0,-3 8 9 16,3 28-1-16,-2 8-1 0,-4 1-10 15,6 5-5-15,-4 3-33 0,-3 2-10 0,2 2-10 16,7-7 12-16,-1-5-7 0,2-5-12 15,0-25 18-15,2-5 29 0,0-7-20 0,0-3-3 16,-2-8-8-16,2-4-14 16,-3-14-10-16,3-3-9 0,-3-9-16 0,3-8-2 15,-2-4-17-15,0-3-7 0,-2-1-38 16,4-4-31-16,-3-4-61 0,1-1-64 0,0-5-67 16,2-2-81-16,0 0-84 0,0 0-92 15,-7-32-103-15,9 2-168 0,-1-13 3 0,5-19 86 16,-1-4-481-16,6-3-582 0</inkml:trace>
  <inkml:trace contextRef="#ctx0" brushRef="#br0" timeOffset="1000.57">25546 3813 2887 0,'-12'4'-146'0,"2"-3"22"0,1 1 28 16,9-2 33-16,-14 3 23 0,14-3 19 16,-9 2 7-16,9-2 12 0,0 0 4 0,-10 2 2 15,10-2 0-15,0 0 2 0,0 0 0 16,0 0-2-16,46 4 3 0,-1-1 0 0,25-6 0 16,13 3 0-16,31 0-4 0,14-1 3 15,11-6 1-15,18 1-1 0,7-1-1 0,5-1-1 16,3 2 0-16,2-2-1 0,-5 3 1 15,-8-1-2-15,-4 3 2 0,-11 0-1 16,-12 3 1-16,-14 0-1 0,-30 0-4 0,-9 3 1 16,-10-2 1-16,-15 1 1 15,-13 0-4-15,-7-2 3 0,-9 0 2 0,-6 0-1 16,-4 0 0-16,-1 0 9 0,-3 0 9 16,-1 0 5-16,-12 0 5 0,16 0 0 0,-6 0-4 15,-10 0 3-15,13 2-4 0,-13-2-3 16,10 3-3-16,-5 1 1 0,0 0-2 15,-2 6 5-15,1 6 15 0,-2 8 20 0,0 18 4 16,-4 16 14-16,-4 13 12 0,3 12 17 16,-2 27 8-16,1 3-15 0,3 3 8 15,1 2 9-15,3 0 17 0,2-7 7 0,0-1-7 16,3-2 3-16,-3-9 1 0,7-2-11 0,-4-22 1 16,-1-3 16-16,2-6-6 15,-2-4-9-15,-2-5-2 0,-3-14-8 0,0-2-9 16,0-12-13-16,-2-4-9 0,2-4-4 15,-2-1-14-15,2-7-2 0,-2 1-9 0,0 0-2 16,0-5-4-16,2 1-3 0,-2-2 3 16,0-1 4-16,0-7 1 0,0 12 6 15,0-12-9-15,1 6-6 0,-1-6-5 0,0 0-4 16,0 0-4-16,0 0-2 0,0 0-6 16,0 0-3-16,0 0 2 0,0 0-7 15,0 0-6-15,0 0 0 0,0 0 0 16,0 0-3-16,-23-1 2 0,10 2-5 0,-1 1-2 15,-11 0 1-15,-11 2 1 0,-11-1-2 16,-3 0 1-16,-14 3 2 0,-5-3-5 0,-7-1 0 16,-4 4-4-16,-29 1 3 0,-2 4-12 15,-11 0 1-15,-11 5-1 0,-5-1 4 0,-9 2-6 16,-2 2 1-16,-1 3 7 0,1-1 1 16,8 0-1-16,4-3 2 0,9-3 6 15,6 5-14-15,10 1 8 0,11-7 1 0,26-1-2 16,11-5 2-16,15 0 22 0,10-3 11 15,8-2 18-15,6 2-2 0,9-1-7 16,-4-4 2-16,7 4-10 0,-1-4 4 16,3 4-8-16,11-4-1 0,-19 0-1 0,19 0-5 15,-17 2-8-15,17-2 2 0,-17-2-3 16,17 2-16-16,-15-2-8 0,15 2-28 0,-10-3-30 16,2 0-41-16,8 3-47 0,-9-7-59 15,6 2-76-15,-2-2-82 0,1-3-86 0,4 3-105 16,4-5-135-16,2-4 58 0,2-4-477 15,1-6-588-15</inkml:trace>
  <inkml:trace contextRef="#ctx0" brushRef="#br0" timeOffset="1499.87">25865 4502 2828 0,'-13'-6'-158'15,"0"1"29"-15,-2-1 30 0,3 3 35 0,1 1 42 16,0-1 19-16,-1 1 20 0,1-2 12 16,0 3 6-16,11 1 1 0,-14-4-4 15,14 4-1-15,-10 0 1 0,10 0 2 0,0 0 3 16,0 0 11-16,0 0 4 0,53 0 3 16,-3-3-4-16,25 6 2 0,12-6-9 0,39 0 1 15,11 1-2-15,15-3-5 0,12 3-5 16,6-1-5-16,5-2-3 0,5 3-1 0,-5-2-1 15,-4 4-5-15,-15-3-4 0,-9 0-1 16,-18 1-1-16,-14-3 1 0,-35 1-1 16,-10 1-6-16,-21-2 5 0,-8 1 1 15,-12 1-1-15,-8-2 0 0,-6 1 3 16,-3 1-4-16,-8-1-5 0,-4 4 2 0,0 0-5 16,0 0-30-16,-24-12-28 0,3 12-38 15,-8 0-47-15,-14 2-87 0,-9 2-91 0,-10 2-183 16,-3 3 35-16,-3 1-55 0,-9 0-26 15</inkml:trace>
  <inkml:trace contextRef="#ctx0" brushRef="#br0" timeOffset="1836.99">25185 5163 1369 0,'-28'7'15'16,"3"-2"4"-16,5-1 8 0,4 1 18 0,4-3 35 16,3 0 22-16,-1 0-2 0,10-2 2 15,0 0 9-15,0 0 19 0,0 0 10 0,56-2 1 16,10-4-8-16,16-6-1 0,39-4-19 16,15 3-14-16,11-4-8 0,17 2-9 0,53-5-5 15,-42 8-7-15,50-5-12 16,-55 5-5-16,2 0-2 0,-9 1-7 0,-9-1 0 15,-8 2-9-15,-15 2 1 0,-15-1-2 16,-34 0-9-16,-13 5-5 0,-21-2-4 16,-9 1-16-16,-12 0-15 0,-5 0-20 0,-11 1-16 15,-8 1-26-15,-3 3-27 0,0 0-37 16,0 0-49-16,-32-10-60 0,7 6-107 0,-11 1-131 16,-7 0-154-16,-4 3-138 0</inkml:trace>
  <inkml:trace contextRef="#ctx0" brushRef="#br0" timeOffset="2255.81">26321 4083 1874 0,'-9'-12'46'0,"1"1"9"16,4 3 22-16,-2 1 27 0,0 1 25 0,5 1 14 16,1 5 1-16,-6-6-20 15,6 6-15-15,0 0-17 0,0 0 39 0,0 0 8 0,-7 32 5 16,4 4 16-16,3 11 4 16,5 21 16-16,-4 14 7 0,5 25 1 0,1 9-10 15,1 3-13-15,-2 6-11 0,2 5-6 16,-5 4 4-16,5-1-4 0,-3-2-3 0,5-6 0 15,-2-9 4-15,3-6-11 0,1-8 17 16,-5-25-10-16,2-6 6 0,2-2-12 16,-8-8-8-16,3-5-11 0,-2-13-13 0,-3-5-7 15,1-9-14-15,0-7-6 0,0-5-9 16,0 0-2-16,-2-3-28 0,0-3-31 0,2-3-42 16,-4-2-55-16,2 0-67 15,0-6-71-15,0 0-78 0,0 0-77 0,0 0-81 16,-13-20-93-16,7-1-172 0,5-4 55 15,-6-14-528-15,7-2-662 0</inkml:trace>
  <inkml:trace contextRef="#ctx0" brushRef="#br0" timeOffset="2583.29">27074 4253 3190 0,'0'-18'-87'0,"-2"3"28"0,0 4 42 0,2 1 43 16,-2 3 20-16,2 7-3 0,0 0-6 16,0 0 36-16,0 0 46 0,0 0 29 15,-5 63 11-15,2 1 15 0,1 12 16 0,0 25 9 16,2 3-5-16,4 8-13 0,1-3-11 16,2 5-9-16,2 0 19 0,7-2 0 0,-1-6-8 15,0-7-10-15,2-6-24 0,-3-24-12 16,-5-4-10-16,2-7-15 0,-2-2-8 0,-4-13-4 15,-1-3-9-15,-1-5-14 0,1-8-9 16,-4-5 10-16,2-7-24 0,0 1-33 16,-2-4-30-16,2-2-40 0,-2-1-62 0,0-9-76 15,-4 7-95-15,4-7-92 0,0 0-117 16,0 0-161-16,-23-21-18 0,15 2 77 0,-6-10-450 16,0-7-527-16</inkml:trace>
  <inkml:trace contextRef="#ctx0" brushRef="#br0" timeOffset="3752.79">29624 3931 2696 0,'0'0'-68'0,"-10"-1"37"0,10 1 35 0,-17 7 43 15,6-1 37-15,-3 4 38 0,1-1 17 16,-3 5 20-16,0 9 10 0,-2 1 6 0,5 1 14 16,3-2-6-16,4-1-2 15,5-1-6-15,1-1-9 0,1 2-12 0,7-3-8 16,2 1-15-16,8 1-12 0,6-2-8 16,0-1-9-16,1-5-14 0,0-5-7 0,-3-2-7 15,2-2-8-15,-3-4-6 0,-1 0-6 16,5-2-5-16,-2-4-3 0,-2 0 7 15,-2-7-15-15,-3 3-5 0,2-11-1 0,-6-1 1 16,-4 3-7-16,-3-3 4 0,-3-4-11 16,-6-11-4-16,-1 4-3 0,-5-2-2 0,-5 3-5 15,-2 3-20-15,-2 3-17 0,-3 6-9 16,2 8-19-16,1 5-17 0,-3 3-35 0,0 4-37 16,-1 2-65-16,0 3-55 0,2 2-60 15,1 2-79-15,6-3-104 16,4 5-124-16,5-3 56 0,3-1-285 0,4 3-349 15</inkml:trace>
  <inkml:trace contextRef="#ctx0" brushRef="#br0" timeOffset="4333.14">30595 3941 2193 0,'-15'14'-65'0,"2"-2"39"15,0 5 37-15,-6 4 29 0,1 2 37 16,3 1 20-16,3-5 19 0,5-5 2 0,-1 1 21 15,5-1 10-15,-1 1 10 0,4-2-3 16,0 1 5-16,2-2-7 0,2-2-7 0,3 3-13 16,2-4-12-16,3 0-10 0,-3-2-9 15,5-2-8-15,-3 0-9 0,4-2-8 16,1-1-9-16,-1-2-2 0,-2 0-6 0,0-3-2 16,-1-1 1-16,1-4-9 0,-3-2-1 15,-2-1-2-15,-3-2-6 0,-3-3-5 0,0-1-11 16,-4-2-1-16,-1-3-16 15,-5-1-16-15,-4-3-14 0,-3 9-17 0,3 0-28 16,-4 5-11-16,-4 0-23 0,4 4-33 16,-4 5-30-16,3 0-36 0,2 0-51 0,-3 6-80 15,7-2-121-15,0 3-128 0,3 0 59 16,1 3-169-16,5 0-184 0</inkml:trace>
  <inkml:trace contextRef="#ctx0" brushRef="#br0" timeOffset="4884.27">31166 3955 1805 0,'0'0'-5'16,"0"0"48"-16,-35 19 31 0,14 0 37 15,-2 1 38-15,2 5 27 0,0-3 20 16,4 2 9-16,6-3 0 0,1-2 11 0,4-1 2 16,2-2-5-16,4-1-9 15,2-1-11-15,2 3-15 0,1-3-13 0,7 1-14 0,3-1-12 16,-1 0-14-16,5-4-11 15,2-1-13-15,0-3-10 0,2 0-9 0,1-2-8 16,-3-4-9-16,1 0-5 0,-4 0-2 16,5-4-7-16,-3-4-2 0,-6-4-6 0,2 3-7 15,-5-9-3-15,-3-1-6 0,-4-3-1 16,-2-2-7-16,-7-3 0 0,0-8-12 16,-8 2-21-16,-6 3-26 0,-8-4-26 0,3 9-44 15,-7 5-45-15,1 4-63 0,-5 9-76 16,-1-1-109-16,3 6-173 0,-3 8-83 15,9-2 75-15,-7 5-299 0,9 0-367 0</inkml:trace>
  <inkml:trace contextRef="#ctx0" brushRef="#br0" timeOffset="9383.37">30009 5264 2201 0,'0'0'-134'15,"0"0"24"-15,0 0 33 0,77 0 24 16,-25 2 27-16,22-2 12 0,6 0 14 15,5 0 6-15,4 0 7 0,3-2 8 16,-5 0 4-16,2-1 13 0,-3-2 8 0,-6 3 15 16,-6-4 18-16,-3 3 13 0,-10-2 4 15,-17 0 9-15,-6 0 9 0,-10 2 4 0,-5 1-4 16,-5-2-14-16,-5 2-5 0,1 1-17 16,-5-2-6-16,-2 1-41 0,-7 2-50 0,8-3-61 15,-8 3-72-15,0 0-107 0,0 0-157 16,-24-4-65-16,8 4-92 0,-3-2-74 0</inkml:trace>
  <inkml:trace contextRef="#ctx0" brushRef="#br0" timeOffset="10984.71">26393 7342 1818 0,'0'-7'118'0,"-2"-1"27"0,0-1 42 16,-2-1 48-16,3-1 30 0,-3-1 26 0,0 2 14 15,2-2 2-15,-1 3-1 0,1 1-11 16,-5 1-21-16,6 0-30 0,1 7-27 0,-6-8-26 16,6 8-20-16,0 0 16 0,0 0-10 15,-18 32-5-15,6-1 2 0,2 5-16 16,-4 15 3-16,1-1-7 0,4 1-10 16,4-9-10-16,2 1-11 0,-4-6-5 0,-3 3-11 15,8-7-11-15,1-6-1 0,-1-4-6 0,2-7-2 16,-2 1 4-16,0-5 8 0,-1 1 8 15,3-3 10-15,0-2 12 0,-2-1-26 16,2-7-103-16,0 9 0 0,0-9 0 0,0 0 0 16,0 0 0-16,0 0 0 0,-7-28 0 15,7 11 0-15,0-8 0 0,2-14 0 0,2-3 0 16,-1-11 0-16,6 8 0 0,-4 3 0 16,4 5 0-16,0 2 0 0,-6 12 0 0,3 6 0 15,-4 1 0-15,1 8 0 16,3 0 0-16,0 5 0 0,2 3 0 0,-8 0 0 15,18 7 0-15,0 3 0 0,5 8 0 16,1 2 0-16,1 3 0 0,2-1 0 0,5 7 0 16,0 0 0-16,-1-7 0 0,-4-1 0 15,0 0 0-15,-1-3 0 0,-3-1 0 0,-4-5 0 16,-5-3 0-16,-3-1 0 0,-2-2 0 16,-1-2 0-16,0 0 0 0,-3-4 0 0,-5 0 0 15,18-6 0-15,-11-1 0 0,2-2 0 16,4-8 0-16,-1-8 0 0,-1-6 0 0,3-5 0 15,-3-12 0-15,5-5 0 0,-3-4 0 16,1-1 0-16,-1-1 0 0,0 8 0 0,-7 12 0 16,2 6 0-16,-5 8 0 15,3 8 0-15,-4 2 0 0,1 5 0 0,-3 3 0 16,0 7 0-16,0-3 0 0,0 3-60 16,0 0-431-16,0 0-66 0,0 0-81 0,0 23-148 15,7-11-29-15,0 0 84 0,6 5-668 16,7 3-851-16</inkml:trace>
  <inkml:trace contextRef="#ctx0" brushRef="#br0" timeOffset="11199.37">27226 7409 3664 0,'-3'6'28'0,"-3"-1"52"0,-1-1 30 0,7-4 46 16,-3 4 60-16,3-4 56 0,0 0 34 15,-6 4 13-15,6-4-3 0,0 0-15 0,0 0-30 16,0 0-23-16,0 0-27 0,0 0-21 15,25-15-22-15,-10 8-18 0,4-3-20 0,10-1-50 16,3-4-74-16,3 1-72 0,-1-3-86 16,-2 6-88-16,0-3-104 0,-1-1-100 0,-8 4-113 15,-2 2-141-15,-1 3-48 0,-2 1 87 16,-4 1-533-16,-1 1-648 0</inkml:trace>
  <inkml:trace contextRef="#ctx0" brushRef="#br0" timeOffset="12032.61">27981 7149 3195 0,'-12'-10'-40'0,"5"5"40"16,-3 3 32-16,3-2 48 0,-3 2 45 0,10 2 25 15,-21 6 18-15,6 0 5 0,-5 2 9 16,6 3 0-16,-4-1 0 0,3 4-1 0,0-5-13 15,2 4-14-15,3-3-10 0,2 1-14 16,2-1-1-16,3-2 2 0,-3 0 5 16,6 0-8-16,0-1-3 0,0-7-12 15,8 10-5-15,-5-8-9 0,8-1-11 0,-11-1-6 16,22-1-10-16,-7-4-9 0,7-4 1 16,3-5-15-16,0-1 0 0,0-4-5 0,0-1-7 15,-2-4-4-15,-4-1 4 0,-2-1-7 16,-4-3-3-16,-1 0-2 0,-4 0-3 0,-5 2-2 15,-3 5-6-15,0 3-3 0,-1 0 2 16,-7 0 0-16,-2 1-10 0,-1 9 0 0,-7-1-1 16,0 8-4-16,-7 4 3 0,-11 6-1 15,-10 11 3-15,1 10-3 0,-4 9 4 16,-6 16 2-16,2 7-5 0,7 1 3 16,12-6 6-16,5 1 8 0,6 4 3 15,10-1 0-15,6-2 6 0,11-1 5 0,7-6-5 16,14 2 22-16,5-6 21 0,12-5 9 15,8-5 1-15,7-4 1 0,6-6-4 0,0-6-2 16,-2-6-4-16,0-5-7 0,-16-8-4 16,1-2-3-16,-3-7 5 0,9-5 0 0,-2-7-4 15,-7-1-3-15,2-9-13 0,-4 0-42 16,-5-10 0-16,-1-2 0 0,-7-5 0 0,1-2 0 16,-10-3 0-16,-2-7 0 0,-3-1 0 15,-9-3 0-15,-8-3 0 0,-7 2 0 16,-4-1 0-16,-9 6 0 0,-5 3 0 0,-6 9 0 15,-4 5 0-15,-4 12 0 0,-4 12 0 16,4 5 0-16,-4 12 0 0,1 2 0 16,-11 8 0-16,5 3 0 0,0 8 0 0,3 4 0 15,4 5 0-15,6 2 0 0,5 0 0 16,10-3 0-16,7-1 0 0,2-4-55 0,4 1-22 16,7-7 2-16,1-1-7 0,4 1-2 15,1-3 1-15,-1 0 6 0,4-3 10 0,-1 0 7 16,-4 0 8-16,3-3 10 0,-2-1 13 15,0-1 22-15,0 0 26 0,-1 0 19 0,1-2 7 16,-2-5 5-16,4 7 11 16,-4-7-10-16,2 9-7 0,-2-9-1 0,2 6-1 15,-2-6-8-15,2 6-2 0,-2-6-6 16,1 4-3-16,-1-4-3 0,0 0-6 0,0 0-4 16,0 9-34-16,0-9-44 0,0 8-17 15,2-2-27-15,1 2-34 0,-1 7-36 16,0 3-40-16,1 7-44 0,1-2-46 0,2 12-54 15,3 2-54-15,-1-1-85 0,3 3-107 16,7 4-94-16,0 1 75 0,4-5-490 16,-3-9-590-16</inkml:trace>
  <inkml:trace contextRef="#ctx0" brushRef="#br0" timeOffset="12487.23">28141 7870 2981 0,'-9'-9'-95'16,"-3"1"19"-16,4-1 28 0,1 3 26 0,-1-3 25 15,2 1 18-15,-1 1 13 0,1-3 9 16,0 2 9-16,1 0 16 0,-2-2 23 0,4 1 30 16,-5-2 25-16,5 2 29 0,-3 0 17 15,2-2 10-15,-2 4 3 0,2 0 1 0,1 1 1 16,-1 0-16-16,0 2-19 15,4 4-23-15,-5-8-13 0,5 8-3 0,0 0 16 16,0 0 2-16,-20 29 17 0,13-11 3 16,-5 13 10-16,1 2 15 0,2 1-8 0,0 5-8 15,4 2-10-15,-3 3-16 0,5-1-12 16,-1 1-15-16,2-3-11 0,-2 0-10 0,4-2-7 16,0-3-12-16,0-5-10 0,-2-6 3 15,2 1 10-15,0-5 3 0,-1-2 0 0,-2-1-7 16,3-1-86-16,-2-4 0 0,-2 3 0 15,-1-3 0-15,-3-1 0 0,-2 2 0 16,-1-2 0-16,-4 0 0 0,-4-2 0 16,-2-1 0-16,-1-2 0 0,-5-1 0 0,0-5 0 15,-4-1 0-15,-5-5 0 0,-2-1 0 16,9-1 0-16,-3-1 0 0,9-1 0 16,4 4-115-16,3 0-391 0,3 0-152 0,2 0-170 15,8-1-20-15,-2 2 92 0,5 4-768 16,14-14-968-16</inkml:trace>
  <inkml:trace contextRef="#ctx0" brushRef="#br0" timeOffset="13016.76">28250 8340 3905 0,'0'0'-14'0,"0"0"68"0,13-8 46 15,-13 8 45-15,7-9 51 0,-3 4 30 16,2-6 11-16,4-1-4 0,1-3-18 0,4-8-18 15,-4 3-19-15,9-7-15 0,-4-2-16 16,2-4-13-16,0 0-19 0,4-9-12 16,3-3-12-16,-2-5-11 0,0 0-8 0,-5-1-12 15,5 1-3-15,-5 4-10 0,-7 11 0 16,-2 9-7-16,-1 3-4 0,-4 6-6 0,2 5-6 16,-6 4 0-16,0 4-7 0,0 4-5 15,0 0 4-15,-20 18 4 0,8-2 1 16,-6 12 5-16,1 0-3 0,3 5 4 15,3 2-5-15,4 1-7 0,1-4 2 0,4-3 0 16,2-7-5-16,3 2 2 0,4-4 0 16,0-2-8-16,4 0-2 0,5-5-2 0,-1-3 3 15,2-4-4-15,0-4 4 0,2-4-3 16,5-2-1-16,4-8-1 0,-1-3 1 0,-1-3 5 16,-1-1-2-16,-2-6 0 0,-4 1 2 15,2-7 12-15,-4-2 1 0,0 1 19 0,-2 1 14 16,-2 4 10-16,-2 5 19 0,-4 8 0 15,-2 1-4-15,1 6-5 0,-2-1-13 0,-1 4-1 16,-3 4 4-16,0 0 4 16,0 0-1-16,0 0-6 0,0 23-5 0,-5-9-48 15,1 3-6-15,0 1 0 0,1 7 0 16,1-4 0-16,0 2 0 0,-2 1 0 0,4-5 0 16,0 5 0-16,4-7 0 0,-2 0 0 15,0 0 0-15,1-1-186 0,1-1-65 0,2-1-79 16,2-6-95-16,-2-1-114 0,3-1-125 15,3-2-156-15,-1-4 84 0,0 0-706 16,3-4-892-16</inkml:trace>
  <inkml:trace contextRef="#ctx0" brushRef="#br0" timeOffset="13448.49">29256 7611 4106 0,'0'0'-70'0,"0"0"56"15,0 0 57-15,0 0 41 0,-21 16 32 16,19-11 17-16,2-5 10 0,2 11 0 0,-2-11-3 16,1 9 3-16,5-1 5 0,-6-8-5 15,12 8-16-15,-6-2-10 0,1-3-10 0,-7-3-10 16,18 3-9-16,-6-2-11 0,-12-1-5 16,20 0-6-16,-20 0-5 0,18-7-5 15,-7 3-6-15,-2-4-3 0,-6 2 0 16,7-5-3-16,-8-1-5 0,2-1 0 15,-6 1 1-15,0-4-6 0,-4 3-2 0,-1-1-7 16,-3 3 0-16,-4 5-2 0,0 1 13 16,-2 3 7-16,-2 2 25 0,-6 5 19 0,-6 3 19 15,-1 6 6-15,3 3 4 0,3 2 7 16,2 4-5-16,2 0-5 0,6 4-2 0,2-1 1 16,5-5-5-16,2 1-6 0,0-1-17 15,6 0-4-15,0-2-9 0,6 3-39 0,-2-1-32 16,4-1 0-16,1-1 0 0,0-2 0 15,9 8 0-15,0-11 0 0,-6-5-68 0,5-1-128 16,1-2-67-16,-3-4-89 0,2-2-88 16,2-4-91-16,2-1-101 0,0-2-172 15,-2-2 71-15,-2-3 79 0,6-6-543 16,-5 2-660-16</inkml:trace>
  <inkml:trace contextRef="#ctx0" brushRef="#br0" timeOffset="14047.7">29576 7685 3178 0,'-8'6'-19'0,"1"0"42"15,3 0 48-15,0-2 42 0,4-4 48 16,-6 6 27-16,6-6 21 0,-4 7 6 16,4-7 0-16,0 0-9 0,0 0-12 0,10 9-6 15,-10-9-16-15,11 3-8 0,-11-3-20 16,0 0-12-16,24-4-16 0,-24 4-10 0,18-8-10 15,-10 3-3-15,0-1-13 0,-3 0-2 16,1-2-10-16,-4-2-9 0,-2 2-15 16,0-5 4-16,-4 3-1 0,-5-4-14 0,0 2-2 15,-5 4-8-15,-1 2-7 0,-1 2 2 16,1 4 1-16,-4 1 0 0,-2 8-4 0,-8 6 7 16,7 2 7-16,-1 5 5 0,3 3 9 15,7-2 5-15,3 0 9 0,7-4 5 0,1-2 0 16,4 0 0-16,-1-1-4 15,11 1-4-15,0-4 14 0,5-3-10 0,2-1-1 16,4-4-7-16,3-1-6 0,5-4 3 16,7-5-11-16,0 1 1 0,1-6-7 0,-2 0-5 15,-1-2 1-15,-1-2-1 0,-3-3 14 16,-2 1 21-16,1-1 17 0,-4-4 8 0,-1 3 10 16,-1 1 8-16,-5 1 6 0,-5 6-83 15,-4-1-26-15,-1 5 0 0,-1 0 0 0,-3 4 0 16,1-2 0-16,-7 4 0 0,0 0 0 15,18 12 0-15,-15 0 0 0,3 1 0 16,0 3 0-16,-2 4 0 0,2 0 0 16,3 12 0-16,3-3 0 0,1 0 0 0,1-1 0 15,4-5 0-15,0 2 0 0,-4-9 0 16,-3-2 0-16,3-5 0 0,-1-1 0 0,1 0 0 16,1-4 0-16,2 0 0 0,-2-4 0 15,5-1 0-15,-1-2 0 0,1-3 0 16,3-1 0-16,-1 0 0 0,-4-2 0 0,0-1 0 15,-4 2 0-15,0 0 0 0,-4 3 0 16,-3-3-242-16,-4 4-459 0,-3 4-130 0,0 0-53 16,-20-3 94-16,-5 7-823 15,-16 7-1053-15</inkml:trace>
  <inkml:trace contextRef="#ctx0" brushRef="#br0" timeOffset="14347.57">27624 8328 4532 0,'-13'-5'27'0,"1"0"20"0,7 2 10 16,-2-1 12-16,7 4 71 0,0 0 71 16,-18 13 57-16,7 7 18 0,-3 14-2 0,-4 13-16 15,4 7-8-15,4 2-15 0,3 3-18 16,3 1-21-16,3 0-36 0,2-1-16 0,-1 1-14 15,8 1-15-15,-1-6-13 16,0-4-19-16,0-13-33 0,-5 1-25 0,2-5-58 16,-3-6-48-16,1-4-53 0,-2-5-56 15,0 0-57-15,-2-5-68 0,1 3-70 0,-5-2-78 16,-2-3-83-16,0 0-111 0,1 0-91 16,-5 0 79-16,-1 0-589 0,-5 0-708 0</inkml:trace>
  <inkml:trace contextRef="#ctx0" brushRef="#br0" timeOffset="14567.8">27146 9310 3748 0,'0'0'100'0,"0"0"41"0,0 0 73 16,0 0 77-16,0 0 51 0,0 0 21 16,-2 19 6-16,7-7-4 0,6 3-11 15,3 11-32-15,2-2-34 0,3 2-27 0,2-1-27 16,0 0-25-16,6 1-39 0,-1-7-63 15,1-2-68-15,-1 1-82 0,-3-5-76 0,-1-3-86 16,0-3-85-16,-3-4-98 0,3-3-74 16,-2-2-64-16,3-1-38 0,0-2-53 0,-2-2-39 15,10-5 17-15,-3 0-520 0,-2-7-626 16</inkml:trace>
  <inkml:trace contextRef="#ctx0" brushRef="#br0" timeOffset="14732.39">27841 9346 3287 0,'16'-19'96'0,"-3"4"44"0,-6 5 34 0,0 1 29 16,-3 6 54-16,-4 3 62 0,0 0 28 15,0 0 11-15,-16 25-12 0,-1 3-18 0,-2 2-32 16,-4 11-22-16,-2 2-33 0,3-2-25 16,-1 3-24-16,0 0-29 0,4-3-61 0,0 0-67 15,3-10-87-15,-4 10-88 0,-2-2-97 16,-3-3-118-16,-1 3-111 0,-5 0-122 16,-1 1-170-16,-6 1 54 0,-4 7 78 0,-17 16-547 15,-4 2-638-15</inkml:trace>
  <inkml:trace contextRef="#ctx0" brushRef="#br0" timeOffset="15231.08">26652 10872 3519 0,'6'-13'339'0,"0"5"8"0,-5 0 31 0,4 4 35 16,-5 4 41-16,0 0 14 0,7 18-9 15,-3-1-19-15,-4 8-28 0,2 15-20 0,-6 3-33 16,2 12-148-16,-3 1-211 16,-2-2 0-16,6-9 0 0,-3-3 0 0,0-1 0 15,0-1 0-15,1-5 0 0,-1-9 0 16,0-5 0-16,3-2 0 0,1-7 0 0,-2-1 0 16,2 1 0-16,-3-6 0 0,1-2 0 15,2-4 0-15,0 0 0 0,0 0 0 0,5-25 0 16,-2 3 0-16,7-12 0 0,1-14 0 15,-1-12 0-15,1-2 0 0,2-3 0 0,-1-4 0 16,3 3 0-16,-3 6 0 16,-3 7-23-16,-4 18-43 0,1 8 20 0,-4 8 14 15,-2 7 14-15,-4 6 21 0,-3 6 31 16,7 0 18-16,-36 26 15 0,2 1-38 0,-2 12-29 16,-1-1 0-16,1-3 0 0,3 3 0 15,6-2 0-15,13-12 0 0,2-4 0 0,6-3 0 16,10-1 0-16,6 2 0 0,10-2 0 15,9-3 0-15,9-6 0 0,4-4 0 0,5-2 0 16,0-5 0-16,-2 0 0 0,-1-1 0 16,-2-3 0-16,-3-1 0 0,-2 2 0 0,-4-2 0 15,-8 5 0-15,-5-4 0 0,-2 4 0 16,-4-1 0-16,-2 0 0 0,-1 1-221 0,2-5-354 16,-4 0-49-16,-4 2-78 15,1 0-118-15,-2-3 71 0,-3 0-781 0,4-1-976 0</inkml:trace>
  <inkml:trace contextRef="#ctx0" brushRef="#br0" timeOffset="15747.61">26641 10260 3798 0,'-28'0'-242'0,"-3"0"42"16,-8 4 48-16,-4 2 50 0,-14 9 47 0,-1-1 41 16,-4 9 37-16,-14 12 38 0,1 14 33 15,1 14 38-15,1 15 29 0,7 13 28 0,1 20 25 16,-3 45 23-16,12 12 26 0,28-30 7 15,12 9 15-15,16 2-4 0,17 0-2 0,30 28-10 16,0-56-7-16,14-11-3 16,14-12-12-16,9-13-13 0,14-17-16 0,7-14-12 15,4-12-23-15,4-17-17 0,2-13-16 16,-20-12-16-16,20-8-19 0,-1-16-30 0,1-6-32 16,-3-12-34-16,-3-9-46 0,-5-12-34 15,-4-14-36-15,-5-5-26 0,-7-9-28 0,12-32-18 16,-37 21-9-16,-5-6-5 0,-13-3 4 15,-10-6 0-15,-9-4 9 0,-14-6 7 16,-14-4 2-16,-12 0 16 0,-15 0 6 0,-12 3-15 16,-13 5-4-16,-27-18-4 0,4 46 10 15,-10 16 10-15,-9 23 12 0,-6 21 14 0,-11 20 10 16,-7 22 10-16,-7 19 12 0,-7 18 7 16,-41 26-7-16,1 13-32 0,8 6-47 15,6 4-56-15,10-2-83 0,42-21-103 0,11 2-151 16,16-1 47-16,18-13-262 0,26-12-260 15</inkml:trace>
  <inkml:trace contextRef="#ctx0" brushRef="#br0" timeOffset="16297.64">28227 11289 2503 0,'-9'17'232'0,"0"-1"-18"0,4-1-16 16,3 0 24-16,0 1 25 0,2-1 14 0,4 1 9 15,-1-1 1-15,8-1-4 0,1-3-20 16,6 1-21-16,0-4-23 0,7-3-14 0,0-5-28 16,4-1-8-16,11-7-18 0,-2-2-17 15,0-3-9-15,4-9-15 0,-12 5-22 0,3-3-19 16,-6-2-2-16,-4 0 1 0,-5-3-21 16,-4-2 1-16,-7 3-12 0,-3 2-12 0,-4 1-4 15,-4-1-10-15,1-1-9 16,-9-3-8-16,1 3-14 0,-2 9-25 0,1 1-33 15,-1 5-37-15,-3 3-47 0,-1 5-58 16,0 4-65-16,-3 5-52 0,-9 2-84 0,2 8-61 16,-2 1-113-16,8 2 12 0,6-7-438 15,2-1-512-15</inkml:trace>
  <inkml:trace contextRef="#ctx0" brushRef="#br0" timeOffset="16532.9">28417 11228 2666 0,'12'3'-22'15,"-3"4"53"-15,-1 3 34 0,-1 4 46 16,-3 3 63-16,0 7 51 0,0 15 39 15,-6 8 22-15,0 12 10 0,1 4-5 0,-4 5-8 16,-2 0-7-16,-3 7-7 0,3 1-12 16,-7 19-11-16,-3-3-18 0,7-16-18 15,-3-1-22-15,3-3-20 0,-5-1-18 16,6-6-15-16,-1-4-12 0,-1-6-11 0,0-3-16 16,2-14-15-16,4-2-24 0,-1-11-33 15,5-6-40-15,-3-3-45 0,2-3-41 0,-2-1-48 16,4-5-59-16,0-3-69 0,0-4-79 15,0 0-72-15,8-21-85 0,3-12-110 0,6-11-63 16,6-11 59-16,12-26-472 0,1-8-571 16</inkml:trace>
  <inkml:trace contextRef="#ctx0" brushRef="#br0" timeOffset="16815.52">28933 11255 2945 0,'0'0'-1'0,"0"0"47"16,0 0 30-16,0 26 46 0,-3-14 35 15,-1 1 29-15,0 4 22 0,3 0 17 16,-3 4 10-16,2-2-3 0,-3 4-3 0,3-7-15 16,2 0-18-16,2-3 5 0,0 2-37 15,3-2-12-15,0 1-20 0,3-4-8 0,1-3-25 16,3 0-6-16,-1-4-17 0,5 1-13 16,-3-8-29-16,2 1-15 0,2-4-19 0,3-2-8 15,-2-3-20-15,-2-2 0 0,5-7-3 16,-8 5-5-16,0-1-15 0,-1-8-19 15,-3 1-16-15,-3 1-19 0,-5-1-10 16,3-4-30-16,-6 2-35 0,0-2-40 0,1 5-45 16,-1 6-63-16,-2 2-90 0,-2 6-187 15,3 1 26-15,-5 3 58 0,0 3-298 0,8 2-306 16</inkml:trace>
  <inkml:trace contextRef="#ctx0" brushRef="#br0" timeOffset="17516.81">29496 11236 2464 0,'0'7'125'0,"0"-7"20"16,0 0 12-16,0 0 23 0,-2 8 21 15,2-8 16-15,0 0 3 0,0 0-16 0,0 0-14 16,0 0-20-16,0 0-17 0,0 0-15 15,0 0-15-15,11-17-13 0,-5 9-10 0,1-4-6 16,2 1-14-16,-2-2-6 0,-1-1-10 16,1-5-3-16,-2 4-7 0,-4-1-2 15,1 4 3-15,0 0-4 0,-2 3-2 16,-4-1-5-16,3 3-3 0,-6 0-2 0,0 5 0 16,7 2 4-16,-22 2 3 0,9 7 4 15,-2 3 5-15,-7 8 1 0,0 2 2 0,1 3 1 16,3 3-2-16,0 1-2 0,3 1-5 15,5-1-4-15,3-2-3 0,3-6-6 0,4-3-4 16,2-1-3-16,2-2-5 0,1 1-5 16,3-4-1-16,2-1 1 0,3-5 0 0,0 0-7 15,0-6-2-15,5 0-1 0,0-4-2 16,6-2-3-16,-3-2-1 0,7-3 4 0,-3-3-4 16,-1-4 3-16,1-1-2 0,-3-2 0 15,-1-2 4-15,-5 2 7 0,4-1 3 16,-7 5 11-16,-1 7 10 0,-3-1 21 0,-2 3 9 15,-1-1 1-15,-1 3 0 0,2 4 20 0,-7 2 7 16,7-2 3-16,-7 2-11 16,0 0-7-16,15 10-12 0,-10-5-4 0,-2 1-5 15,1 2-8-15,2-4-3 0,-3 4-5 16,3-3-9-16,0-1-6 0,2 4 1 0,-3-5-4 16,3 3-4-16,-1-5 0 0,1 1-4 15,-8-2-4-15,19 2-2 0,-19-2-1 0,21-7 4 16,-10 3-5-16,1-3-3 0,3 1 1 15,-1-3-4-15,3 1-3 0,-4-2 1 0,-2 4 0 16,3-1 4-16,-3 2 2 16,-1 2 2-16,-5-2 8 0,4 0-1 0,-4 5-3 15,-5 0-11-15,11-4-5 0,-11 4 0 16,0 0 0-16,0 0-2 0,10 4-56 0,-10-4-52 16,6 6-43-16,-6-6-55 0,4 7-61 15,-4-7-79-15,5 5-81 0,-5-5-82 0,6 5-91 16,-6-5-133-16,8 6 26 0,-8-6 82 15,6 5-540-15,-6-5-632 0</inkml:trace>
  <inkml:trace contextRef="#ctx0" brushRef="#br0" timeOffset="17815.74">30149 11105 3038 0,'0'0'-11'15,"0"0"52"-15,6-8 30 0,-6 8 28 16,0 0 37-16,3-7 31 0,-3 7 21 0,0 0 6 15,11-5-1-15,-11 5-18 0,7-4-13 16,-7 4-13-16,14-1-13 0,-14 1-11 0,18-7-18 16,-8 5-7-16,0-5-12 0,3 3-5 15,-1-4-8-15,-3 3-10 0,-9 5 1 16,17-5-4-16,-9 2 4 0,-8 3-1 16,11-6 3-16,-11 6-2 0,0 0-3 0,0 0-5 15,0 0-6-15,0 0 2 0,0 0-9 0,7 14-3 16,-7-14-8-16,2 7-16 15,-2-7-22-15,0 0-26 0,5 10-35 0,-5-10-45 16,5 4-49-16,-5-4-63 0,10 3-71 16,-10-3-76-16,13 2-113 0,-7 1-163 0,-2 2 39 15,-1 1 72-15,1 3-358 0,-4 2-373 16</inkml:trace>
  <inkml:trace contextRef="#ctx0" brushRef="#br0" timeOffset="18146.52">28480 12086 2564 0,'-34'12'278'0,"5"-5"26"0,11 0-16 0,0-2-8 16,7 0 3-16,4-1 13 0,7-1 20 15,0-3-13-15,0 0-20 0,63-10-24 0,7-4-29 16,32-11-24-16,18-7-27 0,11-2-43 16,3-4-45-16,3-1-45 0,1 0-19 0,-3-1-15 15,-1 1-24-15,-5 3-25 16,-3 0-25-16,-12 1-26 0,-15 4-22 16,-31 10-18-16,-10 0-16 0,-8 4-9 0,-16 3-13 15,-9 4-9-15,-9 1-11 0,-2 0-23 16,-7 4-20-16,-1 1-32 0,-6 0-44 0,0 4-67 15,0 0-120-15,-9-9-74 0,9 9 61 16,-20-1-237-16,20 1-233 0</inkml:trace>
  <inkml:trace contextRef="#ctx0" brushRef="#br0" timeOffset="19815.5">25993 4106 1887 0,'2'-6'-39'0,"-2"6"38"16,3-6 15-16,-3 6 15 0,0 0 5 0,0 0 3 15,0 0 17-15,0 0 19 16,0 0 15-16,0 0 11 0,-22 16 5 0,10-6 3 15,-1 2 7-15,-1-2-5 0,0 2-4 16,-4 2-7-16,1 0 6 0,2-1-14 0,2-4-2 16,-1 1-8-16,3 0-13 0,4-5-1 15,-4 1-7-15,6 0-3 0,5-6-2 16,-9 8 8-16,9-8-12 0,-10 1-5 0,10-1-4 16,0 0-8-16,0 0 0 0,0 0-12 15,-10-12 3-15,10 12 1 0,-2-13-2 0,2 6-4 16,0 7 5-16,0-12-7 0,0 12 4 15,0-11-1-15,0 11-1 0,0-8-8 16,0 8-2-16,0 0 5 0,0 0-4 0,0 0 7 16,0 0 10-16,0 0 0 0,0 0 10 15,33 10-1-15,-23-5 1 0,1 2-4 16,0 2-2-16,3-2-7 0,-1-1 7 16,-1-1-7-16,-1 1 0 0,-2 1-8 0,1-3 2 15,-1 0 2-15,-1 0-6 0,-8-4 6 16,14 6 3-16,-14-6 9 0,7 0 0 0,-7 0 1 15,0 0-7-15,0 0-4 0,8-12-3 16,-8 12-1-16,-2-13-2 0,0 6 0 0,-2-2 0 16,0 1-5-16,-1-1 1 15,-2 0-3-15,2 1-2 0,-3 3-3 0,3 0 2 16,-4 1-3-16,9 4 0 0,-22 0 1 16,22 0-3-16,-30 5 1 0,11 4-5 15,-3-1 7-15,6-1-2 0,-2 4-3 0,3-4-1 16,1-1 2-16,2 1 1 0,2 0 0 15,-2-3 1-15,5-3 2 0,7-1 1 0,-11 7 11 16,11-7 9-16,0 0-1 0,0 0-9 16,0 0 0-16,0 0 0 0,7-22-2 0,2 12-3 15,4 1 2-15,-4-1 1 0,0-1-5 16,-2 5-5-16,0 2-2 0,-7 4 3 16,11-5-4-16,-11 5 4 0,0 0 0 0,0 0 3 15,14 15-2-15,-12-8 3 16,-2 2 2-16,1 0-3 0,-1 0 1 0,0 4-6 15,0 0 1-15,2-4-12 0,2 3-29 16,-2-2-33-16,2 0-35 0,-3 1-45 0,5-2-46 16,-1-2-55-16,2-2-96 0,2-1-119 15,0-2-142-15,3-2 52 0,-12 0-221 0,24-2-268 16</inkml:trace>
  <inkml:trace contextRef="#ctx0" brushRef="#br0" timeOffset="20746.59">27635 4557 2034 0,'0'0'-9'0,"0"0"28"0,0 0 27 16,0 0 33-16,0 0 29 0,-18 15 27 0,8-9 10 16,2 2 6-16,1 2-5 0,2-5 2 15,-6 5-2-15,6-2-4 0,-3-2 1 0,1 4-6 16,0-3-2-16,-2 1-10 0,4-3-2 16,-3 2-14-16,1-1-11 0,-1-3-6 15,-2 3-6-15,-1-2-10 0,11-4-4 16,-15 5-9-16,15-5-6 0,-13-2-10 15,13 2-5-15,-12-9-4 0,4 1-6 0,6 0-1 16,1-1-5-16,1 1-2 0,0 8-4 16,0-17-3-16,1 13-5 0,-1 4-1 0,0-8-1 15,0 8 5-15,0 0 6 0,0 0 7 16,0 0 7-16,20 20 5 0,-15-7 2 0,3 1-1 16,-3 1-5-16,4 3-3 15,-2 1-4-15,0 0 0 0,3-4 2 0,-2 0-8 0,-1-1 0 16,-1-4-1-16,-1 1-4 15,1-2 1-15,-4-2-1 0,2-1 2 0,-4-6-3 16,10 7 0-16,-10-7-3 0,0 0 1 0,0 0-3 16,0 0-3-16,0 0-1 15,13-14-1-15,-13 14-1 0,-2-16 0 0,2 3 1 16,-2-1-3-16,-2-1-3 0,1-2 1 16,1 1 0-16,-2 1-2 0,2 3 0 0,0 0 4 15,0 2-6-15,2 3-2 0,0 7-2 16,-1-9 2-16,1 9 12 0,0 0 6 0,0 0 1 15,0 0-3-15,0 0 1 0,0 0 1 16,13 29 0-16,-6-18-1 0,-2 0 0 16,6 1 0-16,-2-1-2 0,-2 1-1 15,2-2 0-15,-4-1-4 0,1-1 2 16,-1-3 3-16,1 2-2 0,-6-7 1 0,5 7 4 16,-5-7-2-16,0 0-1 0,0 0-2 15,0 0-2-15,0 0-3 0,0 0 1 0,0 0-2 16,-9-33 2-16,2 21-2 0,-1 1-2 15,2 2-2-15,0 0 6 0,1 1-2 0,1 1 0 16,0 2-6-16,4 5 0 0,-7-9 0 16,7 9 0-16,-7-5 2 0,7 5-5 15,0 0 2-15,0 0-7 0,0 0-17 0,0 0-21 16,0 0-35-16,0 0-34 0,0 0-47 16,0 0-64-16,0 0-55 0,37 7-62 0,-37-7-78 15,12 2-108-15,-12-2-81 0,9 7 62 16,-7-2-260-16,-2-5-299 0</inkml:trace>
  <inkml:trace contextRef="#ctx0" brushRef="#br0" timeOffset="23031.68">25257 13445 2484 0,'49'2'102'16,"26"1"-4"-16,47-2 1 0,25-5-3 0,25-4 13 15,72-10 40-15,18-4 18 16,13-6 16-16,-1-2 4 0,5 0 6 0,-1 2-5 0,-14 1-17 16,-8 0-16-16,-16 3-11 15,-13 7-18-15,-57 1-11 0,-14 3-12 0,-9-1-8 16,-22-2-11-16,-17 5-4 0,-38-1-9 16,-9 4-7-16,-22 1-5 0,-6 3-17 0,-10 0-30 15,-8-2-46-15,-3 1-43 0,-7-2-38 16,-3 0-56-16,-6 1-58 0,4 6-68 0,-17-11-78 15,-2 6-98-15,-2 0-132 0,-19 2 51 16,-2 1-278-16,-5 2-318 0</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11-16T02:52:51.327"/>
    </inkml:context>
    <inkml:brush xml:id="br0">
      <inkml:brushProperty name="width" value="0.05292" units="cm"/>
      <inkml:brushProperty name="height" value="0.05292" units="cm"/>
      <inkml:brushProperty name="color" value="#FF0000"/>
    </inkml:brush>
  </inkml:definitions>
  <inkml:trace contextRef="#ctx0" brushRef="#br0">30922 5685 885 0,'-4'-3'262'16,"4"3"-73"-16,-8-7-48 0,8 7-10 0,-8-9 4 15,8 9 6-15,-11-6-7 0,5 0-4 16,-2 1 7-16,1-1 3 0,-1-1-3 0,0 0 5 16,-1 2-14-16,0-2-6 0,-5-2-9 15,1 1-1-15,-1 1-8 0,-3-3-4 16,0 0-6-16,-2 1-11 0,0-1-8 0,-2 1 2 15,0 1-18-15,-11-4-4 0,-2 0-6 16,1-1 0-16,-5 3-2 0,2-1-8 0,-2 2-11 16,-1 0 15-16,1 1 2 0,-3 1-3 15,-2-1-4-15,0 2 2 0,-3 0-8 16,-2 1 0-16,-13 0 0 0,11 2 3 16,-11-1-4-16,1-1-1 0,-3 5 17 15,-2 0 0-15,11 0-15 0,-10 3 0 0,-3-1-1 16,4-2-3-16,1 4-2 0,12-3-1 15,-4 3-5-15,5-2-3 0,3 2 0 0,1 0 1 16,5 0 4-16,1 2-8 0,5-2-2 16,5 3 3-16,4-1-6 0,-5 4 4 0,-1 2-2 15,5-1 0-15,5 1 0 0,0-1-2 16,2 1-1-16,2-2-1 0,-1 2 2 16,4 0-3-16,-4 0 0 0,3 0 0 15,2 0 2-15,1-2-2 0,3 1-3 0,-1-3 4 16,1 2-2-16,1-1-1 0,-2 1 2 15,3-1-4-15,-1-1 3 0,3 2-1 16,-2 1 2-16,-4-1 0 0,0 2 8 0,4 1 6 16,-3-1-4-16,-3 2-1 0,1-1 2 15,1 1-5-15,-2 1 0 0,1-1-1 0,1 3-2 16,1-2 2-16,-2 1-4 0,1 2 0 16,-1-1 0-16,-2 6 0 0,3-3 0 0,0-3-6 15,6 0-5-15,-3 3 5 0,3 1-3 16,-2-2 2-16,4 3 1 0,-3 0 4 15,1 0 14-15,-1 7 4 0,2-1 5 16,-2-5-1-16,-2 7 5 0,1 0 8 16,0-5 4-16,-2-4-3 0,0 8 2 0,0 0-5 15,2-4-2-15,-4-4-1 0,10-1-6 16,-11 9 2-16,5-3-3 0,-1-4-3 0,0-1-2 16,3 3-1-16,-3 7-3 0,-2-2-2 15,3 2-4-15,-1-6 3 0,5 6-2 0,-4-5-1 16,4-2-2-16,1-2 2 0,0 2-3 15,2-1-1-15,-2 2 1 0,0-3 0 0,4 2-2 16,-2 3 1-16,0-4-2 0,2 2-1 16,2 1 0-16,-3-1 0 0,-1 1 4 0,4-1 1 15,-1-1 4-15,1 11-2 16,-1-10 10-16,1-1-10 0,0-1 3 0,-1 0 2 16,8 9-5-16,-2-6 5 0,2 3-2 15,1 0-2-15,1-2 2 0,3 0-1 0,-4 2-3 16,6 0 6-16,-1-4-5 0,4 4 4 15,-5-1-3-15,8 1 6 0,-1-4 2 16,-2 2 2-16,3 0 3 0,1-4-3 0,0 1 4 16,0 0 1-16,3 1 3 0,1-5-3 15,0 3 7-15,-1-3-3 0,3-1-3 0,1 0 3 16,8 5-6-16,1-5 1 0,2 3 3 16,0 0-3-16,5-2 5 0,0-3-4 0,1-1 4 15,5-3 0-15,-12-3 20 0,6-3 1 16,6 2 0-16,3 4-4 0,-3-5-3 15,-6-4 1-15,-5 0-2 0,7 1-3 0,-4-5 0 16,0 2 0-16,-3 0-9 0,3 0-3 16,-2-2 0-16,-2 0-2 0,4 0-5 15,-3 2 2-15,1-1-2 0,0-2 10 0,-2-3-8 16,2 0-3-16,0-1-4 0,-1-1 3 16,2 0-4-16,0 0-2 0,-2-1 1 0,13-3 1 15,-2 0-1-15,-10 2-7 0,-3 0 6 16,3-1-11-16,-3 3 0 0,-4-2 1 0,1-4 6 15,-4 3 2-15,2 1 7 16,-2-5 1-16,-2 1-7 0,0 0 5 0,-1-3 3 16,-2-2-6-16,1-1 2 0,6-7 1 15,0-4-2-15,2-3-5 0,-2-2 2 0,1 0-4 16,-1-2-5-16,-2 1 1 0,0 1-2 16,-1 2-4-16,-5-2 4 0,-5 8 1 0,1 0 1 15,-4 0 12-15,-3 3 6 0,-2 0 5 16,1-3 1-16,-3 6 2 0,-1-9-27 0,1 1-6 15,-1-1 0-15,-3-1 0 0,2 0 0 16,1-1 0-16,-3-2 0 0,2 0 0 0,1-2 0 16,-2-1 0-16,1 3 0 0,1-2 0 15,-3 4 0-15,2-2 0 0,-1 2 0 0,0-2 0 16,-3 2 0-16,3 1 0 16,-3-3 0-16,1 1 0 0,1-2 0 0,-2 3 0 15,0-4 0-15,-2 0 0 0,1 1 0 16,0-3 0-16,0 1 0 0,-2-4 0 0,-1 3 0 15,1-1 0-15,0 1 0 0,-2 7 0 16,-1 4 0-16,-2-1 0 0,1 1 0 0,-2 2 0 16,0 0 0-16,-2 0 0 0,-1-8 0 15,-4 1 0-15,0 2 0 0,0-2 0 0,-5 1 0 16,1-1 0-16,-4 4 0 0,0 0 0 16,-4-2 0-16,-2 3 0 0,-3 2 0 15,-11-5 0-15,-5 4 0 0,-4 2 0 0,-7 0 0 16,-4 5 0-16,-8 2 0 0,-2 1 0 15,-3-1 0-15,-2 5 0 0,-3-2 0 16,1 3 0-16,4 1 0 0,2 1 0 0,9 1-24 16,14 2-203-16,7 1-57 0,8 1-82 15,5 3-96-15,3-3-83 0,4 6-97 16,0-1-180-16,3-1 79 0,2 3-643 0,-2 1-840 16</inkml:trace>
  <inkml:trace contextRef="#ctx0" brushRef="#br0" timeOffset="1000.76">27113 4057 3425 0,'-3'-11'-218'0,"-1"3"38"0,0 0 43 0,3 3 41 15,-1 1 37-15,2 4 31 0,-9-11 32 16,8 6 24-16,-3 0 16 0,4 5 11 15,-6-5 7-15,6 5-13 0,-2-5-8 0,2 5 1 16,0 0 28-16,0 0 23 0,-7 19 28 16,3-3 15-16,-2 7 18 0,-2 13-1 0,1 5-1 15,-2 9 0-15,-3 1-11 0,3 1-8 16,-2-2-1-16,0-10-1 0,6-2-6 0,-3-1-12 16,5-2-5-16,-4-7-6 0,5-6-6 15,-1-5-8-15,-1-1-7 0,0-5 0 16,4 1 11-16,-1 0 18 0,-1-5 13 15,0-1 9-15,2-6-15 0,-6 7-13 16,6-7-5-16,0 0-18 0,0 0-3 0,-8-23-13 16,8 8-6-16,0-6-12 0,2-15-8 15,2-2 0-15,6-11-19 0,3-10-12 0,0 3-7 16,4-2-6-16</inkml:trace>
  <inkml:trace contextRef="#ctx0" brushRef="#br0" timeOffset="2417.94">26927 4005 230 0,'-2'-6'123'0,"-2"0"22"0,2 0 10 16,1-3 16-16,-1 2 10 0,-2 0 2 0,-1 0 9 16,5-1-1-16,-3 1 0 0,1 2-8 15,0-2-8-15,2 7-10 0,-4-9-8 0,4 9-18 16,-1-8-13-16,1 8-22 0,-2-6-5 16,2 6-15-16,0 0-7 0,0 0-14 15,0 0 3-15,0 0 15 0,-2 26 14 0</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11-16T03:12:55.335"/>
    </inkml:context>
    <inkml:brush xml:id="br0">
      <inkml:brushProperty name="width" value="0.05292" units="cm"/>
      <inkml:brushProperty name="height" value="0.05292" units="cm"/>
      <inkml:brushProperty name="color" value="#FF0000"/>
    </inkml:brush>
  </inkml:definitions>
  <inkml:trace contextRef="#ctx0" brushRef="#br0">3967 1285 477 0,'2'-6'296'0,"-2"6"-52"0,-2-12-25 15,2 12-18-15,-1-7-11 0,1 7-18 16,0 0-6-16,0 0-6 0,-2-8 3 16,2 8 4-16,0 0-5 0,0 0 4 0,0 0-22 15,0 0 32-15,0 0 7 0,0 0 11 16,-35 18 3-16,16 3 6 0,-2 1 1 16,1 6-7-16,-2-1-8 0,-3 7-10 0,2-5-16 15,2 0-13-15,1 0-15 16,2 1-12-16,2-1-15 0,-2-3-7 0,5-6-8 15,3-2-10-15,2-5-9 0,-1-1-10 16,-1 0-7-16,5 0-14 0,-3-3-28 16,3 1-38-16,1-5-43 0,-3 0-65 0,7-5-69 15,-9 2-83-15,9-2-71 0,0 0-90 16,-15-16-82-16,10 4-121 0,2-3 41 16,1-2-271-16,0-2-360 0</inkml:trace>
  <inkml:trace contextRef="#ctx0" brushRef="#br0" timeOffset="641.52">3577 1291 2299 0,'-6'-19'-44'16,"1"2"37"-16,2 7 45 0,3 0 39 16,-2 1 47-16,0 2 14 0,2 7 25 0,-4-13 2 15,4 13-5-15,0-8-6 0,0 8-23 16,0 0 18-16,0 0 25 0,0 0-5 16,23 18-9-16,-10-5-14 0,7 10-11 0,5 6-1 15,3 3 3-15,8 2-14 0,0 3-11 16,0-2-13-16,0-2-8 0,1 4-6 0,1-5-7 15,-2-5-11-15,-7-3-8 16,-4-5-3-16,-7-4-11 0,-4-3-6 0,-1-3-8 16,-1-1-13-16,-3-1-9 0,-3 0-8 0,1-1-6 15,-7-6-5-15,7 4-19 16,-7-4-13-16,0 0-7 0,0 0-6 0,0 0 5 16,-16-25-4-16,3 8-1 0,-4-14 4 15,-5-7-3-15,0-4-1 0,-1-9-6 16,2 3 11-16,2 4 10 0,4 9 4 0,0 0 24 15,3 4 20-15,-1 4 26 0,6 8 25 16,-4 3 21-16,6 4 9 0,-1 4-7 16,3-1-11-16,-3 2-12 0,6 7-7 0,0 0 34 15,0 0 19-15,0 0 2 0,-8 24-8 16,6-6-5-16,4 9 19 0,1 10-5 16,2 1-8-16,1 1-6 0,1 2-10 15,2-1-13-15,1-1-9 0,0 0-5 16,-1-6-2-16,1 2-4 0,-1-6-13 0,-3-5 1 15,-1-7-13-15,-1-2-22 0,1-3-16 16,-2 1-20-16,-1-5-6 0,0 1-5 16,0-5-14-16,-2-4-26 0,0 0-21 0,0 0-2 15,0 0 2-15,-25-23 8 0,7-1-3 16,-2-6-6-16,-5-7 8 0,6 8 13 0,0 2 12 16,5 10 22-16,3 1 15 0,2 3 0 15,1 4 6-15,0 2 7 0,7-1 7 16,1 8 53-16,0 0 41 0,0 0 33 15,0 0-1-15,0 0 5 0,0 0 12 16,46 8-9-16,-26-6-6 0,3 0-12 0,4-4-15 16,9-4-9-16,-2 0-21 0,2-3-49 15,3-3-66-15,-1-2-72 0,-4 0-97 16,-2 2-102-16,-1-2-94 0,-8 4-134 0,-8 0-190 16,-1 1 58-16,-5 3-463 0,-2-1-621 15</inkml:trace>
  <inkml:trace contextRef="#ctx0" brushRef="#br0" timeOffset="89625.58">14994 5809 870 0,'-22'-1'195'0,"4"-1"-13"16,2-2-6-16,1 4-6 0,1-2-14 0,5 1-13 15,9 1-2-15,-17-3-9 0,9 3 0 16,8 0-8-16,-9-2-9 0,9 2-15 0,0 0-5 16,0 0-4-16,0 0 0 0,78 0-9 15,-27 0-12-15,23 2-2 0,10 1-5 16,29-2-5-16,7 7-9 0,8-5-7 0,-3 2-1 16,5 2-1-16,-2-5-16 0,-6 6 9 15,-6-1-6-15,-29-2-4 0,-5-1-4 0,-10 1 3 16,-11 0-9-16,-18-2 4 0,-11-3-4 15,-5 2 4-15,-8 0-5 0,-4-2-4 0,0 0 5 16,-1 0-3-16,-14 0 6 16,19 0-4-16,-19 0-3 0,15 0-5 0,-15 0-25 15,11-2-51-15,-11 2-58 0,0 0-80 16,10 0-92-16,-10 0-140 0,0 0-78 16,0 0 65-16,0 0-78 0,0 0-36 0</inkml:trace>
  <inkml:trace contextRef="#ctx0" brushRef="#br0" timeOffset="91890.56">1348 4874 1593 0,'-5'6'152'0,"-1"-2"4"0,6-4 2 15,0 0-14-15,0 0-17 0,-9 4-6 0,9-4-10 16,0 0 1-16,0 0-5 0,0 0-8 15,0 0-8-15,0 0-7 0,43-14-15 16,-27 10-6-16,-1-3 0 0,1 1-4 16,-2-1 8-16,0 2-26 0,-3-2 3 15,0-1 17-15,-2 2 12 0,-6-4 17 0,-3 1 1 16,0-4 8-16,-5-1 3 0,-5-3-1 16,-5 2 2-16,-4-6-1 0,-1 6-7 15,-4-2-7-15,3 7-10 0,1 2-7 0,0 4-7 16,1 0-9-16,1 4-2 0,3 0-7 15,-4 1-3-15,2 2-8 0,2-3-5 0,2 3 1 16,13-3-7-16,-18 0-2 0,18 0 1 16,-13 1-3-16,13-1-4 15,0 0 6-15,0 0-7 0,-2-11-2 0,13 1 0 16,14-9-3-16,2 0 2 0,7-1-3 16,6 0-2-16,-6 5-1 0,1 3-8 0,-2 4-5 15,-9 2-1-15,-3 5-2 0,-2 2 4 16,-2 2 1-16,2 6 2 0,-4 1-2 15,1 3-2-15,-3 1 4 0,-1 2 3 0,1 1-5 16,-3 1 4-16,1-3-1 0,-2 2 2 16,2-1 0-16,-4-3 1 0,-2 1 0 15,3-2-28-15,-1 0-40 0,0-4-43 0,-4 1-66 16,3 0-54-16,-1-3-64 16,-3-1-96-16,2-1-172 0,-4-4-36 0,0 0 72 15,10 2-203-15,-10-2-220 0</inkml:trace>
  <inkml:trace contextRef="#ctx0" brushRef="#br0" timeOffset="92221.69">1787 4473 2051 0,'0'0'32'16,"-16"0"9"-16,16 0 3 0,0 0 24 0,0 0 26 15,0 0 6-15,-3 16 0 0,3-16 1 16,3 11 4-16,1-4 0 0,4 0-10 15,2 0 11-15,5 0-13 0,-2-1 2 16,7-5-3-16,-2 0-14 0,2-2-7 16,-1-2 1-16,1-3-25 0,2 0-7 0,-6-3 24 15,2-2 13-15,-5 2 11 0,-1-2 11 16,-5-1 1-16,0-2-2 0,-5 1-2 16,-2-3-4-16,-2 1-5 0,1-4-11 0,-7-1-6 15,1 1-1-15,1 5-12 16,-6-1-10-16,5 3-3 0,-2 1-6 0,-2 4-13 15,2 4-35-15,0 1-35 0,9 2-45 0,-25 5-53 16,11 3-48-16,3 4-54 16,0-2-95-16,1-1-136 0,1 1-118 0,5 0 59 15,4-2-209-15,0-1-236 0</inkml:trace>
  <inkml:trace contextRef="#ctx0" brushRef="#br0" timeOffset="92554.79">2139 4292 2183 0,'-7'-4'71'16,"7"4"12"-16,0 0 13 0,-13-4 13 0,13 4 12 15,0 0 10-15,0 0 1 16,0 0-9-16,-18 12-7 0,18-12-4 0,-2 7-13 16,2-7-13-16,4 10-6 0,-4-10-3 0,10 15-11 15,-4-13-1-15,3 4-2 16,5-3 9-16,-3 0-26 0,2-3-6 0,3 0 4 15,0-4-6-15,0 0 0 0,2 0-1 16,-6-5-5-16,-2 4-5 0,0-6 6 0,-3 2 7 16,-1-3-7-16,-3 2-1 0,-3-3-4 15,-1-5-6-15,-5 3 0 0,2-7 2 16,-8 3-4-16,5 0 5 0,-2 0-17 0,1 7 2 16,-4 0-9-16,5 4-17 15,-2-1-27-15,-3 7-36 0,12 2-31 0,-21 4-38 16,9 3-48-16,-1 1-64 0,3 2-105 15,1-2-192-15,5 2 17 0,1-3-199 0,1-1-229 16</inkml:trace>
  <inkml:trace contextRef="#ctx0" brushRef="#br0" timeOffset="92821.99">2483 3554 2270 0,'-6'-25'140'0,"0"6"51"15,2 3 38-15,0 5 15 0,1-1-19 16,1 6-21-16,2 6-30 0,0 0 7 0,0 0 3 16,0 0-9-16,-2 27-21 0,6-2-7 15,3 11-21-15,3-1-12 0,0 3-13 16,6 8-8-16,4-1-8 0,-1 0-3 16,3-7-47-16,-1 3-46 0,-3-9-52 15,-1-5-52-15,-2-2-41 0,2-1-41 0,-5-6-41 16,-1-4-41-16,-4-3-35 0,2-4-42 15,-6-1-24-15,-1-4-37 0,-2-2-15 0,0 0-315 16,0 0-238-16</inkml:trace>
  <inkml:trace contextRef="#ctx0" brushRef="#br0" timeOffset="92954.81">2671 3978 1892 0,'-7'-8'-41'0,"-3"-2"46"15,2 5 44-15,3-1 37 0,-1 0 34 16,6 6 18-16,-10-6 14 0,10 6 6 0,-7-4 4 16,7 4-6-16,0 0-5 0,-10-7-16 15,10 7-13-15,0 0-19 0,0 0-5 16,-7-5-11-16,7 5-8 0,0 0-45 15,0 0-66-15,0 0-56 0,0 0-69 0,31-5-117 16,-19 1-171-16,6-1-91 0,-3 2 60 16,-1-1-95-16,2 1-72 0</inkml:trace>
  <inkml:trace contextRef="#ctx0" brushRef="#br0" timeOffset="93240.19">3039 3909 1741 0,'-38'29'88'0,"-8"5"26"0,-21 19 31 16,-1-3 31-16,-9 5 39 16,3 10 13-16,-8 3-1 0,-4 7 6 0,-1 1-1 15,0 5 8-15,-3-5 0 0,-3-2 11 16,5-4-13-16,2-5-11 0,4-7-14 16,12-6-17-16,5-5-13 0,21-15-19 0,2-1-17 15,6-6-11-15,9-4-16 0,4-4-6 16,4-5-13-16,6-2-15 0,2 0-3 15,2-6-10-15,-2 1-9 0,2 2-23 16,1-4-43-16,8-3-57 0,-13 4-71 0,13-4-101 16,-13 0-85-16,13 0-76 0,0 0-123 0,-14-7-193 15,14 7 40-15,0-10 76 16,4 1-328-16,-4 9-399 0</inkml:trace>
  <inkml:trace contextRef="#ctx0" brushRef="#br0" timeOffset="94554.55">2216 6370 2383 0,'-6'7'-87'15,"-1"5"35"-15,-3 3 34 0,-3 12 25 0,1 3 24 16,4 0 24-16,1-4 9 16,3-2 19-16,4 1 14 0,4-1 0 0,3-3 11 15,7 4 17-15,-1-7 6 0,10-1 5 16,0-6 11-16,1-2-8 0,-1-6 4 15,4-3 1-15,2-2-2 0,9-5-2 0,-6-3 5 16,0-2 2-16,-5-3 0 0,-4-2-4 16,-8-1-2-16,-1 1-10 0,-7-1-13 0,-3 1-10 15,-4-3-14-15,-2-6-6 0,-3-6-10 16,-3 1-10-16,-6 0-6 0,3 4-13 16,-4 0-23-16,0 10-34 0,-1 3-50 0,1 5-51 15,-6 7-53-15,-4 5-62 0,-13 10-66 16,-9 7-96-16,1 6-137 0,-1 10-122 15,4 2 54-15,-2 3-281 0,4 2-356 16</inkml:trace>
  <inkml:trace contextRef="#ctx0" brushRef="#br0" timeOffset="94888.61">2111 6948 2631 0,'0'-12'92'15,"0"7"4"-15,0 5-4 0,0 0-4 0,0 0 29 16,0 0 38-16,-28 13 26 0,5 10 12 16,-8 12 0-16,-5 6-9 0,-3 9-9 0,-10 18-14 15,-2 9 5-15,-1 1-5 0,-1 3-6 16,3-5-14-16,0-1-19 0,3-3-7 15,15-18-12-15,-2 0-12 0,3-1-7 0,5-5-8 16,-1-2-10-16,4-3-3 0,0-4-9 16,6-10-16-16,3-2-32 0,3-8-38 0,2-1-56 15,-1-7-65-15,-3 3-70 0,2 1-82 16,-7-5-121-16,4 2-148 16,-1-5-89-16,0-1 65 0,-2 1-333 0,1-3-411 15</inkml:trace>
  <inkml:trace contextRef="#ctx0" brushRef="#br0" timeOffset="95173.69">1238 8038 2725 0,'2'-3'100'0,"-2"3"12"16,0 0 5-16,0 0 9 0,0 0 44 15,0 0 54-15,-2 23 23 0,-8-2 5 16,-3 12 2-16,0 3-6 0,-10 8 8 0,0 3-5 15,0-3-11-15,-1-3-8 16,6-8-17-16,6-2-24 0,1-7-11 0,2-5-18 16,4-4-17-16,3-3-17 0,2 0-5 15,0 0-13-15,5-3-13 0,3-1-2 16,3-3-7-16,6-3-13 0,-1-4-33 0,4 0-46 16,5-3-90-16,9-1-74 0,2-3-98 15,3 0-109-15,-3 1-108 0,-5 4-139 16,-4 3-142-16,-1 2 63 0,2 11-567 15,-1 6-728-15</inkml:trace>
  <inkml:trace contextRef="#ctx0" brushRef="#br0" timeOffset="95475.95">1326 9285 3730 0,'0'0'33'0,"0"0"16"0,-8-7 2 16,8 7 3-16,0 0 8 0,0 0 55 15,0 0 28-15,-2 32 8 0,2-3 37 0,6 9 6 16,0 16-11-16,1 1-7 0,4-1-5 16,1-1-10-16,3 0-14 0,3-2-9 15,0 1-9-15,2-2-16 0,3 1-5 16,0-3-9-16,1-1-12 0,-3-7-5 0,0 1-13 15,0-10-12-15,-4-2-41 0,-1-5-48 16,1-1-69-16,-6-7-83 0,-3-3-94 16,-1-2-99-16,-1-3-119 0,-4-3-170 0,1 2-35 15,1 0 73-15,1-1-429 0,-5-6-527 16</inkml:trace>
  <inkml:trace contextRef="#ctx0" brushRef="#br0" timeOffset="95821.83">1665 10334 3275 0,'-19'10'191'0,"2"1"16"16,-4 9 9-16,0 3 5 0,2 2 19 0,2 3 6 16,2 2-12-16,3 3-23 0,4 2-15 15,3-2-24-15,3-4-15 0,6 6-17 0,3 0-15 16,7-3-12-16,1-3-12 0,4-3-12 15,5-1-4-15,3-6-7 0,0-2-22 16,1-3-9-16,-3-6-13 0,-5 0-1 0,-4-5 3 16,2 0-7-16,-3 0 2 0,-3 0 2 15,-1-3 3-15,-11 0 12 0,17 0 5 16,-17 0-5-16,0 0 2 0,15-3-5 16,-15 3-7-16,0 0-12 0,0 0-25 0,0 0-17 15,2-6-45-15,-2 6-50 0,0 0-64 16,0 0-79-16,0 0-91 0,0 0-99 15,0 0-137-15,-25-3-159 0,25 3 64 0,0 0-527 16,0 0-668-16</inkml:trace>
  <inkml:trace contextRef="#ctx0" brushRef="#br0" timeOffset="96270.63">2212 11085 3091 0,'-4'8'-100'0,"4"-4"41"16,-3 1 29-16,3-5 23 0,0 12 13 16,0-7 7-16,0-5 5 0,3 13-5 15,-3-9 2-15,4 2-10 0,0-1-14 16,1 1-26-16,3 0-36 0,0-2-39 0,1-4-56 16,-9 0-52-16,20-6-70 0,-6 0-83 15,2-2-206-15,3-3-79 0</inkml:trace>
  <inkml:trace contextRef="#ctx0" brushRef="#br0" timeOffset="96437.39">2551 10915 1634 0,'0'0'60'0,"-2"6"18"16,2-6 9-16,0 0-7 0,-2 7 0 0,2-7 1 15,0 0-5-15,0 0-10 0,0 0-23 16,0 0-38-16,0 0-52 0,0 0-69 15,0 0-64-15,0 0-64 0,0 0-336 0,0 0-79 16</inkml:trace>
  <inkml:trace contextRef="#ctx0" brushRef="#br0" timeOffset="96588.51">2662 10545 1490 0,'0'0'-108'16,"0"0"-30"-16,0 0-285 0,0 0 66 15</inkml:trace>
  <inkml:trace contextRef="#ctx0" brushRef="#br0" timeOffset="106652.39">18270 1932 1742 0,'0'0'172'15,"-16"-4"23"-15,16 4-28 0,-13-1 3 16,13 1 4-16,0 0 9 0,-14-1-10 0,14 1-1 16,0 0 9-16,0 0 3 0,-7-4-20 15,7 4-9-15,0 0-2 0,0 0-6 16,0 0-3-16,0 0-12 0,50 0-11 15,-29 2-12-15,9 0-13 0,12-1-9 16,-1-1-9-16,6 1-21 0,-6 1-16 0,4 0-29 16,-6-4-31-16,-5 4-37 0,-3-2-43 15,-10 0-40-15,-1 0-33 0,2 2-41 0,-7-2-51 16,0 0-75-16,-3 0-88 0,-3-2-147 16,-9 2 18-16,13-2-176 0,-13 2-223 15</inkml:trace>
  <inkml:trace contextRef="#ctx0" brushRef="#br0" timeOffset="106939.85">18743 1847 1867 0,'-13'-4'-5'0,"13"4"50"16,-9-4 24-16,9 4 16 0,0 0 6 15,0 0 14-15,0 0 13 0,0 0 3 0,0 0 9 16,0 0-2-16,29 23 12 0,-14-13-27 15,0 4 3-15,-4-1-4 0,5 3 5 0,-3-1-8 16,-2 2 5-16,1-1-7 0,-4-3 6 16,-1-1-5-16,-2 2 3 0,0 1 4 15,-1-5-2-15,-4-1-5 0,2 1-5 0,-2 0-9 16,-2-3-10-16,-2 3-7 0,-1-2-8 16,2 0-5-16,-3 1-12 0,-1-3-16 15,1 0-44-15,0 0-59 0,-3-3-65 16,9-3-77-16,-11 7-77 0,3-3-121 15,2-1-190-15,6-3-6 0,-10 2 68 0,10-2-174 16,0 0-203-16</inkml:trace>
  <inkml:trace contextRef="#ctx0" brushRef="#br0" timeOffset="107938.65">19362 1748 1841 0,'-4'-6'7'0,"2"-2"66"0,2 8 40 16,-5-11 37-16,5 11 21 0,-2-9 11 15,2 9 14-15,-1-7-14 0,1 7-22 0,0 0-9 16,0 0 15-16,0 0-1 0,0 0-9 16,-11 27-6-16,9-10-15 0,0 1-12 15,2 2-8-15,0 1-12 0,0 4-10 16,0 0-8-16,0-2-6 0,0-3-12 0,0 4-14 16,0-2-35-16,0-3-52 0,0-2-35 15,-2-3-34-15,2-2-27 0,0 2-17 16,0-5-28-16,0-1-30 0,-2-2-62 15,0 0-72-15,2-6-80 0,0 0-96 0,0 0 0 16,0 0-103-16,0 0-116 0</inkml:trace>
  <inkml:trace contextRef="#ctx0" brushRef="#br0" timeOffset="108301.94">19358 1913 1549 0,'0'0'-80'0,"13"-7"24"15,-6 4 22-15,5-2 7 0,3-2 5 16,2 0 10-16,2 0-6 0,2-1 2 15,0-1-3-15,6-4 12 0,-5 1-4 16,0 1 17-16,-5 1 6 0,2-2-2 16,-4-1 9-16,0 1 12 0,1-2 15 0,-5-1 11 15,1 1 16-15,-3-1 10 0,0 1 10 16,-7 2 8-16,4 4 1 0,-2-1 1 16,-2 3-5-16,2 0-4 0,-4 6-7 0,4-8-9 15,-4 8 2-15,0 0 3 0,0 0 10 16,0 0 10-16,0 0-1 0,-14 34 2 0,8-19-4 15,4 3 3-15,1 5 1 0,-3-2 9 16,2 4-14-16,0-1 0 16,0-2-26-16,2 0-6 0,0-3-4 0,2 0-1 0,0 0-11 15,0-6 1-15,-2 3-4 16,0-3-12-16,2-1 0 0,-2-1 2 0,2-3-1 16,-2-1-10-16,0-7-17 0,0 12-36 15,1-7-29-15,-1-5-52 0,0 0-61 16,0 0-61-16,0 9-94 0,0-9-133 0,0 0-96 15,0 0 51-15,0 0-80 0,0 0-80 16</inkml:trace>
  <inkml:trace contextRef="#ctx0" brushRef="#br0" timeOffset="108774.4">20147 1798 1485 0,'-10'-9'23'0,"8"7"50"16,2 2 29-16,0 0 19 0,-9-7 6 0,9 7 19 15,0 0 13-15,0 0 25 16,-24 9 21-16,15-6 14 0,4 7 5 0,-6 0-2 16,4 2-1-16,2 2-9 0,-1-2-6 15,2 0-16-15,2 0-12 0,2 0-10 16,2 0-16-16,0-2-7 0,4 0-13 0,-1 0-10 16,3-1-14-16,4 0-9 0,-1-2-9 15,0-1-7-15,3-4-10 0,0 0-4 16,2-2-8-16,4-2-7 0,-6 0-12 0,6-4-10 15,-6 0-11-15,2 0-13 0,-3-3-11 16,-2 1-6-16,-1-3-9 0,-2-1-8 16,-5-1-18-16,-1-3-13 0,0-1-13 15,-4 0-18-15,0-2-23 0,-1 2-29 0,-1 0-32 16,0 3-25-16,-1 3-32 0,-2 5-33 16,2-2-43-16,-3 4-45 0,1 0-60 15,3 0-89-15,4 4-66 0,-12 0-184 0,12 0-239 16</inkml:trace>
  <inkml:trace contextRef="#ctx0" brushRef="#br0" timeOffset="108940.78">20271 1711 1872 0,'0'0'-59'0,"16"8"54"15,-9-6 31-15,-7-2 27 0,11 13 23 16,-6-7 8-16,4 2 5 0,0 4 6 0,-2-1-8 16,2-1-7-16,4 1-4 15,-4 1-5-15,2-2-8 0,-3 2-9 0,1-3-13 16,2 4-29-16,-3-2-36 0,0-3-46 15,1-1-46-15,-1 2-85 0,-3-4-88 16,4 0-146-16,-4 0-103 0,4-2-40 0</inkml:trace>
  <inkml:trace contextRef="#ctx0" brushRef="#br0" timeOffset="109585.51">20640 1707 1623 0,'-5'-2'118'16,"5"2"31"-16,0 0 12 0,0 0 8 15,0 0 10-15,0 0 44 0,0 0 21 0,-18 14 1 16,18-7-3-16,0 1-14 0,2 6-14 16,2 1-17-16,-3 3-18 0,1-1-12 15,1 1-12-15,1 1-17 0,-2-2-8 0,-2 1-15 16,1 0-13-16,-1-1-4 0,0-4-11 15,0-1-20-15,0 0-4 0,0-1-2 16,0-3 0-16,2-1 9 0,-2-7 15 0,0 10 6 16,0-10-5-16,0 0-5 15,0 0-12-15,0 0-8 0,0 0-6 0,0 0-6 16,0-27-6-16,4 11-6 0,0 1-4 16,-1 1-5-16,3 1 1 0,-1 3-11 0,-4-1-3 15,3 3-3-15,0 1-4 0,-1 2-3 16,-3 5 1-16,10-7-5 0,-10 7 1 15,0 0-1-15,0 0 0 0,26 8-8 0,-18-1-10 16,4 2-16-16,-7-2-15 0,5 1-11 16,0 1-2-16,-3 1 4 0,2-1 1 15,-5-1 6-15,3 0 1 0,-4-1 5 16,-1 0 6-16,4 0 6 0,-3-1 3 16,-3-6 4-16,6 8 6 0,-6-8-3 0,0 0 1 15,0 0 1-15,0 0 2 0,25-14 2 16,-16 6 2-16,1-5-2 0,3-2 3 0,1 1-5 15,-3-1 1-15,0 1 4 0,-1 6-1 16,1-2 0-16,-3 5 4 0,-3 1-2 16,6 0-2-16,-11 4-1 0,0 0 1 0,18 6 4 15,-18-6 2-15,12 10 2 0,-6-1 2 16,-3 1-4-16,3 0 9 0,-2 1-4 16,-1 0 1-16,2 1-2 0,-1 0 1 15,-3 0 2-15,5-1-7 0,-4-1-12 0,0-2-34 16,-1 1-49-16,1-1-37 0,2-2-53 15,1-1-50-15,-5-5-69 0,5 8-114 16,-5-8-166-16,8 2-8 0,-8-2 62 0,11 0-183 16,-11 0-213-16</inkml:trace>
  <inkml:trace contextRef="#ctx0" brushRef="#br0" timeOffset="109784.5">21230 1833 1915 0,'0'0'44'0,"0"0"49"15,-3-10 28-15,3 10 15 0,0 0 12 16,0 0 0-16,0 0 12 0,0 0 12 0,0 0-7 16,0 0-9-16,0 0-24 0,-10 24-15 15,10-11-4-15,0 1-16 16,-1 0-35-16,1 1-53 0,-2 0-64 0,2-1-65 16,0 1-76-16,-2-1-106 0,0 1-137 15,2-3-110-15,0-1 48 0,0-3-52 0,0 2-56 16</inkml:trace>
  <inkml:trace contextRef="#ctx0" brushRef="#br0" timeOffset="109952.64">21242 1632 1577 0,'-5'-10'52'15,"-2"0"15"-15,4 3 14 0,-3 3-6 0,6 4-3 16,-2-8-11-16,2 8-4 0,0 0-25 15,-2-9-34-15,2 9-46 0,0 0-78 16,0 0-98-16,0 0-346 0,0 0-70 0</inkml:trace>
  <inkml:trace contextRef="#ctx0" brushRef="#br0" timeOffset="110218.08">21471 1531 1608 0,'-8'-8'102'16,"3"3"44"-16,-1-1 28 0,6 6 15 15,-8-6 0-15,8 6 2 0,0 0 29 16,0 0 25-16,-11 20 6 0,5-7-5 0,3 10-10 16,-1 1-15-16,-3 10-16 0,5 4-19 15,-1-1-18-15,-1 2-12 0,2 0-17 16,0-3-14-16,2 2-16 0,0-9-30 0,0-2-43 15,0-3-77-15,0 0-75 0,2-4-67 16,-2-1-63-16,4-4-75 0,0 1-105 0,-3-3-142 16,3-5-34-16,3-2 53 15,-2-3-189-15,4-2-229 0</inkml:trace>
  <inkml:trace contextRef="#ctx0" brushRef="#br0" timeOffset="110901.85">21972 1363 2054 0,'-2'-12'79'0,"1"5"52"16,-1 0 35-16,2 7 39 0,-9-9 14 15,9 9 3-15,0 0 15 0,0 0 16 0,0 0 7 16,-18 26-1-16,11-4-5 16,-5 9-11-16,0 10-16 0,2 5-23 15,1 7-15-15,5-11-19 0,-5 10-15 0,5-11-17 16,3 0-11-16,-4-1-39 0,-1 1-42 15,5-6-46-15,-3 0-48 0,2-6-54 0,-2-5-69 16,3-5-36-16,-1-4-22 0,0 2-28 16,0-5-13-16,-1-3-10 0,1-1 2 15,2-8 5-15,-2 6 17 0,2-6 24 0,0 0 25 16,0 0 24-16,-11-17 25 0,8 5 19 16,-5-4 30-16,2-3 29 0,-2-2 36 0,3 3 37 15,-1 3 25-15,1 1 13 0,0 0 11 16,1 6 0-16,-1-1-1 0,1 2 9 15,2 2 14-15,2 5 13 0,-5-5 9 16,5 5 11-16,0 0 20 0,0 0-12 16,0 0 0-16,0 0-9 0,27-7-7 0,-13 4-14 15,8-4-7-15,1 0-2 0,-1 0-16 16,8-6-15-16,3 1-13 0,-3 0 2 16,1 1-13-16,-6 1 2 0,-4 2-5 0,-3 6 1 15,-6-2-4-15,-1 4-1 0,0 1 5 16,-2 2 7-16,-4 7-6 0,1-2 16 0,-4 3 9 15,3 3-11-15,-5 1 11 0,-3 3-3 16,3-1 0-16,0 3-1 0,0-3-6 16,0 3 2-16,4 2 29 0,2 0 11 15,-1-1 0-15,3-6-7 0,-5 1-5 16,6-4-4-16,-4-3 0 0,5-3-4 0,-1 1-6 16,-1-2-2-16,1-5 0 0,-9 0-6 15,23-2-5-15,-11-1 4 0,-1-2-7 0,-1-2 11 16,1-1 15-16,-4-2 9 0,3-3 9 15,-4-2 6-15,-2-2-7 0,-2-4-1 16,-2-1-5-16,0-2-9 0,-4 0-8 0,-2 3-8 16,-1 3-6-16,-3 1-10 0,-3 5-32 15,-1 5-31-15,-1 1-35 0,-1 4-43 16,5 2-61-16,-6 4-52 0,0 2-68 16,1 2-107-16,4 1-182 0,1 1-36 15,0 0 61-15,8-1-238 0,1-1-290 0</inkml:trace>
  <inkml:trace contextRef="#ctx0" brushRef="#br0" timeOffset="111334.47">22469 1812 2210 0,'0'0'90'0,"-3"-14"61"0,3 14 62 16,-6-6 54-16,6 6 36 0,0 0 14 15,-4-9-6-15,4 9-14 0,0 0-23 0,0 0 4 16,0 0 9-16,0 0-14 0,0 0-22 15,-14 21-22-15,13-11-24 0,-1 2-19 16,2 0-16-16,-2 2-18 0,-2 1-14 16,4-1-14-16,-2 0-10 0,1-1-10 0,-1-3-14 15,2 2-14-15,0-3-21 0,-2-1-4 16,2-8-23-16,0 14 4 0,0-9-14 16,0-5-6-16,0 0-17 0,0 0-17 0,0 0-18 15,0 0-14-15,0 0-9 0,23-19-5 16,-14 4-6-16,2 0 5 0,9-9 5 0,-4 0 10 15,-2 5-1-15,1 4 7 16,-5 4 5-16,-1 3 3 0,1-2 6 0,-2 6 13 16,-3 0 14-16,-5 4 17 0,13-2 6 15,-13 2-1-15,0 0 1 0,24 10 1 16,-17-4 15-16,-2 1-6 0,4 1 4 0,-4 3-8 16,3-2 1-16,-5 1-2 0,5 0-5 15,-4 0 8-15,2-1-26 0,-2 1-31 0,-1-3-35 16,3 2-44-16,-4-3-39 0,1 2-49 15,-1-4-46-15,3 1-40 0,-1 1-43 16,-4-6-38-16,9 3-28 0,-9-3-29 0,0 0-4 16,0 0 27-16,19-10 9 0,-11 2-621 15</inkml:trace>
  <inkml:trace contextRef="#ctx0" brushRef="#br0" timeOffset="111501.66">22763 1881 2454 0,'11'-19'-164'16,"1"0"61"-16,-3 3 68 0,-1 3 49 0,-3 1 49 16,2 2 39-16,-2 1 33 15,-3 3 19-15,0-2 22 0,0 2 2 0,0 3 7 16,-2 3 1-16,0 0 1 0,0 0-4 15,0 0-18-15,0 0-17 0,11 15-14 0,-11-7-9 16,2 1-19-16,-2 1-17 0,0 0-46 16,3 2-67-16,-3-3-67 0,1 1-45 15,-1 0-46-15,2-1-45 0,0-2-51 0,-2 1-69 16,2-2-108-16,-2-6-87 0,4 6 43 16,-4-6-94-16,0 0-94 0</inkml:trace>
  <inkml:trace contextRef="#ctx0" brushRef="#br0" timeOffset="111634.54">22898 1543 1536 0,'-4'-12'-5'0,"2"2"23"15,1-1 7-15,-1 7-10 0,2 4 4 16,-2-12-6-16,2 12-20 0,-4-5-58 16,4 5-63-16,0-8-122 0,0 8-149 0,8-4 91 15</inkml:trace>
  <inkml:trace contextRef="#ctx0" brushRef="#br0" timeOffset="112152.01">23156 1742 1112 0,'-8'6'117'0,"7"2"47"0,1-8 34 16,-9 7 43-16,9-7 46 0,-4 4 32 0,4-4 14 15,0 0 5-15,-5 10-9 0,5-10-6 16,-2 6-11-16,2-6-21 0,-2 9-17 0,2-9-25 15,2 8-23-15,-2-8-23 0,0 9-14 16,0-9-18-16,0 0-17 0,-2 12-6 16,2-12-22-16,-2 8-4 0,2-8-9 0,-3 6-11 15,3-6-16-15,-9 8-10 0,9-8-9 16,-11 5-3-16,11-5-9 0,0 0-23 0,0 0-16 16,0 0-9-16,-23-13-7 15,23 5-7-15,0 8 3 0,0-15-4 16,0 15 0-16,4-12 5 0,-4 12-4 0,0-8-1 15,0 8-2-15,0 0 14 0,0 0 10 16,0 0 8-16,0 0 5 0,0 0-5 0,27 12 3 16,-22-7-4-16,5 2 8 0,-2-2-1 15,-1 1-7-15,3 0-4 0,-4-1 0 0,-1 0-8 16,-5-5 11-16,11 7-1 0,-5-4 7 16,-6-3 0-16,10 4 3 0,-10-4-9 15,0 0 0-15,20 0 0 0,-20 0-1 0,18-5-7 16,-9 1 2-16,2-1-7 0,-2 1 0 15,-2 0 3-15,-7 4-11 0,16-2 8 16,-16 2-4-16,15-6-6 0,-15 6-1 16,13-3-4-16,-13 3-16 0,17-1-16 15,-17 1-23-15,16-2-22 0,-9 0-25 0,-7 2-28 16,18 0-32-16,-18 0-48 0,15-3-50 16,-8 1-79-16,-7 2-97 0,17-4-139 0,-7 0-157 15,-3 2 46-15,1-2-450 0,-8 4-612 16</inkml:trace>
  <inkml:trace contextRef="#ctx0" brushRef="#br0" timeOffset="112700.81">24128 1570 3109 0,'-16'-6'-33'0,"-1"4"36"16,2 0 25-16,-4 6 32 0,-4 1 27 16,-11 7 38-16,2 1 19 0,-3 8 21 15,7-1 6-15,1 3-3 0,6-1 3 16,3 3-6-16,11-5-8 0,3-1-6 0,4-3-15 16,4 1-9-16,6-2-11 0,3 2-13 15,10 1-7-15,6 0-42 0,3-4-52 0,0-3-70 16,4-2-72-16,4 0-76 0,2-4-73 15,2-5-95-15,4 0-127 0,-3-2-125 16,3-5 46-16,10 0-251 0,-15 0-325 0</inkml:trace>
  <inkml:trace contextRef="#ctx0" brushRef="#br0" timeOffset="112901.48">24739 1695 2223 0,'0'-7'52'0,"-2"1"53"15,2 6 26-15,0 0 33 0,-14-6 34 0,14 6 35 16,-25 14 26-16,0 3 12 0,-4 7 4 15,-5 8 0-15,-2 1-2 0,-1 6-10 0,1 5-7 16,4-1-21-16,-3 3-22 0,7 5-17 16,-3-1-38-16,3 0-12 0,3-5-21 15,1 1-13-15,6-3-37 0,2-11-54 0,5 0-59 16,-2-3-59-16,5-4-67 0,1-7-80 16,3-5-70-16,2-3-75 0,2-3-97 15,0-7-138-15,6 2-30 0,-6-2 61 16,0 0-311-16,26-26-384 0</inkml:trace>
  <inkml:trace contextRef="#ctx0" brushRef="#br0" timeOffset="113100.39">24372 1824 2426 0,'-6'-10'11'16,"-2"2"42"-16,2 2 26 0,6 6 31 16,-9-6 30-16,9 6 25 0,-9-2 10 0,9 2 2 15,0 0-7-15,0 0-5 0,-18 14-15 16,14-8-14-16,4 3-12 0,2 1-10 15,2 2-38-15,0 0-63 0,3 2-82 16,3 1-98-16,5 2-116 0,1-3-163 16,-2-1-163-16,11 5 56 0,-3-8-181 0,4 4-225 15</inkml:trace>
  <inkml:trace contextRef="#ctx0" brushRef="#br0" timeOffset="113802.79">25063 1676 1916 0,'-12'-5'27'0,"3"0"32"0,2 2 22 15,-5 1 21-15,12 2 20 16,-20-5 16-16,7 4-4 0,1-1-2 0,-2 2-11 16,14 0-16-16,-33 3-10 0,17 0-12 15,-6 1-4-15,1 1-15 0,1 3 0 16,-11 1-5-16,5 3-8 0,3-2-5 0,-4 6-4 15,4 1 4-15,2 1-6 0,4-1 3 16,6-3 7-16,-1 3 0 0,2 1 2 0,5-1 2 16,1 1-7-16,4-3-3 0,4 4-1 15,1-2 0-15,5 1-8 0,4-2 2 16,7 4-4-16,3-4-1 0,3-4-11 16,1 1-35-16,6-7-11 0,-3 0-19 15,-1-9-21-15,6 0-15 0,9-3-12 0,-6-3-4 16,13-7 2-16,-4-1 3 0,-2-4 0 15,0 1 5-15,-7-7 9 0,-1-6 11 16,-4-5 8-16,-1-5 7 0,-5-4 14 0,-1-7 6 16,0-8 3-16,5-13 5 0,-1-8-2 15,-4 3 9-15,-1-6-2 0,-2-2 6 16,-4 1 19-16,-8 20 16 0,-1 6 15 0,-7 18 14 16,-2 4 8-16,-4 11-1 15,-2 7-4-15,-3 9-1 0,-5 8 10 0,-7 6 23 16,-10 11 15-16,-10 14 19 0,0 8-1 15,-3 8 18-15,6 6 19 0,-4 20 6 16,5 6 4-16,12-9-7 0,3 21 0 0,8-17 0 16,7 2-5-16,6-3-10 0,8-2-22 15,2-6-8-15,4-5-7 0,4-5-11 0,0-9-10 16,0-11-18-16,-2-3-23 0,8-6-13 16,-3-6-9-16,2-8-1 0,-1-5-1 15,-2-1-9-15,3-7 0 0,9-5 3 0,0-4 4 16,-5-3 8-16,3-4 17 0,-5 1 14 15,-3-1-2-15,-6 6 11 0,-4 3 7 0,-4 2-9 16,0 5-4-16,-4-2-12 0,1 4 0 16,-6 3 1-16,0 0-9 0,0 0 4 15,0 0-10-15,0 0 1 0,0 17-2 16,0-17-11-16,0 15-2 0,2-8-15 16,-1-2-29-16,5 1-22 0,-1 2-30 0,-2-4-33 15,5 2-40-15,-1-1-42 0,0-2-58 16,4-1-85-16,0-1-85 0,1 3-114 0,-3-4-183 15,0 2 38-15,-9-2-476 0,20 2-618 16</inkml:trace>
  <inkml:trace contextRef="#ctx0" brushRef="#br0" timeOffset="114084.76">26240 2034 3314 0,'-30'10'118'0,"-12"0"26"15,-15 5 58-15,-11 3 64 0,-11-5 65 16,-21 6 36-16,-10 3 5 0,1 1-10 16,-10 4-13-16,-4-3-21 0,-10 2-19 0,-7 1-22 15,-11-1-21-15,3 3-21 0,-1-1-26 16,8-2-21-16,9 1-17 0,10-3-21 0,18 1-19 16,29-9-109-16,12 1-32 0,12-2 0 15,15-4 0-15,7 1 0 0,9-2 0 0,6 0 0 16,3-1 0-16,5-1-164 15,4-2-113-15,2 0-61 0,0-6-67 0,10 9-74 16,-1-7-99-16,3-2-129 0,1 0-87 16,1-2 82-16,0 0-559 0,6 0-731 15</inkml:trace>
  <inkml:trace contextRef="#ctx0" brushRef="#br0" timeOffset="116033.69">26580 1719 3246 0,'-25'0'-150'16,"2"-5"54"-16,4 2 29 15,2 3 20-15,3-2 26 0,14 2 24 0,-22 0 15 16,14-2 17-16,8 2 12 0,0 0 18 15,0 0 10-15,0 0 11 0,0 0 6 0,66 14-3 16,-2-5-11-16,14-1-13 0,29 0 3 16,8 0-11-16,2 1-6 0,3-5-13 15,-2 0-31-15,-1 0-28 0,-26-2-12 0,-1-4-14 16,-6 2-32-16,-10-2-34 0,-10 0-31 16,-16-2-16-16,-6 2-13 0,-12 0-53 15,-8-3-69-15,-7 1-116 0,-5-2-79 0,-7 4-36 16,-3 2-31-16</inkml:trace>
  <inkml:trace contextRef="#ctx0" brushRef="#br0" timeOffset="116317.99">27682 1523 1482 0,'0'0'85'15,"0"0"38"-15,-10-5 6 0,10 5-1 0,0 0 7 16,0 0 36-16,0 0 22 0,0 0 29 15,15 21-6-15,-6-8-18 0,9 11-14 0,1-1-17 16,2 5-14-16,0 0-14 0,0-1-14 16,-2 0-12-16,-2 2-11 0,-4-2-11 15,-3-3-2-15,-2-4-11 0,-5-3-7 16,-3 0-5-16,0 0-6 0,0 0-5 16,-3 1-6-16,-5-1-4 0,0-2-11 0,-1 0-30 15,0-2-37-15,-3-2-49 0,0 1-62 16,1-2-68-16,1-1-79 0,1-1-131 15,2-4-205-15,1-2 43 0,6-2-203 0,0 0-274 16</inkml:trace>
  <inkml:trace contextRef="#ctx0" brushRef="#br0" timeOffset="117134.77">29002 1591 2133 0,'-4'-12'-19'0,"0"2"38"16,4 3 30-16,0 0 39 0,0 7 37 0,0-14 45 15,0 14 50-15,0-10 27 0,0 10 12 16,-1-10 1-16,1 10-19 0,0-9-22 0,0 9-26 16,0 0 7-16,0 0 20 15,0 0-13-15,-10 41-9 0,3-8-17 0,0 5-6 16,-2-3-13-16,2 5-19 0,-3-1-5 0,2 0-24 15,1-2-4-15,0 1-13 16,1-4-7-16,-1-2-7 0,6-4-15 0,-3-4-37 16,-2-4-42-16,6-3-40 0,-1-1-48 15,-1-5-52-15,2 1-54 0,-2-7-49 16,6 0-59-16,-4-5-56 0,7 4-65 0,-7-4-82 16,0 0-112-16,23-16 0 0,-12 3-312 15,5-4-418-15</inkml:trace>
  <inkml:trace contextRef="#ctx0" brushRef="#br0" timeOffset="117483.53">29057 1896 2373 0,'0'0'-93'0,"16"-5"47"0,-16 5 36 0,7-2 44 15,-7 2 23-15,11-5 12 16,0 2 9-16,0-1-3 0,4-3 0 0,-2 1-2 16,7-3-2-16,-4 1-3 0,4-4-2 15,3-2-6-15,-1-3-8 0,3-2-2 16,-4-3-3-16,2 1 1 0,-4-2 11 0,-2 1 5 15,-2-2 11-15,-5 4 20 0,0 2 1 16,-5 5 18-16,1 1 3 0,-5 1-5 0,6 5-18 16,-5-1-9-16,-2 7-14 0,2-5-2 15,-2 5 0-15,0 0 5 16,0 0 5-16,-12 32 13 0,8-15-1 0,-2 4 2 0,-1-1 1 16,1 4 3-16,0 0-9 15,2-1-6-15,1-2-9 0,-1 3-5 0,-2-5-9 16,5-1-4-16,-1-1-7 0,0-3-5 15,0 0-2-15,2-2-24 0,0-2-42 16,0-2-57-16,0 1-74 0,0-9-65 0,2 14-61 16,0-9-83-16,1-2-133 0,-3-3-159 15,10 4 63-15,-10-4-284 0,0 0-361 16</inkml:trace>
  <inkml:trace contextRef="#ctx0" brushRef="#br0" timeOffset="117816.95">29581 1864 2255 0,'0'0'-72'16,"0"0"42"-16,0 0 35 0,0 0 38 15,0 0 28-15,0 0 21 0,0 0 16 16,10 15 12-16,-10-15 6 0,4 12 12 0,0-7 4 16,-3 0-1-16,-1-5-4 0,8 11-1 15,-3-5-2-15,0-2 1 0,-1 1-4 0,-4-5-9 16,14 7-8-16,-5-6-9 15,-9-1-15-15,16 2-3 0,-16-2-16 16,20-3-3-16,-9 1-10 0,-2-3-9 0,1 2 2 16,-2-4-10-16,-1 0-4 0,-1-2-5 15,-5-1 0-15,2-2 6 0,-3 0-5 0,-3-5 1 16,0 0-6-16,1 0-2 0,-4 1-3 16,1 3-3-16,-1-1-2 0,1 4-10 15,-4 5-2-15,2-1-6 0,-2 2-30 0,9 4-41 16,-20 0-46-16,20 0-55 0,-14 6-66 15,5 0-88-15,4-1-122 0,-3 3-194 16,5-1 59-16,3-7-225 0,-2 12-296 0</inkml:trace>
  <inkml:trace contextRef="#ctx0" brushRef="#br0" timeOffset="118053.46">29728 1792 2278 0,'0'0'53'0,"0"-9"29"0,0 9 22 16,0 0 29-16,-2-8 15 0,2 8 4 0,0 0 20 16,0 0 22-16,0 0 5 0,0 0-10 15,0 0-15-15,6 21-16 0,-5-11-16 0,4 0-8 16,1 0-16-16,-3-1-11 0,1 3-12 16,2-2-28-16,-3-3-41 0,4 3-55 15,-4-3-63-15,3 1-63 0,-2 1-65 0,3-4-81 16,-1-2-129-16,0 1-190 0,-6-4 42 15,11 3-204-15,-11-3-272 0</inkml:trace>
  <inkml:trace contextRef="#ctx0" brushRef="#br0" timeOffset="118633.54">30165 1780 2149 0,'-44'1'8'0,"44"-1"42"15,-13 0 25-15,13 0 26 0,-16 4 20 0,16-4 23 16,-13 7 9-16,8-5 7 0,-1 4-4 16,-1 0-3-16,4 4 1 0,-1-2-7 15,0-1-8-15,3 1-12 0,-1 1-2 0,0-2-10 16,0 2-5-16,2-9-10 0,-4 13-7 16,4-6-1-16,0-7-7 0,-1 11 2 15,1-11 4-15,-3 6 1 0,3-6 9 0,0 0 13 16,-2 9 11-16,2-9-3 0,0 0-15 15,0 0-9-15,0 0-9 0,0 0-7 16,0 0-9-16,14-31-4 0,-9 22-9 0,1-1-13 16,-1 3 1-16,2-1-4 0,-3 2-5 15,-1 2-8-15,-3 4-6 0,9-6-2 0,-9 6 0 16,0 0-3-16,0 0 0 16,24 9-4-16,-19-4 0 0,1 2-1 15,2 0-3-15,-3 0 1 0,3 3 2 0,-3 0-3 16,1-1-2-16,-1 1-1 0,2-1 1 15,-3-1-7-15,-1 0 1 0,1-1 0 0,0 0-1 16,-1 0 2-16,-3-7-1 0,7 10 3 16,-7-10 1-16,7 2-8 0,-7-2-7 15,0 0-4-15,0 0-10 0,34-12-5 0,-21 5 0 16,7-3 4-16,-3-2-1 0,2 2-3 16,-2 1 6-16,-4 3-3 0,1-1-1 15,-5 2 4-15,2 3 1 0,0 0 0 16,-11 2 2-16,0 0 6 0,22 9 4 15,-16-2 3-15,2-1 0 0,-3 1 2 0,1 2 3 16,-3 1-1-16,1-2-3 0,1 3-6 16,-3-4-5-16,1-1-27 0,-3-6-34 15,4 12-43-15,-4-7-66 0,0-5-50 0,2 12-44 16,-2-12-59-16,0 8-56 0,0-8-71 16,0 0-56-16,0 0-53 0,0 0-372 0,0 0-425 15</inkml:trace>
  <inkml:trace contextRef="#ctx0" brushRef="#br0" timeOffset="118817.53">30515 1886 2371 0,'7'-12'-102'0,"2"2"44"16,-4 1 44-16,1 2 40 0,-2 2 35 0,-4 5 46 16,3-8 5-16,-3 8 19 0,7-4 31 15,-7 4 11-15,0 0-2 0,0 0-10 16,0 0-15-16,16 14-15 0,-10-7-11 16,-2 3-9-16,2 2-10 0,0 0-21 0,-3 1-51 15,3 3-37-15,-2-4-53 0,-1 0-53 16,2-2-58-16,-3 2-67 0,1-5-73 15,-3 3-103-15,4-3-128 0,-2 0 42 0,-2-7-62 16,4 9-64-16</inkml:trace>
  <inkml:trace contextRef="#ctx0" brushRef="#br0" timeOffset="118982.9">30635 1705 1566 0,'-4'-6'28'0,"4"6"14"0,-5-9 8 0,5 9 0 16,-4-8 0-16,4 8-6 0,0 0-6 16,0 0-10-16,-2-9-24 0,2 9-36 15,0 0-45-15,0-5-83 0,0 5-142 0,0 0-150 16,0 0 39-16</inkml:trace>
  <inkml:trace contextRef="#ctx0" brushRef="#br0" timeOffset="119266.92">30864 1428 1284 0,'-3'-9'96'16,"-2"1"36"-16,3 2 10 0,2 6 4 0,-5-6 13 15,5 6-24-15,0 0 37 0,0 0 36 16,-8 23 12-16,5-1-2 0,-3 11-4 15,2 2-7-15,0 6-17 0,2 2-17 16,0 0-12-16,0 3-16 0,-2-1-16 16,4 2-13-16,-3 9-13 0,-1-12-19 0,0-3-59 15,1 0-58-15,-2-1-69 0,3-5-51 16,2-4-67-16,-2-11-89 0,0-3-111 16,2-3-127-16,2-4 1 0,2-5-178 0,3-1-217 15</inkml:trace>
  <inkml:trace contextRef="#ctx0" brushRef="#br0" timeOffset="119918.87">31238 1344 1864 0,'-8'-16'11'16,"3"8"55"-16,-2 3 18 16,7 5 36-16,-9-3 28 0,9 3 53 0,0 0 14 15,-23 18 13-15,14-1 4 0,-6 12-5 16,3 6-6-16,-3 9-12 0,1 5-13 15,5 0-16-15,2-8-14 0,0 0-17 0,1 0-15 16,1 0-13-16,1-4-12 0,1 1-18 16,-1-4-8-16,0-7-36 0,0-3-31 0,0-2-32 15,0-4-23-15,0-5-35 0,3 1-32 16,-3-3-24-16,2-5-27 0,-2 1-15 16,4-7-5-16,-8 8 11 0,8-8 14 0,0 0 15 15,0 0 13-15,-22-17 9 0,14 7 13 16,-2 0 12-16,3-2 20 0,0 5 20 15,-2 0 19-15,4 0 9 0,-3 2 7 16,8 5 6-16,-7-10 4 0,3 7 8 16,4 3 2-16,0 0 19 0,-4-9 22 0,4 9 18 15,0 0-4-15,0 0 2 0,23-7-6 16,-9 4-12-16,4-2 4 0,3-2-1 16,12-2-9-16,-1 0-8 0,-5 1-3 0,5-2-3 15,-7 5-1-15,-7-1 0 0,0 2-8 16,-5 2-5-16,-1 2-2 0,-12 0 0 15,18 2 3-15,-9 1 10 0,-2 6-11 0,-3-1-1 16,-2 1 1-16,0 6-6 0,-2-1 5 16,1 5-6-16,-1-3 17 0,2 2-2 15,2 0-16-15,-1 3-1 0,0 1 0 16,5-3 1-16,-1 1 4 0,1-3 3 16,0-5-3-16,-1 2 1 0,3-5 0 0,-2-1 5 15,1-4-3-15,0 0-6 0,2-2 1 16,-11-2 0-16,23-4 1 0,-10 2-2 15,-2-4 7-15,0-2-1 0,-1 1 18 0,-5-7 17 16,5 4 13-16,-5-5 10 0,0-1 0 16,-1-1-4-16,-4-3-1 0,0-1-3 0,-2 4-9 15,-3-1-6-15,-1 1-7 0,1 1-6 16,-4 4-23-16,-1 2-27 0,-3 3-39 16,3 2-51-16,-4 1-48 0,3 4-50 15,11 0-54-15,-23 6-84 0,10-3-152 16,1 2-73-16,3 2 58 0,0 0-141 0,1 0-150 15</inkml:trace>
  <inkml:trace contextRef="#ctx0" brushRef="#br0" timeOffset="120402.18">31625 1838 1709 0,'0'0'-18'0,"0"0"18"16,0 0 20-16,0 0 15 0,-18 9 25 16,18-9 20-16,-5 13 10 0,3-3-2 0,0 1 0 15,0 1-8-15,2 0 0 0,2 0-11 16,0-1-6-16,1 2-5 0,-1-3-3 0,2 2-3 15,1-4-9-15,4 1-3 0,-2-1-3 16,1 0-2-16,2-3-3 16,-3-1-3-16,4-4-5 0,-11 0-7 0,25 0-1 15,-12-3-3-15,3-2-1 0,-1 0 3 16,-2-2 4-16,2-2 7 0,1 4 13 16,-5-2 23-16,1 2 30 0,-3 1 22 0,0-2 13 15,-9 6 4-15,13-5-13 0,-13 5-8 16,11-2 1-16,-11 2 16 0,0 0-2 0,12 11-8 15,-5-5-7-15,-3-1 1 0,-1 2-7 16,5 2-6-16,-1-1-6 0,1 1-10 16,0-1-6-16,3 1-7 0,1 0-5 0,-3-1-10 15,2-1-14-15,1-1-26 0,3-2-42 16,-3 0-54-16,1-2-65 0,3 2-57 16,-3-4-54-16,1 2-49 0,-2-4-72 15,-12 2-124-15,19 0-83 0,-19 0 47 16,14 2-183-16,-14-2-213 0</inkml:trace>
  <inkml:trace contextRef="#ctx0" brushRef="#br0" timeOffset="121000.08">30763 2467 2211 0,'-4'-15'133'0,"2"2"25"0,0 7-13 16,2-1 5-16,0 7-19 0,0 0 49 15,0 0 43-15,0 0 16 0,-14 41 3 0,7-5-16 16,-2 3-6-16,1 4-9 0,3 11-12 15,-1-10-15-15,4-1-19 0,0 2-12 0,2-3-23 16,0 0-9-16,-2-7-14 16,0-4-22-16,2-6-34 0,0-3-46 0,0-3-46 15,0-5-41-15,0-1-37 0,-2-4-35 16,2 1-40-16,-2-3-36 0,2-7-34 0,0 0-14 16,0 0-11-16,0 0-1 0,0 0-6 15,0 0 13-15,0 0 20 0,-7-38 26 16,9 19 42-16,1-14 39 0,9 0 47 0,-2 1 33 15,3 2 45-15,-1 0 27 0,-1 10 33 16,-2 3 36-16,-4 3 35 0,6 0 29 16,-4 6 27-16,0-1 26 0,2 3 13 0,-4 0 7 15,5 3 6-15,-10 3-2 0,12 0-6 16,-12 0-3-16,0 0-11 0,25 5-10 0,-13 0-20 16,-4 0-10-16,-1-1-11 15,-1 1-4-15,0 0 0 0,-2 0 1 0,0 2 6 16,-4-7-4-16,0 13-17 0,-2-6-8 15,-2 0-9-15,-2 2-15 0,-2-2-8 16,-1-1-23-16,0 1-44 0,-5 0-54 0,-1-1-70 16,3-2-75-16,-1-4-67 0,13 0-67 15,-19-3-64-15,11-4-78 0,5-1-110 0,3-3-53 16,3-4 67-16,7-4-263 0,0 2-310 16</inkml:trace>
  <inkml:trace contextRef="#ctx0" brushRef="#br0" timeOffset="121782.19">31106 2600 2291 0,'0'0'32'0,"10"-6"37"0,-10 6 22 16,0 0 40-16,0 0 47 0,0 0 34 15,12 11 13-15,-9-5 0 0,1 0-2 0,-2 6-5 16,-2-4-13-16,2 1-10 0,-2 1-12 16,0 0-10-16,0-1-14 0,0 1-11 15,-2 0-14-15,-2-1-5 0,-1-1-14 0,2 3-9 16,-5-3-9-16,3-1-9 0,-4 0-13 15,-2-2-10-15,0 2-30 0,0-4-30 0,-3 1-29 16,2-4-37-16,-4 0-25 0,3-4-12 16,-1-3-13-16,5-1-18 0,1-4 18 15,3-2 3-15,5 1 9 0,0-4 14 16,4 5 13-16,1-1 13 0,1 1 24 16,3 2 25-16,1 2 20 0,1 1 19 0,0 3 9 15,3 2 11-15,3 2 7 0,-2 0-1 16,5 2 3-16,-4 0 0 0,8 3-4 15,1-1 0-15,-2-1-7 0,2 2-4 0,2-3-7 16,0 0-16-16,-4-2-14 0,4-2-22 16,-5-2-20-16,3 1-26 0,-4-4-24 15,1-2-27-15,-4 2-9 0,-4-2-17 0,1 0-9 16,-1-5-6-16,-3 1-8 16,-6-3-7-16,2-3-6 0,-2-2 20 0,-1-3 15 15,0 1 19-15,3-10 16 0,-2-5 16 16,4 6 29-16,-2 0 37 0,-1 6 40 0,-3 6 42 15,-1 5 22-15,2 4-8 0,-2 1-2 16,0 2 1-16,-1 2 16 0,-1 6 61 16,0 0 23-16,0 0-2 0,5 26-5 0,-5-11 8 15,-2 5 6-15,-1 3-13 0,3 2-11 16,-1 0-16-16,-1 1-11 0,0-2-12 16,0 0-12-16,2-3-12 0,-2-4-9 15,0-2-3-15,2-1-13 0,0-2-5 16,-1-2-7-16,1-1-8 0,-2-1-8 0,0-1-21 15,2-7-26-15,-2 13-23 0,2-13-22 16,-2 7-31-16,2-7-16 0,0 0-8 16,-5 4 3-16,5-4-8 0,0 0 3 0,0 0 13 15,0 0 7-15,0 0 11 0,7-27 11 16,0 18 17-16,1 3 14 0,-2 0 17 0,2 0 20 16,-8 6 8-16,13-8 9 0,-6 7 20 15,-7 1 10-15,16 0 8 0,-16 0 7 16,13 0 7-16,-13 0 8 0,0 0 4 0,23 0 6 15,-23 0-2-15,14 0-1 0,-14 0-12 16,0 0-3-16,20 0-8 0,-20 0-5 16,16 0-6-16,-16 0-4 0,13 0-15 15,-13 0-24-15,13-2-31 0,-13 2-30 16,15-2-37-16,-15 2-46 0,16-1-57 0,-16 1-49 16,11-4-49-16,-11 4-62 0,0 0-73 15,14-3-120-15,-14 3-86 0,0 0 54 0,0 0-254 16,0 0-319-16</inkml:trace>
  <inkml:trace contextRef="#ctx0" brushRef="#br0" timeOffset="122084.8">29989 3196 2482 0,'-9'9'84'0,"9"-2"24"0,0-7 22 15,29 7 33-15,12-7 8 0,22-5-6 0,14-1-8 16,25-6-17-16,5-2-17 0,2-1-10 16,2 1-13-16,-5 3-14 0,1-4-12 15,-6 1-12-15,-19 6-16 0,-3-1-29 16,-4 1-52-16,-8-1-64 0,-8 1-49 0,-18 3-35 15,-6-1-31-15,-11-1-47 0,-2 4-59 16,-9-2-66-16,-5 2-120 0,-4-1 40 16,-4 4-80-16,0 0-47 0</inkml:trace>
  <inkml:trace contextRef="#ctx0" brushRef="#br0" timeOffset="122399.2">29333 2346 1733 0,'-34'8'140'0,"9"1"-9"15,11-3 2-15,4 2 26 0,9 4 39 0,4-4 38 16,17 11 30-16,18-4 7 0,22 2-1 15,39-1-18-15,20-4-24 0,15-7-26 0,11-2-19 16,4-1-25-16,0-4-22 0,-2 0-23 16,-9-3-26-16,-2 0-33 0,-5-1-40 15,-12-1-59-15,-11 0-47 0,-32 0-44 0,-5 3-27 16,-10-2-25-16,-19 4-19 16,-11 0-33-16,-11-1-50 0,-8 1-66 0,-5-1-140 15,-5 1-56-15,-2 2 53 0,0 0-98 16,0 0-94-16</inkml:trace>
  <inkml:trace contextRef="#ctx0" brushRef="#br0" timeOffset="124931.88">28522 906 1712 0,'-1'-12'-8'0,"-4"0"-1"16,3 5 6-16,-4-3 19 0,6 4 17 15,-1-2 4-15,1 8 17 0,-6-11-3 16,6 11 1-16,-4-9-8 0,4 9-2 15,-1-9-7-15,1 9-1 0,0 0-4 0,-4-8-1 16,4 8-12-16,0 0 5 0,-2-8-5 16,2 8 4-16,0 0-2 0,0 0 8 15,-3-7 9-15,3 7 10 0,0 0 6 0,0 0 4 16,0 0 9-16,0 0-2 0,0 0 3 16,-2-9 1-16,2 9-1 0,0 0 3 0,0 0 1 15,0 0-5-15,0 0-5 0,0 0 1 16,0 0-6-16,0 0-2 15,0 0-9-15,0 0-3 0,-5-5-6 0,5 5-8 16,0 0 3-16,0 0-6 0,0 0-2 16,0 0-3-16,-8 20 16 0,5-11 0 0,-3 5 5 15,3 2 33-15,-6 5 9 0,0 8 6 16,0 3 23-16,-5 0 0 0,3 3 0 16,-1-3-2-16,1 2 5 0,-2 0-7 0,1-1-4 15,3 4-7-15,-3-6-4 0,4 6-4 16,-1 2-8-16,3 3-4 0,-1 7 2 15,-1 7 7-15,2 0-3 0,-1 2-5 16,1 4-1-16,1 4 33 0,-4 9 26 0,4-3-12 16,-1 6-9-16,-1 22-5 0,0-21-11 0,5 1 12 15,-1 4 11-15,1-2-4 16,0-2-5-16,2 0-11 0,2-5-8 0,0-5 0 16,1-3 2-16,-1-5 5 0,3-7-4 15,-3-7-8-15,0-4 8 0,1-3-4 0,-3 0-1 16,4-6 0-16,-2-4 3 0,0-5-1 15,-2-2-4-15,3-2-4 0,-3-2 1 16,0-4-9-16,0 0-7 0,0-3-70 0,4 0 0 16,-4-1 0-16,2-4 0 0,-2 1 0 15,0-1 0-15,0-8 0 0,2 12 0 0,-2-12 0 16,0 11 0-16,0-11 0 0,0 8 0 16,0-8 0-16,0 0 0 0,-2 7-63 15,2-7-233-15,0 0-85 0,-7 3-87 16,7-3-88-16,0 0-124 0,0 0-146 0,-13-14 74 15,6 6-666-15,3-5-869 0</inkml:trace>
  <inkml:trace contextRef="#ctx0" brushRef="#br0" timeOffset="130966.21">18767 1344 625 0,'3'-7'162'0,"1"-3"16"0,1 1-35 0,-2 1 3 15,1-1-2-15,0-1-3 16,-3 3-2-16,1-3-3 0,2 0 12 0,0 4 3 16,-4 0 10-16,0 6-1 0,2-14-6 15,-2 14-15-15,1-11-5 0,-1 11-25 16,0 0-10-16,0 0-9 0,-30 28 19 0,-1 11 19 15,-6 11 23-15,-21 27 18 0,-5 6 18 16,-1 2 1-16,-12 2 20 0,-3 2-9 16,1-1-18-16,6-6 9 0,7-6 8 0,8-10-10 15,12-4-12-15,10-17-18 0,4-5-10 16,7-5-19-16,7-6-11 0,-1-4-13 16,5-7-6-16,6-1-13 0,-4-5-6 15,6 1-9-15,-1-3-11 0,3-1 1 0,-3 0-14 16,2-4-43-16,1 1-34 0,3-6-42 15,-9 9-50-15,6-4-76 0,3-5-75 16,-9 9-100-16,1-6-109 0,2-2-139 0,6-1-98 16,-13 2 72-16,13-2-394 0,0 0-514 15</inkml:trace>
  <inkml:trace contextRef="#ctx0" brushRef="#br0" timeOffset="136480.4">30094 3573 1131 0,'6'-25'276'0,"-6"25"-25"15,0 0-19-15,0-11-12 16,0 11-11-16,0 0-5 0,-3-8 4 0,3 8 2 16,0 0-4-16,-1-8-6 0,1 8-25 15,0 0 15-15,0 0 24 0,0 0 1 16,-11 25-10-16,5-8-4 0,1 2-3 0,-4 1 2 16,4 2-18-16,-5 9-15 0,3 1-13 15,2-9-9-15,-4-1-16 0,4 1-9 0,-1-3-10 16,1-1-15-16,-2-3-5 0,3-4-11 15,1 0-4-15,1-3-10 0,0 1-4 16,2-4 46-16,0-6 13 0,-2 9-3 16,2-9-14-16,0 0-8 0,0 0-11 15,0 0-5-15,7-33-10 0,4 15-8 0,-2-14-8 16,4 2-6-16,3-1-1 0,0 3-15 16,0 2 2-16,-5 6 0 0,-1 5-9 0,-2 3-8 15,1 2-2-15,1 3-2 0,1 3-1 16,0 3-2-16,5 1 3 0,-1 3-4 15,6 6-3-15,0-1 1 0,-2 2 13 0,9 6-15 16,1-1 4-16,-2 1-4 0,-6-5-2 16,-5 0 1-16,-2-4 8 0,1 2-2 0,-3-3 3 15,-3-1 0-15,2-2 11 0,-2 1 8 16,-4 0 9-16,-5-4 3 0,11 1-5 16,-11-1 0-16,0 0-9 0,0 0-2 15,24-7 1-15,-19 0-9 0,-1 1-3 16,-1-6-16-16,4-2-25 0,-2-1-33 0,1-8-37 15,1 3-46-15,-1-1-39 0,2 0-41 16,-2 3-45-16,-1 3-62 0,-1 4-60 0,0 5-54 16,-2 2-48-16,-2 4-96 0,0 0-156 15,0 0 63-15,0 0-473 0,0 0-619 16</inkml:trace>
  <inkml:trace contextRef="#ctx0" brushRef="#br0" timeOffset="136796.21">30782 3541 3020 0,'0'0'-67'0,"0"0"43"0,0 0 25 16,0 0 33-16,0 0 28 0,2 12 31 15,-2-12 15-15,-6 11 27 0,3-2 12 0,1 0-1 16,0 1-7-16,2 0-8 0,0 1-6 16,0-1-7-16,0 0-5 0,2 0-9 15,0 2-4-15,1-5-9 0,3 2-6 0,-1-2-11 16,6-1-4-16,-2-2-6 0,0-3-6 15,-9-1-6-15,21 2-6 0,-21-2-5 0,23-7-6 16,-11-1-3-16,-1-1-3 0,-1-1-2 16,-3-2-4-16,1-2-6 0,-5-1-3 15,2-2 2-15,-3 0-4 0,-4 3-4 16,2-1-3-16,-3-1-17 0,-1 4-25 16,-3 0-45-16,1 5-44 0,-3 1-48 0,-1 4-48 15,-3 0-47-15,13 2-83 0,-30 4-143 16,8 4-118-16,3-2 62 0,2 3-249 0,3-2-287 15</inkml:trace>
  <inkml:trace contextRef="#ctx0" brushRef="#br0" timeOffset="137497.82">31411 3525 2206 0,'0'0'-11'16,"2"9"26"-16,-2-9 21 0,0 0 12 0,4 7 20 16,-4-7 23-16,0 0 41 0,0 0 12 15,7 5 17-15,-7-5 11 0,0 0 5 0,8 3 4 16,-8-3 0-16,0 0-2 0,13 2-16 15,-13-2-16-15,0 0-13 16,20-2-12-16,-20 2-12 0,13-3-10 0,-13 3-9 16,9-7-6-16,-4 3-9 0,-5 4-5 15,7-8-8-15,-7 8-3 0,4-9-4 0,-4 9-2 16,0 0-6-16,-4-8-9 0,4 8-5 16,0 0-1-16,0 0 1 0,-34 8-4 15,16-3-4-15,1 6-2 0,0-2 6 0,-1 4 3 16,6-1-1-16,-2 2 2 0,4-3 4 15,3 2-2-15,2-3-2 0,1 0-3 0,1-1 2 16,1 1 2-16,2 0-4 0,0-10 5 16,7 12-1-16,-4-7-2 0,3 1 1 15,-6-6-1-15,15 6-9 0,-3-6-1 16,-12 0-3-16,25-3 0 0,-11-2-4 16,8-4 0-16,-4 1 1 0,7-8-8 0,0-1 4 15,-2-2-5-15,2 1 3 0,-5 0-7 16,-2 5 1-16,-5 3-1 0,-1-1 1 0,-1 3-2 15,-4 2-2-15,4 0 2 0,-2 2-7 16,0 1 3-16,-9 3 2 0,16 0-3 16,-16 0 1-16,20 4 2 0,-12 3 4 0,2 2 0 15,-3 3 7-15,0 0 3 0,0 2 5 16,-3 0 8-16,-3-1 8 0,5 4 5 0,-6-6 15 16,2 1 10-16,-4 0 9 15,0-2 2-15,0 0 2 0,0-1-4 16,1-1-3-16,-3-1-7 0,2 1-6 0,-3-2-1 15,5-6-8-15,-11 11 1 0,6-8-14 16,5-3-21-16,-11 3-43 0,11-3-46 0,0 0-53 16,0 0-66-16,-23-9-73 0,19 3-64 15,2-1-44-15,2 7-44 0,2-12-40 16,0 5-38-16,1 0-13 0,3 4-24 0,5-2-597 16,-3 1-596-16</inkml:trace>
  <inkml:trace contextRef="#ctx0" brushRef="#br0" timeOffset="138130.37">31811 3674 2768 0,'8'2'-171'0,"-8"-2"53"15,15 4 38-15,-9-3 33 0,-6-1 30 0,0 0 21 16,19-3 16-16,-19 3 14 0,15-4 9 16,-8 0 6-16,5-2-2 0,0-1 2 15,-1-1-7-15,1-3-1 0,1-3 4 0,0 2-7 16,-1-7-6-16,0-4-1 0,4-5-5 16,-1 0-4-16,-3-2 4 0,-3-3-3 0,0-2-6 15,0-5-1-15,-6 2 13 0,1 2 10 16,0 9 18-16,-4 4 9 0,2 5 25 15,-2 3-22-15,0 2-2 0,-2 1-17 0,-2 6-2 16,0 2 10-16,4 4 10 0,0 0 23 16,-23 12-18-16,12-2 19 0,-1 7 9 15,3 2 6-15,-2 7-1 0,3 0-4 16,4-4-2-16,2 0-10 0,2-1-5 16,0 1-7-16,4-3-10 0,-1 3-5 0,6-2-9 15,0-3 2-15,2-3-7 0,1 1-2 16,1-7-6-16,3-2-5 0,-1 0 1 0,0-4-5 15,2-2-1-15,0-2-3 0,2-4 17 16,-2 4 8-16,1-6 16 0,-3 4 19 16,-1-1 17-16,-3-1 4 0,-2 2 1 0,-2 2-11 15,-7 2-10-15,12-4-15 16,-12 4-5-16,0 0-3 0,0 0-11 0,0 0-1 16,8 14-6-16,-8-14 3 0,-4 15-13 15,4-9 4-15,-2 4-6 0,2-2-4 0,0-8-1 16,-2 15-7-16,4-8 3 0,-2-7-7 15,2 12 3-15,2-7-6 0,-4-5 0 16,12 9-3-16,-5-7 3 0,1 1-4 0,-8-3-7 16,12 7 0-16,-5-2-6 0,0 2-2 15,-1 2 4-15,-2 3-1 0,-1 3 5 0,1 0 8 16,-4 4 18-16,0 0 23 0,0 0 6 16,-4 5 6-16,2 0 19 0,-1-1 21 15,-1-2-5-15,0-1-2 0,1-3-8 16,-1-3-8-16,2 2-5 0,-3-4-5 15,4-1-4-15,-3-1-5 0,2-2-6 0,-2-1-1 16,1-1-9-16,-3-1-6 0,6-5-18 16,-16 6-30-16,7-6-49 0,9 0-64 0,-28-3-87 15,10 0-91-15,0-1-92 0,-7-1-90 16,0 3-108-16,-17-1-184 0,-2 3-5 16,-3 8 89-16,-14-2-560 0,-6 7-708 0</inkml:trace>
  <inkml:trace contextRef="#ctx0" brushRef="#br0" timeOffset="138846.47">30763 4207 3701 0,'-15'2'84'16,"4"2"24"-16,-1 1 2 0,3 1 21 15,-1-2 34-15,4 4 20 0,-2 3 4 0,3-1-3 16,-1 0-9-16,6 1-16 0,-1 1-11 16,1-2-14-16,1 3-15 0,1-3-11 15,4 3-9-15,1-3-6 0,1 1-12 16,4-1-8-16,-1-3-3 0,3 0-17 16,-2-4-9-16,4-1-14 0,-1-2-13 0,3-2-1 0,-2-1-2 15,2-3-7-15,-4 2 2 0,4-3 0 16,-5 0 3-16,1 2 14 0,-3-1 12 15,1 2 0-15,-7 1 5 0,-5 3 2 16,13-5-1-16,-13 5-9 0,0 0 1 0,0 0 4 16,20 8 7-16,-18 0-7 0,3 1-3 15,-1 0-4-15,1 4-1 0,4-1-1 0,-2 0 1 16,0-3-6-16,5 2 5 0,-2-1-4 16,1-2-3-16,1 0 0 0,1-3 7 15,-2 0-2-15,5-3-3 0,-4-2-4 0,-12 0 1 16,36-7-6-16,-16 0-2 15,1 0-4-15,-2-1 14 0,-2 1 10 0,1-3 8 16,-3 3 2-16,-4-3 2 0,1 3 2 16,-3 2 4-16,0 0-4 0,-1-1-5 0,0 3-7 15,-8 3-11-15,11-6-5 0,-11 6-1 16,0 0 0-16,0 0-2 0,17 3-5 0,-17-3 1 16,10 6-11-16,-10-6-18 0,10 9-22 15,-6-6-32-15,-1 1-36 0,3-1-29 0,-6-3-25 16,9 7-10-16,-3-5-6 0,-6-2 7 15,10 3 11-15,-10-3 2 0,0 0 7 16,20-8 8-16,-12 4 10 0,3-3 13 16,-1 1 12-16,0-3 12 0,1 0 7 15,-2-1 17-15,0 3 29 0,-2-2 27 0,-2 4 13 16,3-1 9-16,-5 3 2 0,4-1-2 16,-7 4-3-16,7-4 7 0,-7 4 11 0,0 0-9 15,0 0-3-15,8 15 0 0,-8-5-2 16,0-2-7-16,2 1 0 0,-4-1-40 0,2 0-38 15,0 1-51-15,0 0-50 0,0-2-51 16,0 1-41-16,2-2-43 0,-2-6-42 16,0 10-50-16,0-10-82 0,1 3-84 0,-1-3 16 15,0 0-225-15,0 0-266 0</inkml:trace>
  <inkml:trace contextRef="#ctx0" brushRef="#br0" timeOffset="139081.76">31625 4241 1967 0,'7'-27'-23'0,"-1"4"54"0,1 0 45 16,-1 3 40-16,-2 4 41 15,2 1 54-15,-4 3 27 0,1 1 20 16,-1 5 4-16,0-3 0 0,-2 9-5 0,2-8 10 16,-2 8 23-16,0 0 2 0,0 0-10 15,0 0-14-15,-2 27-33 0,-2-11-25 0,1 5-19 16,-5 10-17-16,1-5-19 0,0 7-11 16,2 1-25-16,1-7-33 0,-2-2-63 15,5-2-49-15,-1 2-54 0,2-1-58 0,0-4-43 16,0-1-44-16,2 1-50 0,-1-1-29 15,3-2-29-15,0 0-19 0,0-6-15 16,-1-1-8-16,4-2-4 0,0-4 15 0,-1 2 25 16,-1-4 38-16,1 0-553 0</inkml:trace>
  <inkml:trace contextRef="#ctx0" brushRef="#br0" timeOffset="139146.51">31672 4538 2055 0,'14'3'-166'0,"-14"-3"24"16,0 0 28-16,0 0 12 0,0 0 14 0,9-9 7 16,-9 9 1-16,0 0-13 0,0 0-25 15,0 0-50-15,0 0-140 0,-15-18 177 0</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11-16T03:15:41.310"/>
    </inkml:context>
    <inkml:brush xml:id="br0">
      <inkml:brushProperty name="width" value="0.05292" units="cm"/>
      <inkml:brushProperty name="height" value="0.05292" units="cm"/>
      <inkml:brushProperty name="color" value="#FF0000"/>
    </inkml:brush>
  </inkml:definitions>
  <inkml:trace contextRef="#ctx0" brushRef="#br0">16041 2063 864 0,'-9'2'204'0,"2"0"-13"0,7-2-14 0,-11 0-19 15,11 0-11-15,0 0-14 0,-14-4-7 16,14 4-14-16,-11-7 8 0,5 2-1 16,-1-4-7-16,6 1 13 0,-5-1-1 0,2-3 5 15,-1-2-5-15,-1-1 6 0,2-6-7 16,-2-1-7-16,2-4-2 0,4-1-21 0,0-13-10 15,2-2-5-15,10-4-6 0,3-5-11 16,10 6-14-16,2 1-6 0,3 1-2 16,6 4 0-16,8 7-12 0,2-1-7 0,1 4-6 15,5 2 9-15,1 3-8 0,-3 7-5 16,1 0 5-16,-10 4 2 0,-3 4-11 16,-10 4 2-16,-5 0 0 0,-6 3-4 0,2-1 4 15,-6 1 0-15,-1 0 1 16,-1 1-3-16,1 1 1 0,-12 0-5 0,13 0 0 15,-13 0-12-15,11 1-30 0,-11-1-33 16,10 4-47-16,-10-4-63 0,6 5-87 0,-6-5-122 16,0 0-186-16,0 0 30 0,0 0-131 15,0 0-174-15</inkml:trace>
  <inkml:trace contextRef="#ctx0" brushRef="#br0" timeOffset="283.69">16629 1223 1868 0,'0'0'28'0,"-4"-5"35"0,4 5 4 16,0 0 21-16,0 0 9 0,0 0 15 0,0 0 1 16,24 0-4-16,-24 0-10 0,29 8-15 15,-14-3-1-15,2 3-8 0,1 1-7 16,-6 1-5-16,2 2-4 0,-3 3-1 0,0-2-8 15,-8 2 0-15,-3-1-7 16,0 0-3-16,-1 3 13 0,-3-2-22 0,-6 4 0 0,0-2-5 16,-1 0-1-16,1-1-5 15,-1-1-12-15,6-3-28 0,-4-1-33 0,4-2-48 16,-1-2-50-16,4 1-73 0,0-6-104 16,2-2-181-16,-1 8-1 0,1-8-40 15,0 0-51-15</inkml:trace>
  <inkml:trace contextRef="#ctx0" brushRef="#br0" timeOffset="732.29">17240 2346 1604 0,'-14'5'109'0,"5"-2"45"15,9-3 19-15,-15 4 22 0,15-4 22 0,-10 2 18 16,10-2 17-16,0 0 15 0,0 0-9 16,0 0-25-16,0 0-26 0,-7-14-23 0,16 2-22 15,11-9-13-15,6-4-19 0,12-4-12 16,10-3-15-16,3 1-8 0,13 4-9 15,13-7-12-15,-10 9-7 0,19-2-5 16,-11 7-8-16,-1 8-5 0,2-3-5 16,-2 8-7-16,-4-3-4 0,-2 5-2 0,-12 2-4 15,-10-1-3-15,-10 4 0 0,-11-2-4 16,-2 2-2-16,-6 0 0 0,1 0-2 0,-5 0 5 16,0 0 0-16,-13 0-2 0,19 0 4 15,-19 0-8-15,16 0 0 0,-16 0-2 16,0 0 1-16,16 0-2 0,-16 0-18 0,0 0-41 15,14 0-54-15,-14 0-72 16,0 0-105-16,0 0-127 0,6 6-169 0,-6-6-109 0,0 0 74 16,0 0-346-16,0 0-432 0</inkml:trace>
  <inkml:trace contextRef="#ctx0" brushRef="#br0" timeOffset="1298.93">18799 2060 2536 0,'0'0'-13'0,"0"0"45"0,4-6 12 15,-4 6 7-15,0 0 10 0,1-10 10 16,-1 10 13-16,3-8 19 0,-3 8 13 0,0 0 4 16,-6-13 2-16,0 7-19 0,6 6-9 15,-11-10-1-15,4 8-5 0,-5-2-13 16,12 4-7-16,-25-2-1 0,12 2-4 0,13 0-3 15,-33 6-5-15,18-6-11 16,-4 6-1-16,5 0-6 0,2-2-3 0,-1 6 0 16,4-5 1-16,4 3 2 0,-1 2 20 15,2 1 7-15,1 1 10 0,3 0 15 0,0 5 11 16,2 0-4-16,-1-1-6 0,3 2-6 16,2-1-8-16,-1 4-7 0,3-3-8 15,-4-1-1-15,0-1-5 0,2 1-4 0,-3 0 4 16,1-3 18-16,-2 3 9 0,0-3 20 15,-4-1 11-15,-4 3 12 0,3-1-1 0,-5-3 2 16,2 4 1-16,-4-4-20 0,3-2-4 16,0 2-15-16,-4-4-4 0,4-2-6 15,0-1-8-15,-4-2-35 0,11-3-58 16,-14 0-65-16,14 0-78 0,-18-14-90 16,13 6-92-16,-1-5-110 0,2-1-126 0,4 2-177 15,4 0 69-15,0-4-498 0,-1 3-655 16</inkml:trace>
  <inkml:trace contextRef="#ctx0" brushRef="#br0" timeOffset="1982.28">18892 2307 3115 0,'7'4'-43'16,"-7"-4"60"-16,0 0 35 0,13 2 30 16,-13-2 33-16,0 0 16 0,0 0 22 15,0 0 5-15,11 1-3 0,-11-1 8 16,0 0 0-16,0 0-10 0,21-1-10 0,-21 1-14 15,17-6-13-15,-7 4-10 0,-10 2-12 16,14-5-6-16,-5 3-8 0,-9 2-5 0,13-8-9 16,-10 6-1-16,-3 2 0 0,11-8-4 15,-11 8 0-15,1-4-9 0,-1 4-10 16,0 0-3-16,0 0-7 0,0 0-1 0,0 0-3 16,0 0-3-16,-37 18-4 15,28-7-3-15,-2 1-1 0,-1 2-2 0,1 1-5 16,6-1 3-16,1 3 2 0,0 0-2 15,1-1-1-15,3 0-1 0,5-1 0 0,4 3 2 16,0-7 0-16,5 1 1 0,7-1 1 16,5-1-2-16,5-5-4 0,-1-3-3 15,15-7-9-15,7-5-12 0,-2-6-6 0,2-3-11 16,-5-6-5-16,-1-4-5 0,0-2-4 16,-6-10 7-16,2-1 3 0,-6-8 3 0,-2-1 4 15,-4-5-1-15,-1-2 4 0,2-18 1 16,-14 9 1-16,0 0 3 0,-5 6 18 15,-7 6 24-15,-1 15 22 0,-4 11 6 0,-2 6-2 16,0 6-8-16,-5 5-2 16,-3 7-4-16,-5 4 3 0,-4 7 0 0,-8 10 3 0,1 4 1 15,3 7-6-15,-6 10-2 16,6 4-3-16,5 0-1 0,-2 4-1 0,6 1-4 16,9-5 2-16,-3-1-24 0,8-1-27 15,0-2-40-15,2-8-50 0,6 5-57 16,-2-9-50-16,3-6-57 0,1-2-44 0,-1-5-37 15,1-3-3-15,1-2 18 0,-2-4 31 16,3-1 50-16,-12-2 48 0,15 1 65 0,-6-1 67 16,-9 0 56-16,0 0 53 0,12 4 39 15,-12-4 28-15,0 0 26 0,0 0 19 16,16 2 22-16,-16-2 20 0,0 0 9 16,0 0 2-16,0 0-6 0,13 0-13 15,-13 0-19-15,0 0-9 0,0 0-16 0,0 0-16 16,0 0-31-16,0 0-49 0,20-2-72 15,-20 2-87-15,0 0-116 0,7-5-148 16,-5 1-206-16,-2 4-35 0,0 0 68 0,0 0-248 16,0 0-300-16</inkml:trace>
  <inkml:trace contextRef="#ctx0" brushRef="#br0" timeOffset="4565.07">13618 7285 2187 0,'0'0'-17'15,"0"0"48"-15,0 0 39 0,11-3 34 0,-11 3 30 16,0 0 27-16,0 0 38 0,0 0 16 16,6-7 16-16,-6 7 12 0,0 0 11 15,0 0 2-15,3-7 7 0,-3 7 5 0,0 0 11 16,0 0-1-16,0 0-1 0,2-6 0 15,-2 6-6-15,0 0-5 0,0 0-6 16,0 0-2-16,0 0-13 0,0 0-15 0,0 0-23 16,0 0-21-16,-5-13-16 0,5 13-8 15,-10-9-9-15,10 9-80 0,-9-8-73 16,1 3 0-16,0-2 0 0,-3 2 0 16,1 0 0-16,-3-2 0 0,-1 0 0 0,1 1 0 15,0-2 0-15,-2 4 0 0,0-3 0 16,-1 3 0-16,3-2 0 0,-1-2 0 0,2 4 0 15,0 0 0-15,-1-2 0 0,2 1 0 16,-2 3 0-16,2-2 0 0,-1 0 0 0,1 0 0 16,0 4 0-16,11 0 0 0,-21-5 0 15,10 4 0-15,-3 1 0 0,14 0 0 0,-25-2 0 16,12 4 0-16,-1-1 0 0,1 1 0 16,-1 1 0-16,0-1 0 0,-1 4 0 0,-1 0 0 15,3-1 0-15,-1 1 0 0,0-2 0 16,0 4 0-16,1-2 0 0,-3 2 0 15,3-1 0-15,-1 1 0 0,1 1 0 16,1-1 0-16,-2 0 0 0,3 1 0 0,-7 3 0 16,7-4 0-16,-3 2 0 0,3 0 0 15,0-2 0-15,1 2 0 0,1-1 0 0,-1-2 0 16,2 2 0-16,1-4 0 0,-3 5 0 16,3-1 0-16,0-1 0 0,0 0 0 0,3 1 0 15,-3 0 0-15,1 1 0 0,0 0 0 16,0 0 0-16,3 2 0 0,-3-3 0 0,3 7 0 15,-5-4 0-15,2 1 0 0,0-1 0 16,2 1 0-16,3 1 0 0,-3 1 0 16,0-3 0-16,2 0 0 0,1 2 0 15,1-3 0-15,-2 3 0 0,-1-2 0 0,3 0 0 16,0 2 0-16,0-2 0 0,3 1 0 16,-3-1 0-16,0 0 0 0,2 2 0 0,-1-2 0 15,-1 2 0-15,4-2 0 0,0-1 0 16,-2 4 0-16,-1-4 0 0,3 1 0 15,-2 3 0-15,3 0 0 0,-3-3 0 0,5 2 0 16,-2-1 0-16,-1 3 0 0,2-3 0 16,-1 1 0-16,3 1 0 0,-4-1 0 0,4 2 0 15,-1 0 0-15,0 0 0 0,2 1 0 16,-2 1 0-16,0-1 0 0,4-1 0 0,-4-2 0 16,2 4 0-16,0-4 0 15,0 0 0-15,-2 1 0 0,2-3 0 0,2 1 0 16,-2 1 0-16,0-2 0 0,1-2 0 15,-1 2 0-15,2-2 0 0,0-1 0 0,0 1 0 16,2 1 0-16,-1-3 0 0,1 1 0 16,1-1 0-16,-2-3 0 0,4 1 0 0,-3 0 0 15,5-2 0-15,-5 0 0 0,-1-1 0 16,1 1 0-16,-1-2 0 0,0 0 0 0,1 2 0 16,-2-2 0-16,3 0 0 0,-1-2 0 15,-1 0 0-15,1 0 0 0,1 0 0 0,1 0 0 16,1-2 0-16,0-4 0 15,4 4 0-15,-6-3 0 0,6 1 0 0,-4 0 0 16,6-2 0-16,-3-2 0 0,1 1 0 16,2-1 0-16,-5 2 0 0,3-2 0 0,-4 1 0 15,4-2 0-15,-4 0 0 0,4-2 0 16,-4 1 0-16,2-2 0 0,-2 0 0 0,-2 0 0 16,-1 3 0-16,1-2 0 0,-3 2 0 15,0-1 0-15,-1 0 0 0,1 0 0 0,2 0 0 16,-4 0 0-16,0-3 0 0,-2 1 0 15,5 1 0-15,-4-1 0 0,-1 1 0 0,3-3 0 16,0-1 0-16,-3 1 0 0,0-1 0 16,2 2 0-16,-4-3 0 0,3 2 0 15,-5-1 0-15,3-1 0 0,0 1 0 16,-2 1 0-16,0-1 0 0,-1 0 0 0,-3 2 0 16,2 0 0-16,0-1 0 0,-2 3 0 15,0-4 0-15,2 1 0 0,-4 2 0 0,2-5 0 16,0 5 0-16,-2-6 0 0,0 1 0 15,2-1 0-15,-3 1 0 0,1 0 0 0,-2 0 0 16,0 0 0-16,-2-3 0 16,2 4 0-16,1-1 0 0,-5 1 0 0,5-1 0 15,-3 3 0-15,-1-1 0 0,2-1 0 16,-1 4 0-16,-1-1 0 0,2 1 0 0,-6-2 0 16,4 3 0-16,0-2 0 0,-4 3 0 15,0-2 0-15,-2 0 0 0,-1 2 0 0,0-2 0 16,-4-1 0-16,2 5 0 0,-4-2 0 15,3 3 0-15,-4 0 0 0,4 3 0 0,-5 2 0 16,0 1 0-16,-3 4 0 0,0 1 0 16,-9 3 0-16,0 2 0 0,2-1 0 0,-1 1 0 15,-2 3 0-15,6-1 0 0,6-2 0 16,1-2 0-16,5 2 0 0,2-3 0 0,-1 1 0 16,5 0 0-16,2-2 0 0,-1 0 0 15,2-1 0-15,5 1-605 0,-1 0-380 0,4-5 80 16,-4 7 96-16,4-7-853 15,0 0-1099-15</inkml:trace>
  <inkml:trace contextRef="#ctx0" brushRef="#br0" timeOffset="8367.79">14041 7210 4158 0,'0'0'-257'0,"-6"3"54"0,6-3 52 15,0 0 47-15,-8 6 30 16,8-6 30-16,0 0 23 0,0 0 14 0,-7 1 6 16,7-1 17-16,0 0 8 0,0 0 6 15,0 0 6-15,0 0 11 0,0 0-3 0,0 0 16 16,0 0 13-16,0 0 6 0,18-20 6 16,-8 15-3-16,3-2-6 0,1-3-8 0,3-1-7 15,0-1 3-15,10-4-9 0,0 1-3 16,2-3-8-16,-2 0-5 0,0 1-4 0,4 0-3 15,-3 0-3-15,1-2 1 0,0 3-4 16,-5-4-5-16,5 5 2 0,-4-3-1 16,2 2 2-16,-1 0-1 0,-7 1 12 15,6-1 2-15,0-3-2 0,-3 5 0 0,-1 0-2 16,-3 3 0-16,7-7-4 0,-1 3-6 16,-5 1-2-16,-1 2 0 0,-1-1-3 15,4-5 2-15,-3 3-2 0,5-2-6 0,-5 3 2 16,-1 1-2-16,6-6 1 0,0 1 0 15,2-3 0-15,-3 4 2 0,3 1-2 0,-4-4-3 16,2 3 2-16,1 2 2 0,-1-1-1 16,0-1 1-16,2-1-2 0,0 0-2 0,-1 1 3 15,3 0-4-15,-4 2-1 16,0-3-3-16,6 3 3 0,-2-3-2 0,-9 5-1 0,7-5 0 16,-4 7 1-16,-6 1 0 0,3-1-3 15,-5 2 0-15,-1 4 1 0,-1-3 0 16,0 1 15-16,-1-2 10 0,-3 4 1 15,4-1 4-15,-2 2 3 0,0-4-4 0,2-3 1 16,5-1-4-16,0 0-2 0,9-5-6 16,0-2-4-16,2-1 1 0,2 1-3 15,1 0-5-15,3 1 1 0,4-5-4 0,-4 4 3 16,-1 1-3-16,-3 3-2 0,-1 1 1 16,-3-1-1-16,-2 3 0 0,-8 4-1 15,5-3 1-15,-7 5 0 0,0-3 0 0,0 2-1 16,-1 2-2-16,-1-2 1 0,0 0-1 0,3-6 1 15,1 1-1-15,5 0-1 0,3-4 3 16,1 1 0-16,-3 1 0 0,4-3-5 16,2 2-1-16,-1-3 1 0,-1 1 4 15,1-1-6-15,-5 9 2 0,-1-3 3 0,-3 4-3 16,-2-5 2-16,2 1-1 0,-5 4-1 16,-1-1 2-16,-2 5-2 0,3-6 0 0,-3 3 2 15,-1-1 0-15,0 1-2 0,1 0 2 16,1-1-4-16,-2 1 2 0,1-3 0 15,4-1 0-15,5 1-1 0,5-7-2 0,3 3 2 16,-7 2-2-16,0 2-1 0,-2-1 2 16,12-4 2-16,-3 0-2 0,1 0 1 0,-2 2-2 15,-2 1 3-15,-8 3-1 16,5 1 2-16,-8 2-7 0,4-4 6 0,-3 4-1 16,0-3-2-16,1 2 5 0,-1 0-3 15,1-1 1-15,-1-1 1 0,2 1-2 0,2-4 1 16,0 1-1-16,0 1 0 0,4-2-1 15,4-2 0-15,4 1 1 0,-2-3-2 0,-9 5 2 16,9-3 1-16,-4 3 0 0,4-4-1 16,0 1-2-16,-4 4-1 0,-5 1 2 0,2-1 0 15,-6 4 3-15,-2-1 2 16,1-3-6-16,1 4 5 0,-5 0-1 0,4 0 0 16,-1-2 0-16,-2 1 1 0,-3-2-2 15,9-2-3-15,-3 0 0 0,4-1 2 0,6-5 1 16,3-1-4-16,1 3 4 0,0-1-1 15,1 3-1-15,3-4 1 0,-1 1-3 16,-1 3-2-16,0 1 2 0,-6 0 2 0,-7 3-2 16,-2 4 3-16,1-2 2 0,-1-1-1 15,-5 6 0-15,0-3 1 0,3 1 0 0,-2-2 1 16,-1 2 0-16,-1-2-2 0,1 4 1 16,1-6 0-16,-3 2-3 0,3 1 5 0,-1-1 2 15,3 2 4-15,-2-2-3 0,-3-2 0 16,2 5-16-16,3-1 3 0,-6-2 2 15,-1 3 3-15,3-1-1 0,-8 4-1 16,12-7 1-16,-8 5 2 0,-4 2 6 0,9-3 10 16,-9 3 4-16,5-3 2 0,-5 3 7 15,7-3 4-15,-7 3 4 0,0 0 4 0,0 0-3 16,7-6 4-16,-7 6 2 0,0 0 0 16,0 0 4-16,8-1-3 0,-8 1 12 15,0 0-7-15,0 0 2 0,0 0-4 0,0 0-4 16,3-5-1-16,-3 5 1 0,0 0 2 15,0 0 1-15,0 0-5 0,0 0 2 0,0 0-3 16,0 0 13-16,0 0 11 0,0 0 1 16,0 0 3-16,0 0 8 0,0 0 7 15,0 0-1-15,0 0 1 0,0 0-2 16,0 0 2-16,0 0-1 0,0 0 1 0,0 0-4 16,0 0-3-16,0 0-1 0,0 0-12 15,0 0-4-15,0 0 1 0,0 0-10 0,0 0-3 16,9-2-8-16,-9 2-4 0,0 0-5 15,0 0-1-15,0 0-29 0,0 0 0 16,0 0 0-16,0 0 0 0,0 0 0 0,0 0 0 16,0 0 0-16,0 0 0 0,0 0 0 15,0 0 0-15,0 0 0 0,0 0 0 16,0 0 0-16,0 0 0 0,0 0 0 16,0 0 0-16,0 0 0 0,0 0 0 0,0 0 0 15,0 0 0-15,0 0 0 0,0 0 0 16,0 0 0-16,0 0 0 0,0 0 0 0,0 0 0 15,0 0 0-15,0 0 0 0,0 0 0 16,0 0 0-16,0 0 0 0,0 0 0 0,0 0 0 16,0 0 0-16,0 0 0 0,0 0 0 15,0 0 0-15,0 0 0 0,0 0 0 0,0 0 0 16,0 0 0-16,0 0 0 0,0 0 0 16,0 0 0-16,0 0 0 0,0 0 0 15,0 0 0-15,0 0 0 0,0 0 0 0,0 0 0 16,0 0 0-16,0 0 0 0,0 0 0 15,0 0 0-15,0 0 0 0,0 0 0 16,0 0 0-16,0 0 0 0,0 0 0 16,0 0 0-16,0 0 0 0,0 0 0 0,0 0 0 15,0 0 0-15,0 0 0 0,0 0 0 16,0 0 0-16,0 0 0 0,0 0 0 0,0 0 0 16,0 0 0-16,0 0 0 0,0 0 0 15,0 0 0-15,0 0 0 0,0 0 0 0,0 0 0 16,0 0 0-16,0 0 0 0,0 0 0 15,0 0 0-15,0 0 0 0,0 0 0 0,0 0 0 16,0 0 0-16,0 0 0 0,0 0 0 16,0 0 0-16,0 0 0 0,0 0 0 15,0 0 0-15,0 0 0 0,0 0 0 16,0 0 0-16,0 0 0 0,0 0 0 16,0 0 0-16,0 0 0 0,0 0 0 0,0 0 0 15,0 0 0-15,0 0 0 0,0 0 0 16,0 0 0-16,0 0 0 0,0 0 0 0,0 0 0 15,0 0 0-15,0 0 0 0,0 0 0 16,0 0 0-16,0 0 0 0,0 0 0 0,0 0 0 16,0 0 0-16,0 0 0 0,0 0 0 15,0 0 0-15,0 0 0 0,0 0 0 16,0 0 0-16,0 0 0 0,0 0 0 16,0 0 0-16,0 0 0 0,0 0 0 0,0 0 0 15,0 0 0-15,0 0 0 0,0 0 0 16,0 0 0-16,0 0 0 0,0 0 0 0,0 0 0 15,0 0 0-15,0 0 0 0,0 0 0 16,0 0 0-16,0 0 0 0,0 0 0 16,0 0 0-16,0 0 0 0,0 0 0 0,0 0 0 15,0 0 0-15,0 0 0 0,0 0 0 16,0 0 0-16,0 0 0 0,0 0 0 0,0 0 0 16,0 0 0-16,0 0 0 0,0 0 0 15,0 0 0-15,0 0 0 0,0 0 0 16,0 0 0-16,0 0 0 0,0 0 0 15,0 0 0-15,0 0 0 0,0 0 0 0,0 0 0 16,0 0 0-16,0 0 0 0,0 0 0 16,0 0 0-16,0 0 0 0,0 0 0 0,0 0 0 15,0 0 0-15,0 0 0 0,0 0 0 16,0 0 0-16,0 0 0 0,0 0 0 16,0 0 0-16,0 0 0 0,0 0 0 0,0 0 0 15,0 0 0-15,0 0 0 0,0 0 0 16,0 0 0-16,0 0 0 0,0 0 0 0,0 0 0 15,0 0 0-15,0 0 0 0,0 0 0 16,0 0 0-16,0 0 0 0,0 0 0 0,0 0 0 16,0 0 0-16,0 0 0 15,0 0 0-15,0 0 0 0,0 0 0 0,0 0 0 16,0 0 0-16,0 0 0 0,0 0 0 16,0 0 0-16,0 0 0 0,0 0 0 0,0 0 0 15,0 0 0-15,0 0 0 0,0 0 0 16,0 0 0-16,0 0 0 0,0 0 0 0,0 0-149 15,0 0-138-15,-11 17-49 0,10-12-62 16,-3 4-65-16,0-1-65 0,0 2-60 16,-2 1-132-16,-1 1-4 0,1-2 64 0,2 1-475 15,1-3-604-15</inkml:trace>
  <inkml:trace contextRef="#ctx0" brushRef="#br0" timeOffset="9615.42">18046 5343 2949 0,'5'-6'-90'0,"-5"6"57"0,0 0 48 15,0 0 38-15,3-5 34 0,-3 5 34 0,0 0 28 16,6-7 12-16,-6 7 13 0,0 0 7 16,3-7 0-16,-3 7 0 0,0 0 4 15,2-6-10-15,-2 6-2 0,0 0-13 16,0 0-7-16,4-7-10 0,-4 7-16 0,0 0-13 16,0 0-14-16,0 0-8 0,0 0-14 15,0 0 6-15,0 0-3 0,0 0-1 16,0 0 3-16,0 0 2 0,-2 26-3 0,0-18 1 15,2 4 5-15,-2 0-6 0,1 5 9 16,-1 2 9-16,-2 3 8 0,2 5 9 0,0-4-6 16,-4 10-3-16,2 1 3 0,-1 1-2 15,-1-3-3-15,1 0-3 0,1-3-17 16,0-6-7-16,0 1-5 0,-4 7-2 0,3 2-6 16,-1-8-4-16,2-2-4 0,-4 9 1 15,4-4-2-15,1-3-5 0,-3-1-3 0,1 8-13 16,-1-9-36-16,1-1 0 15,4 1 0-15,-3-1 0 0,2-5 0 0,-2 4 0 16,3-2 0-16,-3-3 0 0,2 0 0 16,0 1 0-16,-2 0 0 0,3-1 0 0,-1-1 0 15,-3 0 0-15,1 1 0 0,3 0 0 16,-1-3 0-16,-2 3 0 0,2-3 0 0,0 1 0 16,1 1 0-16,-3 1 0 0,0 1 0 15,2-1 0-15,-1 2 0 0,2 0 0 0,-3-2 0 16,0 4 0-16,2-2 0 0,1 3 0 15,-1-1 0-15,-2 3 0 0,0-1 0 16,2-3 0-16,2-1 0 0,-1 3 0 0,-4 0 0 16,3 0 0-16,0-3 0 0,0 2 0 15,2-3 0-15,-1 0 0 0,1 0 0 16,-2-3 0-16,2 2 0 0,-2-2 0 16,0 2 0-16,2-4 0 0,0 2 0 0,0-1 0 15,0 1 0-15,0-2 0 0,0-1 0 16,-2 3 0-16,2-2 0 0,2 4 0 0,-2 0 0 15,0-2 0-15,0 3 0 0,2-2 0 16,-2-1 0-16,0 1 0 0,0 1 0 0,0 2 0 16,2-1 0-16,0 2 0 0,-2 0 0 15,0-2 0-15,1 2 0 0,1 6 0 0,0-4 0 16,0-1 0-16,1 2 0 16,0 2 0-16,-3 0 0 0,2-2 0 0,-2 4 0 15,2-3 0-15,0 4 0 0,0-2 0 16,0 0 0-16,0 0 0 0,-1-1 0 0,-1-3 0 15,0-3 0-15,2-1 0 0,-2 1 0 16,0-3 0-16,0-1 0 0,0-4 0 0,0 0 0 16,0 1 0-16,0-4 0 0,2-1 0 15,-2 1 0-15,0 1 0 0,0-8 0 0,2 9 0 16,-2-9 0-16,2 9 0 0,-2-9 0 16,0 7 0-16,0-7 0 0,0 6 0 0,0-6 0 15,0 0 0-15,-2 9 0 0,2-9 0 16,0 0 0-16,0 0 0 0,-2 7 0 15,2-7 0-15,0 0 0 0,0 0 0 16,0 0 0-16,0 0 0 0,-29-12-388 0,20 2-601 16,-2-1 73-16,-3-3 102 0,-4-11-915 15,-2-2-1162-15</inkml:trace>
  <inkml:trace contextRef="#ctx0" brushRef="#br0" timeOffset="10897.9">19315 7671 4327 0,'-11'0'-246'15,"-3"3"54"-15,3 0 56 0,2-3 49 16,9 0 42-16,-18 1 39 0,9 1 38 0,9-2 31 16,-14 0 19-16,14 0 13 15,-11 1 5-15,11-1 1 0,0 0 3 0,-13 0 2 16,13 0-11-16,0 0 8 0,0 0 1 16,0 0-1-16,0 0 4 0,0 0 3 0,22-15-7 15,-4 10-5-15,3-4-6 0,10-3-6 16,5-3-8-16,0 1-8 0,7-3-7 0,7 2-4 15,0-1-6-15,1-1-4 0,4 0-6 16,4-2-3-16,2-1 1 0,2 4-1 16,2-3 6-16,4 2-5 0,-2-1 3 15,-1-3-3-15,3 1-3 0,-7 2 3 16,-2-1 8-16,-3 2 0 0,-4-2-11 0,-3 4 1 0,-3-1-4 16,-11 4-3-16,-5-2 12 15,-2 3-1-15,-6 2 0 0,-4 1 8 0,-4 6 3 16,1-4-6-16,-4 0 3 0,1 3-7 15,-2-1-1-15,0 0-1 0,-1 0-7 0,-1 2-6 16,0-2 4-16,1 2-6 0,-10 2-1 16,19-6-4-16,-9 2-2 0,5-3-1 0,1 3 1 15,4-2-5-15,1-2 0 0,12-3-7 16,-1 2 3-16,0 0 0 0,2-1-2 0,4 3 0 16,3-3-3-16,0 3-2 0,-1 2 1 15,6-2-5-15,-4 1 2 0,0 0 0 0,-6 1 1 16,-5 2 1-16,-6-2 0 15,-5 1-5-15,0 2 1 0,-3-1 4 0,0-2-2 16,-1 2 3-16,-4-1-1 0,4 1 1 16,-1-2 0-16,1-1-2 0,-2 1 6 0,2 2 14 15,1-1 14-15,4-4-5 0,2 3-5 16,2 0-1-16,1-1 7 0,11-1-11 0,-3 3 2 16,4 0-4-16,2-3 3 0,-2 1-4 15,2 2 0-15,2-4-6 0,-2 3 4 16,0-1-10-16,2-2 2 0,0 2 7 0,0 0-6 15,-1-1-4-15,4 2 5 0,-6-2-5 16,4-1 4-16,-13 6 3 0,-4-4-5 16,-4 4 20-16,-3-1 16 0,-2 1 4 15,-4-2 6-15,-2 4 5 0,3-2 5 0,-6 0-1 16,-8 2 6-16,14-2-2 0,-5 0-2 16,-9 2-32-16,11-4-33 0,-11 4 0 0,9 0 0 15,-9 0 0-15,0 0 0 0,12-3 0 16,-12 3 0-16,0 0 0 0,11-1 0 0,-11 1 0 15,0 0 0-15,9-2 0 0,-9 2 0 16,0 0 0-16,0 0 0 0,0 0 0 0,9-2 0 16,-9 2 0-16,0 0 0 0,0 0 0 15,0 0-302-15,0 0-296 0,-31-2-157 0,31 2-127 16,-28 2 90-16,8 0-862 16,1 0-1090-16</inkml:trace>
  <inkml:trace contextRef="#ctx0" brushRef="#br0" timeOffset="12247.04">23378 7793 4266 0,'-3'-12'-212'0,"1"2"53"0,0 0 55 15,0 1 46-15,0 1 43 0,2 0 41 0,0 1 38 16,0-2 31-16,0 4 20 15,0 5 15-15,0-12 8 0,0 12 5 0,-2-12 0 16,2 12-1-16,0-6 0 0,0 6-11 16,0-7-10-16,0 7-8 0,0 0-14 0,0 0-7 15,0 0 17-15,0 0 11 0,-10 15 7 16,7 1 6-16,-3 3-1 0,-1 10 15 0,-3 4 6 16,-2 2 16-16,-1 12 1 0,0 6-11 15,-6 2 1-15,0-3 0 0,-1 6 1 0,2 0-3 16,-3 0-2-16,-3 2-3 0,2 2-3 15,-1-2-5-15,0 0-28 0,0 0-117 0,5-6 0 16,-4 5 0-16,5-6 0 0,0 2 0 16,1-3 0-16,2-2 0 0,-2-1 0 15,1-1 0-15,3-10 0 0,-1 1 0 16,2-1 0-16,1 0 0 0,-1-3 0 0,2 0 0 16,-3-2 0-16,2-2 0 0,-1 1 0 15,3-3 0-15,1-3 0 0,-1-6 0 0,3 2 0 16,-6 9 0-16,4-5 0 0,0 4 0 15,-2-1 0-15,0-3 0 0,4 6 0 0,-5-1 0 16,2 1 0-16,1 1 0 16,-3-1 0-16,3 1 0 0,-3-1 0 0,1 4 0 15,-1-1 0-15,-2-2 0 0,1 1 0 0,0-2 0 16,-1 2 0-16,1-1 0 0,4 1 0 16,-3-2 0-16,0 2 0 0,3-1 0 15,-3-1 0-15,2 1 0 0,1 2 0 0,0 0 0 16,-2 0 0-16,4 5 0 0,-3-1 0 15,1 0 0-15,1 3 0 0,-4 8 0 0,1-1 0 16,2-8 0-16,-4 9 0 0,2 1 0 16,2-2 0-16,0-8 0 0,-6 10 0 0,8-9 0 15,-2 11 0-15,-2 2 0 0,2-4 0 16,-1-6 0-16,3 9 0 0,-1-5 0 0,-4 2 0 16,5-6 0-16,1-2 0 0,-3 11 0 15,3-13 0-15,-3 2 0 0,6 2 0 0,-3-2 0 16,-2 0 0-16,4 1 0 15,-3-1 0-15,1-1 0 0,2-2 0 0,-2 0 0 0,2-1 0 16,-2-1 0-16,2 1 0 16,1-4 0-16,-1-6 0 0,2-4 0 0,-2-4 0 15,0-1 0-15,2-3 0 0,0-2 0 16,-2-1 0-16,0-2 0 0,2-2 0 0,0-3 0 16,0 3 0-16,-2-2 0 0,2-2 0 15,0-6 0-15,2 10 0 0,-2-10 0 0,-2 8 0 16,4-2 0-16,-2-6 0 0,0 0 0 15,0 8 0-15,0-8 0 0,0 0 0 0,0 0-173 16,0 0-371-16,0 0-66 0,0 0-79 16,11-17-150-16,-5 7 88 0,-4-1-808 15,2-2-1003-15</inkml:trace>
  <inkml:trace contextRef="#ctx0" brushRef="#br0" timeOffset="13364.95">21703 12496 3846 0,'6'5'-212'15,"-4"0"57"-15,-2-5 42 0,2 6 40 0,-2-6 46 16,0 0 38-16,1 6 33 0,-1-6 30 16,0 0 15-16,0 0 19 0,4 3 9 15,-4-3 18-15,0 0 4 0,0 0 2 16,0 0 0-16,0 0 1 0,0 0-1 0,0 0-5 15,9 2 0-15,-9-2-1 0,0 0 1 16,0 0 1-16,0 0-1 0,0 0-6 0,0 0-9 16,0 0-10-16,-16 12-2 0,8-8-6 15,-3 2-2-15,-3 0-5 0,-4 3-10 0,-3-1-8 16,-13 3-12-16,-5 3 6 16,-3-4-13-16,-10 4-1 0,2-1-15 0,-6 1-2 15,1-1-5-15,-4 1-4 0,0 0 1 16,-6-2-4-16,0 0-1 0,1 0 1 15,-6-2-16-15,4 0 7 0,-3 1-3 0,-1-1-1 16,-3-3 1-16,1-1 1 0,-3 3-1 16,3-2 2-16,0-2-2 0,1 0 5 0,3 0-13 15,-4-1 4-15,0 0-1 0,4 0 18 16,3 0-3-16,-3 1-4 0,5-2-1 0,0 2 4 16,-2 3-5-16,2-1-4 15,0-2-1-15,2 4-4 0,-2-3 3 0,2 0-3 0,0 2 0 16,2-1-1-16,4 1-2 0,6-2-1 15,-7 0-3-15,11 1 1 0,-12 0 7 16,11 0 10-16,-12 0 2 0,15 0 14 16,-1-2-4-16,-2 2-4 0,2 1-5 0,3-3 2 15,-5 2-3-15,4 2-6 0,-2-3-6 16,0 1 4-16,1 2-6 0,-4-2 5 16,2 0-6-16,1-2 0 0,0 0-2 0,0-4 1 15,2 5-4-15,3-5-1 0,-4 1-1 16,15 1 4-16,2-1 5 0,1 0-12 0,4 0 7 15,-1 0 13-15,4-2 11 0,2 4 1 16,1-4 4-16,5 0 4 0,10 0-4 0,-20 0 2 16,20 0 0-16,-18 0-5 15,18 0 0-15,-11 0-1 0,11 0-2 0,0 0-5 16,-17 0-2-16,17 0 4 0,0 0-13 16,0 0-14-16,-15 2 0 0,15-2 0 0,0 0 0 15,0 0 0-15,0 0 0 0,-16 0-52 16,16 0-66-16,0 0-67 0,0 0-64 0,0 0-71 15,-5 3-100-15,5-3-81 0,0 0-94 16,0 0-134-16,0 0-2 0,0 0 67 0,-8-5-570 16,8 5-695-16</inkml:trace>
  <inkml:trace contextRef="#ctx0" brushRef="#br0" timeOffset="15262.56">15845 12003 3327 0,'0'0'-44'0,"-2"11"36"16,-1-6 40-16,3-5 37 0,-6 9 34 15,4-5 24-15,2-4 9 0,-2 7 4 0,2-7 4 16,0 0 2-16,-4 5-3 0,4-5-2 16,0 0 3-16,0 0 3 0,0 0 3 0,0 0-3 15,0 0 3-15,0 0-6 16,0 0-6-16,-7-16-9 0,3 6-12 0,2 0-14 16,-4-7-10-16,3-4-6 0,-6-10-10 15,-2-4-11-15,-2-16-9 0,-2-8-5 0,-5-5-12 16,-8-20-11-16,4-9-6 0,-5-3-6 15,-3-5-7-15,-2-4-1 0,-5-1 2 16,-3-4-6-16,1-3-3 0,-7-2 0 0,-1 0-1 16,2 1-2-16,-3 0 2 0,2 5 1 15,-1 7-4-15,3 6 0 0,5 8-1 0,-3 8 3 16,5 6-2-16,9 18-2 16,-1 0 1-16,-1 4 0 0,3 4 7 0,3 3-4 15,2 6-1-15,2 10 2 0,5 1-1 16,0 5-3-16,3 2 2 0,5 2 2 0,-2 2-4 15,3 0 4-15,0 5-2 0,-1 2 1 16,5-1 2-16,-1 3-2 0,-2-2-1 0,6 2 0 16,-5 1 0-16,4 2 0 0,-1-2 1 15,1 2-3-15,2 5 2 0,-6-10-2 0,6 6 1 16,0 4 3-16,-4-15-3 0,3 8-2 16,1 0 2-16,-3-1 4 0,-1-4-4 0,2 0 3 15,-1-2-2-15,-5-5-3 16,3-3 6-16,-7-7-4 0,-1-5-3 0,-7-11 4 15,-3 0 0-15,7-3 1 0,-9 2 0 16,2-2-3-16,0 2 2 0,0 1-2 0,2 7 2 16,3 7 1-16,0 1 4 0,0 1 3 15,-2 1 3-15,4 4-4 0,2 5 10 0,2 4 3 16,2 1-6-16,3 3 5 0,1-1-2 16,-4 0-5-16,7 1 0 0,-5 3-2 0,5-2 1 15,-3 2-2-15,4 2 0 0,-3-1-2 16,4 1-2-16,-1-1 6 0,2 7-6 15,-8-9-7-15,8 9 0 0,-1-7-15 0,1 7-18 16,-2-6-38-16,2 6-40 0,0 0-51 16,0 0-62-16,2-8-49 0,-2 8-59 15,11-2-70-15,-11 2-72 0,0 0-158 16,19 6 22-16,-12-4 66 0,-1 4-342 0,2 0-370 16</inkml:trace>
  <inkml:trace contextRef="#ctx0" brushRef="#br0" timeOffset="19845.64">2987 7415 2215 0,'5'-9'-73'0,"-5"9"41"16,0 0 45-16,-3-7 35 0,3 7 33 0,0 0 30 15,0 0 27-15,0-14 28 0,0 14 17 16,-2-8 11-16,2 8 11 0,0 0 9 0,-2-7 4 16,2 7-4-16,0 0-13 0,-3-9-22 15,3 9-21-15,0 0-15 0,0 0-16 16,0 0-14-16,0 0-1 0,0 0-4 0,0 0-7 15,17 25-1-15,-9-12-5 16,-1 0-6-16,3 7-8 0,-1 0-8 0,-3 1-5 0,8 6-1 16,-3 0-9-16,-4-5-4 0,1-1 2 15,-4-1-8-15,4 0-7 0,-5-5-2 16,1 0-3-16,0 1-1 0,-1-4-8 16,-3 0 0-16,2-2 0 0,0 0-27 15,1-1-26-15,-1-3-39 0,0 1-66 0,-2-7-88 16,0 0-94-16,-7 10-99 0,7-10-126 15,0 0-167-15,0 0 59 0,-20-12-410 0,8 1-527 16</inkml:trace>
  <inkml:trace contextRef="#ctx0" brushRef="#br0" timeOffset="20312.04">2837 7202 2701 0,'0'0'-123'16,"-17"5"33"-16,8-2 23 0,-3 4 23 0,-3 5 36 15,-3 8 26-15,0 6 21 0,0 2 21 16,3 2 19-16,-4 15 16 0,5-1 7 16,1 5 13-16,6-7-1 0,3-1-1 0,4 2 5 15,4 0-4-15,3-2 6 0,4-2-11 16,7 8-13-16,5-6-2 0,4-1 6 15,2-5 11-15,8-2-13 0,1-6-5 16,6-4-7-16,4-3-23 0,2-3-6 0,4-5-7 16,-8-7 2-16,1-1-6 0,3-2-5 15,-5-6-1-15,0-3-5 0,-5-1 0 16,2-4-5-16,0-6-1 0,-10-2 0 0,4-6-4 16,-11-1 1-16,0-7-6 0,-2-4-3 15,-14 1-4-15,-3-5 8 0,-6-2-4 0,-9-9-4 16,-6-4-2-16,-8-1-11 0,-9 1 9 15,-17-12-1-15,2 8-4 0,1 18-1 16,-6 6-1-16,5 2-6 0,-3 9-3 0,0 8 6 16,11 9-6-16,-1 5 2 15,-1 4-5-15,0 8-16 0,-8 9-18 0,3 1-24 16,4 5-18-16,13-4-35 0,1 3-34 16,8 0-37-16,8-2-45 0,1-6-66 0,9 3-81 15,2-2-182-15,4-2 8 0,5 0-179 16,2 4-227-16</inkml:trace>
  <inkml:trace contextRef="#ctx0" brushRef="#br0" timeOffset="21727.98">3876 7240 2066 0,'0'0'44'0,"-8"-9"43"16,2 5 32-16,6 4 28 0,-7-10 35 15,3 4 9-15,4 6-7 0,-6-7-18 16,6 7-22-16,0 0-18 0,0 0-13 0,0 0 15 16,0 0 1-16,0 25 8 0,6-8-5 15,1 4-1-15,4 9 2 0,3 1-6 0,-1 2-9 16,-1 1-11-16,1 3-10 0,-1-5-11 16,-3-1-4-16,-1-2-9 0,-1-5-7 15,-2-5-1-15,-1-3-11 0,-3 3 7 0,3-7-31 16,-2 2-34-16,0-2-46 0,-4-3-67 15,2-1-69-15,-2-1-80 0,0-3-86 0,2-4-97 16,0 0-168-16,0 0 21 0,-21-14-318 16,12 3-396-16</inkml:trace>
  <inkml:trace contextRef="#ctx0" brushRef="#br0" timeOffset="21930.87">3675 7262 2524 0,'-16'-4'19'15,"16"4"39"-15,-12-2 32 0,12 2 15 16,0 0 16-16,-11-6 3 0,11 6-2 16,0 0-23-16,-6-6 4 0,6 6-12 0,0 0-16 15,13-15-10-15,-2 3 3 16,7-2-18-16,5-3-39 0,7 0-68 0,-3 0-77 0,2-1-126 16,-2 4-184-16,2 2-101 15,-6 11 58-15,-3 0-125 0,-6 2-110 16</inkml:trace>
  <inkml:trace contextRef="#ctx0" brushRef="#br0" timeOffset="22427.99">4084 7633 1707 0,'-5'10'95'0,"3"-4"24"0,2-6 9 0,-3 7 0 16,3-7 3-16,0 0-5 0,0 0 3 15,0 0-12-15,0 0-14 0,0 0-10 0,23-17 0 16,-14 10-18-16,-1 0 0 16,3-2-8-16,-3-1-7 0,-1 1-7 15,2-1 1-15,-2-2-10 0,-2 2-3 0,-1-5 1 16,0 4 11-16,-1 1-4 0,0-2 5 16,-3-2-1-16,-3 1 11 0,0 1-7 0,-1-2-13 15,-3-1 0-15,1 2-3 0,-1 3-6 16,0 1-7-16,0 1-10 0,0 2 2 0,1 0 0 15,-4 0 5-15,10 6-13 16,-15-2 4-16,15 2-6 0,-16 1-6 0,16-1-1 16,0 0 5-16,-14-1-4 0,14 1-3 0,0 0-3 15,0 0 9-15,0-11 0 16,0 11-5-16,12-18-1 0,-1 7 0 0,3-6 4 16,0 1-1-16,-3 2-1 0,4-1-14 15,-1 3-1-15,-5 4 5 0,5-1 9 0,-3 1 4 16,2 7-13-16,-3 0 9 0,-10 1-1 15,25 1 1-15,-10 6 1 0,-2 0-1 16,1 2-2-16,-1 1 0 0,2 0-10 0,2 2 15 16,2 0 8-16,-6 3-6 0,5-3-2 15,-7-3-18-15,1 1-51 0,1 2-53 0,-1-3-59 16,-3-1-77-16,0-2-98 16,0 0-148-16,0-2-29 0,-2-2 54 0,-7-2-103 15,14 1-79-15</inkml:trace>
  <inkml:trace contextRef="#ctx0" brushRef="#br0" timeOffset="23094.35">4514 7196 1575 0,'0'0'53'0,"-1"-10"37"16,-3 5 24-16,4 5 8 0,0 0-3 16,2-12 1-16,-2 12 1 0,0 0-4 0,7-6 6 15,-7 6-9-15,0 0-6 0,0 0-6 16,27 15-11-16,-18-9-6 0,-2 2-5 15,5 3-4-15,-4-3-1 0,-1 5 11 0,-1-1 11 16,0 1-13-16,-4 0-6 16,2-1-3-16,-4 1-3 0,0-1-3 0,-2 0 2 15,-2 0-10-15,0-2-5 0,-2-3 1 16,2 2 4-16,-3-4 0 0,7-5-3 0,-16 2-6 16,16-2-11-16,-18-9 3 0,6-3-7 15,1-5-7-15,3-2-2 0,-6-8 1 0,11 4 15 16,-3 5-8-16,4 2 3 0,-1 5-4 15,1-1-2-15,2 4-3 0,2 2-6 16,-2 6 1-16,3-11 3 0,-3 11-4 0,13-6-3 16,-13 6 1-16,20 4-2 15,-20-4-1-15,30 13-4 0,-15-5 4 0,4 1-3 16,-3 0-3-16,3 2-3 0,-6-2 3 16,0-1 0-16,1 0-1 0,-5-2-4 0,1 1 1 15,-3-2 2-15,1-1 3 0,0-1 6 16,-8-3 25-16,9 5 18 0,-9-5 1 0,0 0-1 15,0 0-5-15,0 0-6 0,19-8-8 16,-19 8 0-16,2-14-2 0,0 4 0 16,-2 1 11-16,2-1-1 0,0-2 1 0,0 5-1 15,-2-3-6-15,0 10-9 0,2-9-6 16,-2 9-3-16,3-7-5 0,-3 7 0 0,0 0-2 16,16-1-4-16,-16 1 2 15,17 1-4-15,-17-1 1 0,17 4 1 0,-8-1 1 16,3-2 1-16,1 3 5 0,-2-2 7 15,-11-2 6-15,27 0 15 0,-15 2 4 16,-12-2 11-16,20-2 5 0,-20 2 2 0,18-2 0 16,-9-2-3-16,1 0-7 0,-4 0-7 15,1-1-10-15,1-3-2 0,-2-1-11 0,-2 0-3 16,0-2-22-16,-1-1-23 0,-3-2-20 16,0-2-24-16,0-3-23 0,-1-2-35 0,-5 2-40 15,2-4-53-15,1 6-65 16,0 1-65-16,-1 4-62 0,0 2-95 0,3 1-119 15,-3 5-61-15,4 4 67 0,-6-4-387 16,6 4-473-16</inkml:trace>
  <inkml:trace contextRef="#ctx0" brushRef="#br0" timeOffset="23528.19">5164 6884 2569 0,'0'0'-46'0,"0"0"38"15,0 0 28-15,0 0 23 0,-4 11 19 16,4-11 18-16,0 0 16 0,0 0 11 16,0 0 6-16,0 0 18 0,4 7-5 0,-4-7 9 15,0 0-4-15,0 0 1 0,0 0-9 16,0 0-5-16,0 0-18 0,25-16-8 16,-20 8-9-16,1 4-9 0,-3-5-6 15,4 1-12-15,-3 0 0 0,-2-2-3 0,-1 3 0 16,-1-5-5-16,-1 2 1 0,-3 0-6 15,0-2 6-15,-2 3-2 0,0 1-5 0,-1 1-3 16,-1 2-10-16,0 2-6 0,8 3 1 16,0 0 0-16,-34 11-8 0,19 1-1 15,1 2-6-15,3 3 2 0,2 1-6 16,-1 11 6-16,4-6 0 0,8-3 4 16,-2-1 10-16,4-2 1 0,2 1 8 0,0-4 4 15,3 5 10-15,4-3 20 0,3-5 0 16,-2 0-4-16,0-4-6 0,3-1-3 0,0-1-3 15,-4-3-4-15,5-2-7 0,1-2-5 16,-4 1-7-16,3-3-24 0,-4 1-30 0,2 0-44 16,-5-2-55-16,1-1-78 0,-2 1-83 15,-3 0-83-15,-2 0-93 0,-1 2-157 16,-4 3-6-16,5-7 71 0,-5 7-278 0,0 0-317 16</inkml:trace>
  <inkml:trace contextRef="#ctx0" brushRef="#br0" timeOffset="24744.43">5434 6907 2224 0,'0'0'-8'0,"4"6"52"16,-4-6 56-16,0 0 52 0,0 0 35 15,18 0 22-15,-18 0 13 0,11-6-7 16,-6 2-3-16,1-3-5 0,2 1-15 16,-2 0-6-16,-3 0-5 0,3 0-7 0,0-1-4 15,-5-3-6-15,2 4-6 0,-1-6-6 16,-4 4-7-16,-1-1-7 0,-2-1-16 16,-1 0-12-16,-3 0-9 0,-3-1-13 15,1 1-9-15,-2 2-6 0,-1 1-8 0,1 2-12 16,1 1-8-16,1 2-1 0,-2 2-5 0,-1 2-8 15,3 0-4-15,1 0-5 16,10-2 1-16,-15 3-4 0,8-1-9 0,7-2 1 0,0 0 0 16,-12 2 0-16,12-2 2 15,0 0 0-15,0 0 0 0,23-21-4 0,-2 4 2 16,6-4-4-16,2-3 2 0,5-3-1 16,0 0-3-16,-5 6 0 0,-1 1-4 15,-4 3 0-15,-4 5-1 0,-4 4-2 0,-5 1 3 16,0 4-6-16,-3 1 4 0,1 2 0 15,-9 0 2-15,18 8 6 0,-13 1-2 0,5 0 0 16,-5 2 3-16,1 3 0 0,0 1-4 16,-2-3 5-16,1 2-7 0,1 1 2 0,-1-3-1 15,1-2 0-15,0-1-2 16,-2 1-2-16,0-3-9 0,1-2-26 0,-1 2-23 16,3-4-27-16,0-2-39 0,-7-1-46 15,20-4-53-15,-6-5-44 0,3-3-32 16,6-7-27-16,-2-6-14 0,-1-3-1 0,-4-1 20 15,-1-6 42-15,-5 4 34 0,-1-3 46 16,-5 5 38-16,-2 7 48 0,-2 1 44 0,-2 3 53 16,-2 1 22-16,1 3 18 0,-3 3 3 15,1 3 9-15,-6 2 3 0,2 5 12 0,9 1 10 16,-17 3 12-16,5 1-1 0,3 3 6 16,1 2 16-16,1 2 7 15,1-1 10-15,2 1 6 0,2 1 4 0,2-2 9 0,0 0 21 16,6 4 16-16,5 0 21 15,5 0 23-15,9 2 7 0,3 2-12 0,1-3-5 0,2 0 0 16,-6-1-3-16,2 1-9 16,-6-3 18-16,-3-1-9 0,-5-3-8 0,1 2-16 15,-5-2-4-15,0-2-3 0,0 1-2 16,-2 1-9-16,-2-2-7 0,-1 1-13 0,0-1-11 16,-4-6-12-16,-2 12-11 0,-2-4-9 15,4-8-12-15,-14 12-8 0,5-7-63 16,-2-1-9-16,-5 1 0 0,3-4 0 0,-6-2-57 15,1-4-119-15,-4-3-71 16,-3-7-89-16,4 1-98 0,8 1-105 0,-1-3-103 0,7-2-154 16,3 1 28-16,6 0-659 0,4-3-878 15</inkml:trace>
  <inkml:trace contextRef="#ctx0" brushRef="#br0" timeOffset="25110.42">6263 6288 3770 0,'14'3'-87'15,"-14"-3"46"-15,0 0 35 0,0 0 35 0,0 0 14 16,0 0 10-16,0 0 0 0,0 0 4 16,0 0 8-16,0 0 9 0,0 0 14 15,0 0 7-15,0 0 9 0,11-3 4 16,-11 3-5-16,7-6-1 0,-7 6-5 0,7-8-8 16,-5 2-8-16,2-1-3 0,-3-1-2 15,-1 0-3-15,0-3-7 0,0 2-1 16,-1 0 0-16,-5 0-6 0,-1 0-4 0,2 2-3 15,5 7-6-15,-15-6-8 0,15 6-5 16,-21 6-7-16,6 1 2 0,-2 3-8 16,-7 11 0-16,6-1-1 0,0 6-3 0,4 0 4 15,5-6-3-15,2 1 6 0,5-3-2 16,2-1 6-16,2 0 8 0,4 0 0 0,-1 1 3 16,7-2 1-16,1-2-1 15,3-4-3-15,2-1-4 0,3-2-2 0,-1-4-5 0,0-1-20 16,3-2-36-16,2-2-67 15,0-1-62-15,9-6-103 0,-3-1-120 0,-3-2-139 16,-7 0-195-16,7-2 60 0,-3-1-461 16,2-3-587-16</inkml:trace>
  <inkml:trace contextRef="#ctx0" brushRef="#br0" timeOffset="26010.84">6984 6073 3041 0,'0'0'15'0,"0"0"33"0,-8-3 3 16,8 3 0-16,0 0 48 0,0 0 25 0,0 0 13 15,0 0 0-15,11 19-1 16,-3-9-11-16,2-1-6 0,-1 3 12 0,0-3 9 16,0 2 4-16,-2 3 7 0,1-1 9 15,-7-1-7-15,1 2-12 0,-2-2-10 0,-2 5-8 16,-3-2-12-16,-1-1-9 0,-1 1-11 15,-1-3-5-15,0-4-7 0,1-2-11 16,0-3-6-16,-6 1-7 0,13-4-17 0,-21-7-15 16,6-1-14-16,3-6-11 0,-8-11-8 15,4 0 2-15,5 3-3 0,4 3 3 0,3 4-5 16,1 1 1-16,0 1 1 0,3 1-1 16,4 7 1-16,0-4 4 0,3 2 0 0,5 3-3 15,0 0 3-15,2 4 4 16,4-2 0-16,2 0 3 0,1 4-2 0,6-4 1 15,0 2 2-15,0-1-3 0,0 1 0 16,-1-4 5-16,-3 2-2 0,-4-1 1 16,0 0-1-16,2-3 1 0,-2-2-3 0,1-1-14 15,-6-1-3-15,2-2-19 0,-3-3-10 16,-2-3-10-16,-1-1-6 0,-2 0-10 16,-5-3-13-16,-1-3-11 0,-2-13-21 15,-4-5-24-15,-7-13-8 0,-1-2-2 0,-2-3-6 0,-8-3 6 16,-4-15 8-16,-1 19 15 15,-2 4 15-15,0 3 13 0,4 10 22 0,-2 7 14 16,7 10 15-16,-1 6 13 0,6 6 5 16,1 7 14-16,5 5 12 0,0 6 11 15,4 5 18-15,-4 3 21 0,7 6 17 0,0 8 19 16,4 13 19-16,10 11 4 0,3 5 12 16,8 2-8-16,4-2-4 0,5-1-10 15,4-2-8-15,0-5-6 0,2-4-6 16,3-1-7-16,-3-6-1 0,3-6-8 0,-2-5-6 0,-5-5-5 15,-3-5-1-15,3-6-4 16,-11-2-5-16,-1-4-5 0,0-3-12 0,-5-3-14 16,3-6-13-16,-2 1-8 0,5-11-6 15,-4-3-3-15,-4-4-7 0,-2-7-9 16,-3-2-9-16,-6-7-1 0,-4-3-5 0,-4-18-14 16,-8-2-2-16,-4-3-17 0,-15-19 1 15,1 4-2-15,-3 6 15 0,1 21 7 0,-1 3 5 16,2 9 5-16,5 8 15 0,3 12 22 15,0 3-1-15,4 9 9 0,4 9 17 0,1 3 16 16,3 5 15-16,2 5 24 0,2 9 30 16,0 5 17-16,7 14 31 0,8 13 11 15,5 5 30-15,9 4 12 0,4 1 5 0,10 16 16 16,10-3 20-16,5-9-5 0,8-5-26 16,2-3-23-16,2-10-17 0,-11-8-15 15,-1-6-15-15,-1-4-10 0,-4-2-17 16,-5-4-9-16,-10-5-6 0,-4-5-10 0,-9-2-7 15,-2-4-20-15,-3-2-27 0,-1-3-45 16,-5-2-33-16,-7 0-54 0,18-6-61 0,-11-1-77 16,-3-1-94-16,1-4-119 0,-5-2-136 15,0-3-210-15,0 0 71 0,-5-2 79 16,1 4-485-16,-1-2-607 0</inkml:trace>
  <inkml:trace contextRef="#ctx0" brushRef="#br0" timeOffset="26801.83">8312 4841 3214 0,'-12'-9'38'15,"3"-2"25"-15,2 4 40 0,1 2 3 16,2 1-11-16,4 4-5 0,0 0 24 0,0 0 25 15,-10 19 18-15,12-2 9 0,2 7 10 16,4 15 9-16,3 11 7 0,0 3 12 16,3 1-8-16,-1-1-13 0,5 0-21 15,-5-3-18-15,0-1-12 0,-2-2-8 16,2-11-12-16,-6-2-8 0,0-1-10 0,-1-7-7 16,-1-5-13-16,0-5-4 0,-3-1-8 15,2-3 1-15,-3-2-10 0,1-1 5 0,-2-1-9 16,0-8-10-16,-5 12-3 0,-2-7-15 15,-2-1-13-15,-2-1-23 0,11-3-19 0,-31-3-16 16,8 1-16-16,0-3-14 0,1 0-10 16,-3-2 1-16,8 1 6 0,-5 0 3 15,9 0-1-15,0-2-4 0,1 1-12 0,7-1 6 16,3-2-3-16,6-1 7 16,3-3 9-16,13-9-7 0,1-2-7 0,11-6-4 15,2-1-7-15,0-6-14 0,4 2 3 16,7 0 12-16,0-6 10 0,1-1 5 0,-1-1-15 15,-5-2 14-15,-5 3 3 0,-6-3 5 16,-7 2 16-16,-4-2 4 0,-13 7 5 0,-3 0 1 16,-6 1 8-16,-5 1 3 0,-7 1 12 15,-5-4 8-15,4 10-4 0,-6 8 6 16,-2 3 9-16,5 7-4 0,-1 7 8 0,-4 3 5 16,2 4 9-16,-10 3 7 15,1 13 7-15,3 3 4 0,-1 10 22 0,6 6 6 16,6-3 15-16,7 4-1 0,3 2 11 15,6 3 9-15,11 9-3 0,0 0 2 0,6 1-7 16,2-3-9-16,3 1-1 0,3-5-7 16,2-5-4-16,-1 1-7 0,-5-13-3 15,-1-1-6-15,0-4-1 0,-3-8-8 0,-3 0 1 16,-1-4-4-16,-4-2-1 0,1-3 3 16,-2 0 14-16,3-3 9 0,-9-4-4 0,13 0-3 15,-13 0-3-15,20-6 2 0,-13 1-2 16,-7 5 3-16,16-5 2 0,-11 1-3 15,-5 4-9-15,11-5-6 0,-11 5-3 0,12-1-2 16,-12 1 2-16,0 0-4 0,0 0-2 16,24 6-4-16,-21-2 3 0,-3-4-6 15,13 8 1-15,-5-2-3 0,-5-3-10 16,6 2-26-16,-2-2-42 0,-7-3-51 0,13 9-87 16,-1-6-98-16,-3-3-123 0,-9 0-140 15,20 0-129-15,-9-4 60 0,-2 0-397 0,3-3-504 16</inkml:trace>
  <inkml:trace contextRef="#ctx0" brushRef="#br0" timeOffset="27194.14">9026 5192 2634 0,'0'0'-26'0,"-7"7"58"16,7-7 32-16,-6 5 28 0,6-5 32 15,0 0 31-15,0 0 14 0,0 0 12 16,0 0 5-16,0 0 4 0,0 0-10 15,0 0-17-15,0 0-14 0,31-10-15 0,-22 6-9 16,1-2-15-16,1 0-10 0,-3-1-11 16,1 1-8-16,1-5-5 0,-1 0-10 0,-3 0-7 15,1 0-3-15,-6 1-6 0,-1-2-8 16,0 0-1-16,0 0-6 0,-6 3-8 16,2 1-4-16,-3 4-3 0,7 4-3 15,-21 0-2-15,4 6 4 0,-3 2 9 0,-1 11 18 16,1 3 23-16,4-5 28 0,7 2 16 15,2 3 28-15,0-3 31 0,5-1-3 16,2 1 7-16,2 0 8 0,5-2-3 0,-2 0-4 16,6-2-7-16,1 1-19 0,3-5-13 15,3 2-12-15,-2-5-15 0,2-2-12 0,2-2-13 16,-2 0-29-16,-1-3-35 0,2 1-62 16,-4-4-66-16,-2 2-79 0,-13 0-75 0,23-1-98 15,-13 1-107-15,-10 0-120 0,10 0-142 16,-10 0-57-16,0 0 78 15,-2 10-578-15,2-10-743 0</inkml:trace>
  <inkml:trace contextRef="#ctx0" brushRef="#br0" timeOffset="27812.31">5289 7677 3470 0,'-9'-9'55'0,"2"3"66"15,-2 1 37-15,6 2 4 0,3 3-12 16,-8-7-18-16,8 7 8 0,0 0 34 16,0 0 8-16,0 0 0 0,13 30-8 15,-2-18-8-15,0 2-19 0,4 1-12 0,7 5-3 16,2-3-10-16,2 1-11 0,1-7-10 16,0 3-3-16,-4-5-11 0,-4-1-5 0,-2-3-2 15,-2 0-9-15,1-3 7 0,-4 0 13 16,-1 0 7-16,-11-2 6 0,22-10-7 0,-10 1-18 15,-1-1-6-15,-2-8-5 0,1-1-8 16,-4-2-10-16,-1-3 2 0,-3-10-18 0,-2-3-27 16,-2 2-21-16,-1-2-28 15,-5 1-21-15,2 2-28 0,2 5-33 0,0 8-32 16,1 4-40-16,-1-1-50 0,2 5-65 16,0 1-62-16,2 1-84 0,-1 3-82 15,1 0-155-15,0 2 26 0,0 6-471 0,0-8-607 16</inkml:trace>
  <inkml:trace contextRef="#ctx0" brushRef="#br0" timeOffset="28461.05">5787 7475 3107 0,'2'11'-15'16,"0"-5"38"-16,-2 2 25 0,0-8 35 15,2 8 29-15,-2-8 27 0,0 0 14 16,5 5 18-16,-5-5 10 0,0 0 6 0,0 0 2 15,0 0-10-15,0 0-12 0,27-10-17 16,-19 5-9-16,-1-1-12 0,1 2-12 0,-4-3-9 16,2 0-4-16,-3 0-5 0,1 1-10 15,-2-2-6-15,-2 8-8 0,0-17-7 16,-2 10-7-16,-2-2-6 0,4 9-7 0,-9-10-9 16,4 7-1-16,5 3-6 15,-20 2-4-15,20-2-5 0,-25 13 0 0,10 0-2 0,-4 7-3 16,1 3-5-16,2-1-1 0,5-2 1 15,4-1 6-15,5-2-1 0,1 1 2 16,2-5-2-16,1 3 5 0,7-3 0 16,0-2 2-16,6-1 3 0,4-2 0 15,4-4-3-15,4-4 3 0,-3-2-7 0,5-2-1 16,1-6 4-16,2 0-4 0,-3-2-3 16,-8 3-1-16,-1-4 2 0,-6 1-2 0,2 0 6 15,-7 0 4-15,-1-2-2 0,0 0 3 16,-4 0-3-16,-2-2-1 0,-4-1-3 0,-2 0 0 15,-4 0-4-15,-1-3-3 0,-3 6-1 16,2 3 4-16,1 1 2 0,0 2-10 16,-1 4-2-16,0 1 6 0,10 3-12 15,0 0 3-15,-25 4-1 0,25-4-9 16,-12 3 2-16,12-3 1 0,0 0 4 0,0 0-1 16,0 0 14-16,0 0 4 0,-2-10 14 15,2 10 0-15,18-17 9 0,-4 8-12 0,1 1 0 16,2-1 0-16,-4 4 4 0,3 0 0 15,-3 3 2-15,3 4 5 0,-3 1 6 0,2 3 4 16,2 4-4-16,0 0 3 0,-4 4-3 16,3-1-8-16,-3 3-5 0,1 0 3 15,-1-2-9-15,-2 2-1 0,-1-3-1 16,1-1-8-16,-2 1-3 0,-2-3 0 0,0-4-31 16,-1 2-30-16,1-2-43 0,-3 0-38 15,2-3-46-15,0 1-58 0,-6-4-67 16,0 0-86-16,0 0-68 0,23-15-73 0,-16 3-70 15,1-3-97-15,-1-3 29 0,3-11-519 16,0-2-650-16</inkml:trace>
  <inkml:trace contextRef="#ctx0" brushRef="#br0" timeOffset="28843.36">6342 6946 3044 0,'-9'-29'-102'0,"-4"7"62"0,4 5 56 0,2 2 54 16,-2 4 51-16,2-2 30 0,3 6 18 15,-3-1-4-15,3 4-2 0,4 4 28 0,0 0 17 16,-12 14 13-16,9 1 5 15,1 3 7-15,2 5-6 0,2 14-13 0,1 4-29 16,1-1-21-16,4 2-3 0,3-2-19 16,2 6-16-16,1-8-9 0,-1-5-12 0,3 0-9 15,-1-1-11-15,0-2-12 0,2-5-23 16,-5-3-41-16,-3-5-34 0,0-4-31 16,0 1-37-16,-4 0-48 0,1-1-38 0,-2-5-49 15,-3 0-46-15,-1 0-33 0,0-8-6 16,-3 5-8-16,3-5 4 0,-11 0 22 0,11 0 22 15,-20-4 30-15,7 1 30 0,-1 1 37 16,2-2 45-16,-4 4 34 0,1-1 37 16,1-2 36-16,1 3 37 0,-1 0 25 0,14 0 27 15,-20 0 15-15,13 0 16 0,7 0 9 16,-18 0-1-16,18 0-1 0,-9 0 14 16,9 0 3-16,0 0-1 0,0 0-11 0,4-12-14 15,3 2-7-15,4 0-7 0,5-1-43 16,7-7-59-16,1-3-65 0,4-1-65 15,3 0-96-15,10-2-132 0,-11 4-187 0,8-6 48 16,-8 5-235-16,-3 4-243 0</inkml:trace>
  <inkml:trace contextRef="#ctx0" brushRef="#br0" timeOffset="29244.12">6650 7167 2209 0,'-5'8'96'0,"-1"-5"48"0,6-3 23 16,-8 8 28-16,8-8 14 0,0 0 8 0,-6 4-3 16,6-4-4-16,0 0-13 0,0 0-13 15,0 0-10-15,0 0-9 0,0 0-14 0,0 0-15 16,0 0-11-16,0 0-16 0,18-17-8 16,-13 9-9-16,1 2-11 0,-1-4-7 15,2 4-5-15,-3-1-8 0,-1-1-6 0,-3 8-4 16,4-13-7-16,-4 8-4 15,0 5-5-15,0 0-3 0,-5-11-8 0,5 11-4 0,0 0 2 16,0 0-2-16,-35 16-3 16,18-3 2-16,2 2 1 0,-4 5 8 0,6-2 0 15,2-1 7-15,2 0-1 0,4-1 3 16,1-1-3-16,1-3 0 0,1 0 5 16,4 0-7-16,1-2 7 0,1 0-2 0,3-4-2 15,4-1-2-15,1-2-3 0,-12-3-17 0,33-3-35 16,-13-6-45-16,10-1-70 15,1-5-64-15,-1-1-80 0,1-3-62 0,-3-4-61 16,-3 4-44-16,0-5-17 0,-2-1-36 0,-6 4-14 16,-3 3-466-16,-7-3-457 15</inkml:trace>
  <inkml:trace contextRef="#ctx0" brushRef="#br0" timeOffset="29659.81">6923 6996 2503 0,'0'-12'-57'0,"0"3"71"0,0 2 53 16,0 7 50-16,-2-10 46 0,2 10 34 0,0-8 17 15,0 8-1-15,0 0-3 0,0-6-7 16,0 6 4-16,0 0 16 0,0 0 19 15,0 0 12-15,0 0 7 0,0 0-17 0,0 0 3 16,32 16-10-16,-26-8-11 0,-1 2-10 16,0 1-17-16,-3 2-16 0,2-1-18 0,-4 2-17 15,-4 3-11-15,2 6-20 16,-3-1-34-16,2-2-52 0,-5 2-55 0,3-2-43 16,1-3-39-16,0-4-26 0,3 0-24 15,-4-5-36-15,3-1-42 0,2-7-44 0,0 0-26 16,0 0-12-16,0 0-4 0,10-28-9 15,-1 9-2-15,-1-12-1 0,6-2 16 0,-3-4 31 16,5 2 37-16,-5-1 31 0,1-1 40 16,1 4 51-16,-2 4 56 0,-6 11 64 15,3 3 48-15,-6 2 44 0,2 3 30 0,-4 6 17 16,0 4 28-16,0 0 27 0,0 0 14 16,0 0 11-16,-25 25 11 0,16-7 1 15,-3 10 4-15,3 2-2 0,3-3-1 0,2-5 2 16,4-1-18-16,2-3-15 0,2-1-13 0,3-3-13 15,2 4-8-15,5-5-21 16,1 1-3-16,1-8-19 0,2-2-6 0,5-4-13 16,2-1-9-16,0-2-38 0,9-10-68 15,1 1-56-15,-3-2-82 0,-2 2-74 0,-1-2-117 16,-8 3-106-16,-6 2-137 0,-3 0-151 16,-3 3 70-16,-5 2-556 0,-2 1-687 15</inkml:trace>
  <inkml:trace contextRef="#ctx0" brushRef="#br0" timeOffset="30364.15">4023 10055 3710 0,'-16'0'142'0,"5"0"23"0,1 1-3 0,10-1-7 15,0 0-6-15,-13-3-10 0,13 3-11 16,0 0-9-16,0 0-4 0,21-9-8 0,-6 8-12 15,4 1-6-15,5 3-9 0,10 7 0 16,0 3-4-16,-4 7-1 0,-1 2 1 16,-5 2 8-16,-3 5 8 0,-1 2 12 0,-6 0 15 15,-2-1 17-15,-2 0 3 0,-5-7 2 16,1-6-6-16,0 0-9 0,0-5-8 16,-3 0-9-16,-1-4-3 0,2-1 4 0,0 0-11 15,-4-7-6-15,12 3-12 0,-12-3-9 16,18-10-25-16,-6-3-49 0,5-8-67 15,0-5-76-15,-2-3-70 0,-1-6-77 0,1-13-78 16,-3-1-78-16,-3-6-85 0,-2-3-79 16,-5 1-123-16,0-1 62 0,-7 0-510 0,-8-2-649 15</inkml:trace>
  <inkml:trace contextRef="#ctx0" brushRef="#br0" timeOffset="30693.09">4240 9480 2982 0,'-25'6'-141'15,"2"4"40"-15,-8 9 42 0,-3 15 40 16,-2 5 42-16,-3 12 37 0,-4 21 37 0,1 7 30 15,2 9 38-15,4 6 20 0,7 9 15 16,6 5 17-16,8 2 12 0,8-2 6 0,9-7 2 16,9-6 7-16,10-6 3 0,2-26-8 15,15 10 21-15,0-27 0 0,6-3-19 0,5-11 2 16,10-7-29-16,4-12-16 0,5-12-14 16,2-9-13-16,0-8-19 0,16-14-10 15,-6-6-13-15,-6-11-11 0,-4-5-16 16,-10-8-9-16,-7-4-8 0,-5-6-9 0,-15 14-8 15,-3-19-6-15,-12 11-6 0,-6 0-11 16,-12-6 0-16,-6 2-7 0,-11-1-7 16,-13-13-20-16,-8 7-11 0,-10 3 0 0,-7 8-28 15,-10 10-39-15,-2 11-17 0,8 18-26 16,2 10-23-16,7 11-32 0,-8 12-30 0,2 11-43 16,1 6-38-16,1 10-51 0,3 4-57 15,-6 14-60-15,13-9-87 0,6 4-152 0,8-3-23 16,3-3 71-16,4 0-448 0,8-9-555 15</inkml:trace>
  <inkml:trace contextRef="#ctx0" brushRef="#br0" timeOffset="31709.91">5083 9644 2988 0,'-1'-8'28'0,"-5"-1"67"0,0 1 75 0,3-1 40 15,-1 3 23-15,4 6 18 0,-7-12-1 16,4 8-14-16,3 4-20 0,0 0-20 0,0 0 7 15,0 0 24-15,0 0 12 0,0 0-8 16,10 33 5-16,-3-15-2 0,3 5-10 0,0 6-5 16,-1 0-17-16,0 0-8 0,3 1 0 15,-6-6-14-15,-1-6-16 0,1 3-5 16,-2-6-9-16,-1-1-10 0,0-2-18 0,1-2-122 16,-2 1 0-16,1-5 0 15,-3 1 0-15,0-7 0 0,4 7 0 0,-4-7 0 16,0 0 0-16,0 0 0 0,0 0 0 15,-7-34 0-15,1 10 0 0,2-10 0 0,-2-6 0 16,2 3 0-16,1 0 0 0,1 10 0 16,0 4 0-16,0 6 0 0,0 5 0 0,2 2 0 15,2 2 0-15,0 4 0 0,-2 4 0 16,13-2 0-16,-13 2 0 0,23 9 0 16,-7-2 0-16,0 1 0 0,6 3 0 0,-4-3 0 15,5 2 0-15,-2-4 0 0,-4-1 0 0,1 1 0 16,-6-2 0-16,4 0 0 15,-5-3 0-15,-11-1 0 0,23-5 0 0,-12 1 0 16,1-5 0-16,-2-3 0 0,-1-1 0 16,-1-3 0-16,1-4 0 0,-5 0 0 0,2 0 0 15,-4-5 0-15,-2 2 0 0,-6-14 0 16,2 2 0-16,-3 0 0 0,1 0 0 16,-4-2 0-16,3 4 0 0,1 11 0 0,1 3 0 15,1 4 0-15,-1 6 0 0,4 1 0 16,-1 4 0-16,2 4-472 0,0 0-63 0,0 0-66 15,0 0-58-15,0 0-125 16,0 0 20-16,0 0-724 0,0 0-936 0</inkml:trace>
  <inkml:trace contextRef="#ctx0" brushRef="#br0" timeOffset="32028.19">5576 9387 3850 0,'4'14'-111'15,"-6"-4"56"-15,0-1 40 0,2 2 31 0,0-4 36 16,2-2 27-16,-2-5 18 0,2 17 6 15,-1-8 4-15,1-4 2 0,2 3 4 0,0 0-1 16,-1 0 1-16,1-3 3 0,3 0 0 16,-2 0 2-16,-5-5 4 0,13 6 6 0,-13-6-13 15,18-1-10-15,-18 1-6 0,18-10-10 16,-8 1-9-16,1-4-5 0,0 1-5 16,-1-1-3-16,-2-1 2 0,-3-1 7 15,-3-1 1-15,0-1 0 0,-4-1-5 16,-1-5-3-16,-9-6-11 0,-3 0-4 0,0 7-20 15,1 5-5-15,1 3-3 0,-3 2-8 16,5 7-5-16,-1 3-11 0,-1 2-25 0,-3 5-30 16,0 0-37-16,1 6-46 0,-2-1-64 15,4 4-82-15,-1 1-99 0,5 2-137 0,0 0-195 16,0 2 45-16,6-4 87 0,-1 1-405 16,6-3-463-16</inkml:trace>
  <inkml:trace contextRef="#ctx0" brushRef="#br0" timeOffset="32495.04">6284 8985 2848 0,'0'0'117'16,"-5"-9"45"-16,5 9 23 0,-2-5-2 0,2 5-9 16,0 0-7-16,0 0 34 0,0 0 29 15,0 0 14-15,15 19-10 0,-3-4-8 0,3 9-4 16,0 3-21-16,2 2-6 0,2-3-24 15,-2 2-13-15,1-2-7 0,-6-2-22 0,6-2-11 16,-5-5-13-16,-3-3-11 0,-1-4-10 16,-3-3 8-16,-1 0 19 0,4 0 20 0,-4-4 10 15,-5-3 2-15,0 0-12 0,0 0-16 16,20-10-9-16,-15 0-13 0,1-4-9 16,-3-3-4-16,-1-7-5 0,-2-1-10 15,2 2-12-15,0-16-17 0,-6 2-25 0,1-1-22 16,-3 1-31-16,2-1-49 0,-2 1-52 15,2 11-47-15,1 3-64 0,-1 6-81 16,0 3-101-16,4 4-115 0,0 1-111 0,0 1-112 16,0 2 71-16,0 6-615 0,8-10-774 15</inkml:trace>
  <inkml:trace contextRef="#ctx0" brushRef="#br0" timeOffset="33143.56">6753 8932 3866 0,'-2'4'71'0,"-2"2"41"0,4-6 30 16,-2 5 32-16,2-5 26 0,0 0 14 0,0 0 7 15,0 0 8-15,0 0-5 0,0 0-20 16,0 0-15-16,0 0-10 0,0 0-5 0,0 0-18 16,0 0-12-16,0-22-13 0,0 22-12 15,2-12-10-15,0 5-9 0,0 0-8 16,-2 2 1-16,0 5-16 0,0-10-3 0,0 10-6 15,0-10-10-15,0 10-8 0,0 0-7 0,0 0-1 16,0 0-6-16,0 0-10 0,0 0 1 16,-31 25-7-16,20-9 4 0,0 1-7 15,3 5 8-15,2-2 1 0,-1 1-5 16,3-4 2-16,6 2-1 0,-2 0-4 0,4-1-8 16,3-1 7-16,2-3 2 0,0-3-4 15,4 1 0-15,4-6 7 0,-2-3-4 16,1-2 7-16,2-5-6 0,7 0-2 0,4-9-4 15,0-1-1-15,-3-2 2 0,1-1 0 16,-4-3-3-16,-2 2 2 0,-8 0 2 0,-2 3 3 16,-3 0 2-16,-2 0 1 0,-4-1 2 15,0 1-23-15,-6-2 0 0,-2-4 0 0,-2 1 0 16,-1 1 0-16,2-1 0 16,-5 3 0-16,3 1 0 0,-1 7 0 0,0-2 0 15,3 6 0-15,-1 3 0 0,-4 2 0 16,12 0 0-16,-13 2 0 0,13-2 0 0,-11 4 0 15,11-4 0-15,-8 4 0 0,8-4 0 16,0 0 0-16,0 0 0 0,0 0 0 0,0 0 0 16,21-25 0-16,-10 15 0 0,7-2 0 15,1 0 0-15,-2 1 0 0,2 1-3 16,-2 3-1-16,1 2 3 0,-4 2-2 0,6-1 2 16,-5 4-1-16,2 4 0 0,-1-1 2 15,2 4 1-15,-4 1-1 0,1 1 2 16,-1 1 2-16,1 2-4 0,-2 0 1 0,-2 0-2 15,1-2-8-15,-2 2-25 0,-1 4-25 16,0-6-32-16,1 1-56 0,-2-2-47 16,-3-1-65-16,3-2-75 0,-3 2-90 0,4-1-91 15,-6-2-105-15,3-1-153 0,-6-4 64 16,7 5-656-16,-7-5-820 0</inkml:trace>
  <inkml:trace contextRef="#ctx0" brushRef="#br0" timeOffset="33575.76">7231 8175 3996 0,'-13'-17'53'0,"1"3"62"15,3 3 45-15,2 3 33 0,3 2 7 0,0 1-1 16,-2 1-18-16,6 4 4 0,0 0 32 15,0 0 2-15,-4 29 0 0,8-8 3 0,2 13-12 16,5 4-14-16,2 10-12 0,7 4-12 16,-1-3-15-16,2 2-16 0,0-1-13 15,2-1-13-15,0-2-14 0,-1-2-8 0,-1-4-9 16,-1-10-11-16,-4 0-18 0,4-6-29 16,-4 1-54-16,-2-9-61 0,-4-3-58 0,-3-2-67 15,1-4-63-15,2-3-75 0,-5-1-89 16,2-4-104-16,-7 0-111 0,0 0-91 0,12-13 64 15,-10 5-581-15,0-4-723 16</inkml:trace>
  <inkml:trace contextRef="#ctx0" brushRef="#br0" timeOffset="33759.83">7290 8736 3507 0,'-5'5'45'0,"-1"-2"66"15,6-3 44-15,0 0 37 0,-10 4 34 16,10-4 27-16,0 0 4 0,0 0-19 15,0 0-24-15,0 0-28 0,0 0-21 0,21-29-14 0,-8 20-43 16,-1-3-61-16,1 0-79 16,10-7-98-16,-3-1-140 0,3-4-145 0,1 2-177 0,-3 1-89 15,-5 2 62-15,-5 3-441 16,0 2-532-16</inkml:trace>
  <inkml:trace contextRef="#ctx0" brushRef="#br0" timeOffset="34143.01">7542 8557 2985 0,'-4'4'62'16,"2"1"40"-16,2-5 28 0,0 0 18 15,0 0 17-15,-2 8 14 0,2-8 6 16,0 0 7-16,0 0 0 0,0 0-12 0,0 0-16 16,20-19-11-16,-13 13-16 15,1 0-13-15,-2-4-13 0,1 3-10 0,3-3-8 16,-3 2-7-16,1-1-11 0,-2 1-6 15,-1-1-5-15,-3 2-2 0,0 0-2 0,-2 7-13 16,4-11-5-16,-4 11-4 0,0-7-8 16,0 7 3-16,0 0-5 0,0 0-5 0,0 0 0 15,-25 18 2-15,18-5 15 0,-3 0-1 16,5 1 9-16,-2 2 11 0,4-1 13 16,-3 1 11-16,2-3 17 0,2 1-2 15,2-2 6-15,0 0 5 0,2-3-14 0,2 4-1 16,2-5-13-16,2 1-6 0,3-2-8 15,2 0-16-15,1-5-50 0,1-2-60 16,0 0-60-16,4 0-72 0,-2-4-74 0,5-4-76 16,-6 1-62-16,0-3-63 0,-1 1-42 15,-3-3-35-15,-3 0-29 0,-2-1-8 0,-1-1-535 16,-2-1-583-16</inkml:trace>
  <inkml:trace contextRef="#ctx0" brushRef="#br0" timeOffset="34365.79">7801 8458 2766 0,'0'-14'-110'0,"-1"6"74"15,1-1 65-15,0 9 51 0,-4-10 53 16,4 10 52-16,-2-9 26 0,2 9 12 15,-4-6 4-15,4 6-3 0,0 0-14 0,-2-9 0 16,2 9 22-16,0 0 25 0,0 0 3 16,0 0-1-16,0 0-8 0,0 0-19 15,0 0-20-15,35 15-11 0,-26-8-27 16,0 2-16-16,1-1-8 0,1 1-23 0,-1 3-8 16,-2-2-13-16,1-1-12 0,-3 1-8 15,-1 2-9-15,-1-2-9 0,1 1-39 0,-4 0-35 16,-1-4-40-16,0 3-44 0,0-2-49 15,-1 1-61-15,-4-1-65 0,3-2-80 0,2-6-68 16,-4 4-57-16,4-4-56 0,0 0-82 16,-7-21-63-16,7 9 56 0,2-7-422 15,-2-5-512-15</inkml:trace>
  <inkml:trace contextRef="#ctx0" brushRef="#br0" timeOffset="34576.9">7925 8276 2826 0,'-2'-6'24'15,"2"6"56"-15,-3-10 46 0,3 10 27 16,0 0 10-16,0 0 12 0,0 0 10 0,0 0 2 15,-29 22 4-15,23-11-2 0,3 3-3 16,-1 2-8-16,4-1-12 0,0 1-3 0,2-1-9 16,0 2-11-16,1-3-13 0,3 0-6 15,1-1-10-15,4-2-11 0,-6-3-10 16,2-1-10-16,5-2-11 0,-4-2-8 0,1-1-37 16,-9-2-46-16,23-3-58 0,-10-4-61 15,3 0-94-15,-3-1-103 0,-2-1-131 0,1-1-175 16,-3-1-20-16,-2 1 71 0,2 0-410 15,-4 0-476-15</inkml:trace>
  <inkml:trace contextRef="#ctx0" brushRef="#br0" timeOffset="35126.12">8375 8032 2717 0,'0'0'7'0,"0"-10"54"0,0 10 34 0,0 0 39 15,0-11 11-15,0 11 15 0,0 0 35 16,0 0 26-16,0 0 16 0,0 0 0 0,23 15-3 16,-15-3-10-16,1 5-26 15,1 1-16-15,1-1-19 0,2 7-17 0,-1-5-18 0,-3 1-11 16,0-3-14-16,4-1-36 15,-4 1-47-15,-4-2-50 0,5-1-64 0,-6-3-81 16,2-1-80-16,-3-2-74 0,-1-1-101 16,2-1-140-16,-4-6-53 0,4 4 59 15,-4-4-362-15,0 0-405 0</inkml:trace>
  <inkml:trace contextRef="#ctx0" brushRef="#br0" timeOffset="35327.56">8443 7945 2684 0,'-3'-2'124'0,"-5"-2"56"16,8 4 34-16,-10-6 25 0,10 6 13 16,0 0-6-16,-9-5-21 0,9 5-25 0,0 0-17 15,-6-5-28-15,6 5-35 16,0 0-33-16,0 0-41 0,0 0-48 0,13-13-56 16,-2 6-59-16,1 0-50 0,6-2-35 15,0-1-30-15,0-2-25 0,7-3-27 0,-3-3-31 16,3 3-22-16,-5 0-19 0,3-5-59 15,-7 5-338-15,4-3-243 0</inkml:trace>
  <inkml:trace contextRef="#ctx0" brushRef="#br0" timeOffset="35610.87">8750 7608 1921 0,'4'-4'-65'0,"-4"4"26"0,0 0 20 0,0 0 21 16,0 0 24-16,0 0 16 16,0 0 6-16,-6 28 10 0,4-15 8 0,1 3 16 15,-3 1 14-15,2 2 16 0,4-1 15 16,-2-1 20-16,4 3 20 0,1-1 18 0,5 0 7 15,-2-1 12-15,3-1 7 0,1-1 11 16,-1-1 8-16,2-1 11 0,1 1-2 0,-1-1 16 16,1 1 8-16,-3-2 16 0,-2 0-6 15,-1 1-20-15,1-2-9 0,-5 2-17 16,2 1-16-16,-3-1-21 0,-1-1-17 16,1 1-14-16,-3 0-21 0,-3 0-15 0,1 1-13 15,-3-1-13-15,-4 3-30 0,-1-5-33 0,-2 5-36 16,-2-5-42-16,-2 0-50 15,-1-2-58-15,1 2-77 0,-5-7-98 0,6 1-117 16,-4-3-134-16,4-1-195 0,1 0 36 16,1-2 80-16,2 3-552 0,-3 1-672 0</inkml:trace>
  <inkml:trace contextRef="#ctx0" brushRef="#br0" timeOffset="36244.32">6471 10461 3596 0,'-9'7'82'0,"3"-2"34"0,0 0 21 0,2-2 14 0,4-3 14 15,-5 8 10-15,5-8 8 0,0 0 6 16,0 0 0-16,0 0-13 0,0 0-8 16,0 0-20-16,0 0-25 0,37-9-17 15,-25 5 0-15,-4-3-17 0,3 2-4 0,-1-3-14 16,-1-2-3-16,-1-1-4 0,0 1-11 15,-4 0-7-15,-1-2-6 0,-1-1-2 0,-2 2-10 16,-2-1-3-16,-5-3-1 0,1 1-5 16,-6-2-7-16,1-1 8 0,-4 1-7 15,0 3-3-15,-1 1 3 0,1 4-2 0,2 1-2 16,-2-1-4-16,1 6 3 0,1 4-2 16,1 0 2-16,1 2 8 0,0 0-4 15,1 1 0-15,0-3-4 0,3 2 7 0,2-1-10 16,5-3 6-16,0 0 14 0,0 0 18 15,0 0 15-15,0 0 5 0,23-24 6 16,1 2-6-16,1-2 6 0,5-7-3 0,2 2-7 0,-5 5-6 16,-2 2-7-16,0 5-6 15,-3 0-10-15,-4 6-1 0,-3 5 0 0,0 2 1 16,0 4-4-16,-1 2 5 0,2 2-3 16,-2 4 3-16,1 1-2 0,1 3 1 0,-3 3-6 15,3 0-1-15,-4-1 0 0,0 1-6 16,-2-3-9-16,1 2 6 0,-3-2-20 15,-1-3-41-15,3-3-44 0,-3 3-59 16,1-2-84-16,-2 0-112 0,1-4-129 0,-3 2-151 16,-4-5-174-16,9 4 68 0,-9-4 75 15,0 0-549-15,0 0-670 0</inkml:trace>
  <inkml:trace contextRef="#ctx0" brushRef="#br0" timeOffset="36598.87">6993 9951 3379 0,'-13'23'48'0,"13"-23"45"0,-5 6 26 0,5-6 22 16,0 0 18-16,-11 5 4 0,11-5-7 15,0 0-10-15,0 0-6 0,0 0-2 0,0 0-10 16,0 0-11-16,0 0-10 16,0 0-11-16,0 0-7 0,23-20-9 0,-21 15-7 15,-2 5-8-15,6-9-5 0,-6 9-3 16,6-8-6-16,-6 4-7 0,0 4-8 0,0 0-5 15,0-15-5-15,0 15-3 0,0 0-2 16,-12-3-6-16,12 3 0 0,0 0-7 0,-23 15 2 16,14-3-2-16,-2 4 4 0,-1 2-1 15,-1 9 0-15,4-5 0 0,0-4 4 0,8 0-3 16,-3 1 1-16,2-4-2 0,0 2-1 16,4-2-3-16,0-2 8 0,2 0-11 15,-3-3-1-15,6 2 1 0,0-3-7 0,2-2-22 16,-1-2-38-16,6-3-60 15,-3-2-85-15,6-4-97 0,2-3-114 0,2-1-147 16,4-8-93-16,2-1 61 0,-2-3-427 0,2-1-498 16</inkml:trace>
  <inkml:trace contextRef="#ctx0" brushRef="#br0" timeOffset="36842.43">7256 9506 2889 0,'-7'-12'59'0,"1"4"56"0,0 0 32 15,2 2 29-15,4 6 16 16,-3-9 2-16,3 9-12 0,0 0 9 0,0 0 17 0,0 0 7 16,1 27-5-16,5-4-14 15,6 8-6-15,-1 1 1 0,3 2-3 0,-1 2-6 16,4 7-21-16,-4-8-13 0,5 8-12 16,-3-9-14-16,0-2-15 0,-2 1 2 0,3-2-30 15,-3-4-50-15,-2 0-56 0,-1-6-62 16,-1-2-81-16,-3-5-99 0,1-3-96 0,-2-1-106 15,1-2-103-15,-5-2-128 0,1-3 71 16,-2-3-498-16,0 0-596 0</inkml:trace>
  <inkml:trace contextRef="#ctx0" brushRef="#br0" timeOffset="37026.25">7306 9956 2918 0,'0'0'-5'0,"0"0"64"0,-16 2 43 0,16-2 37 16,0 0 23-16,0 0 13 0,0 0 4 15,0 0 3-15,0 0 3 0,-9-7-13 0,9 7-12 16,0 0-13-16,17-18-15 0,-7 9-14 16,3-5-27-16,1 2-49 0,2 2-46 15,-2-2-68-15,1 0-85 0,3 0-91 0,-4 0-107 16,2 2-147-16,-1-1-95 0,-1 3 60 16,1 1-309-16,-2-1-330 0</inkml:trace>
  <inkml:trace contextRef="#ctx0" brushRef="#br0" timeOffset="37558.82">7658 9904 2353 0,'-4'6'101'0,"1"-2"37"16,-1-1 27-16,4-3 13 0,0 0 14 15,0 0 22-15,-4 5 9 0,4-5 6 16,0 0 2-16,0 0-9 0,0 0-15 0,0 0-11 16,0 0-14-16,0 0-13 0,0 0-17 15,25-10-15-15,-21 8-12 0,3-6-11 16,-3 3-12-16,2 0-6 0,-3-2-13 0,4 3-6 16,-3-6-9-16,-3 1-8 0,1 3-3 15,-2-3-5-15,-2-1-7 0,1-2-3 0,-5 0-7 16,-2-3-6-16,-2-1 3 0,-1 3-8 15,-1 1 0-15,3-1-3 0,0 3-3 0,1 2-4 16,-2 4 0-16,1-2-3 0,-1 4-3 16,10 2-3-16,-15 0 2 0,15 0-5 0,-16 4 1 15,16-4 0-15,0 0-3 0,-13 0 0 16,13 0 1-16,0 0 6 0,0 0 18 16,0 0 2-16,0 0 0 0,24-21 2 15,-8 9-2-15,9-8 2 0,2 3-3 0,-2 2-2 16,-5 1-3-16,0 5 0 0,-3 5 2 15,-2-2-1-15,3 3 3 0,-6 1 10 0,2 2 3 16,1 2 3-16,-4-1-6 0,3 7 5 16,-3-2-5-16,1 3-12 0,-1-1 5 15,-2 2-3-15,0-5-3 0,-2 7-28 0,2-4-29 16,-3 0-43-16,0-1-48 0,2 1-66 16,-5-2-109-16,3-2-103 0,0 0-122 0,-6-4-148 15,8 6-42-15,-4-2 84 0,-4-4-533 16,0 0-632-16</inkml:trace>
  <inkml:trace contextRef="#ctx0" brushRef="#br0" timeOffset="38158.19">8049 9443 3461 0,'-2'-12'92'0,"2"12"25"16,-2-9 10-16,2 9 0 0,0 0 12 15,0-8-10-15,0 8 22 0,0 0 4 0,0 0-4 16,0 0-14-16,0 0-4 0,0 0-3 15,22 20-1-15,-19-11-9 0,-1 1-5 16,2 2-10-16,-2 1-6 0,-2-1-10 0,0 6-9 16,-4-3-12-16,0 2-4 0,1-1-5 0,-6-1-16 15,4 0-9-15,-3-1-19 16,-1 0-8-16,4-4-7 0,-6-3-11 0,4 1-8 0,0-8-10 16,7 0-7-16,0 0-1 15,-29-17 3-15,17-1 4 0,5-1 2 0,-3-2 3 16,7 6-1-16,-1-2 2 0,-1 4 4 15,5 0-3-15,-2 5 7 0,4-1 4 16,1 2 11-16,3 3 4 0,-6 4 0 0,9-4 5 16,-9 4 1-16,17 2 3 0,-17-2 0 15,17 8-5-15,-5-6 3 0,1 4-6 16,-2 0 0-16,-1 0 2 0,-1-1-1 16,1 1 2-16,-2-3 0 0,-1 0-5 0,-3 1 7 15,-4-4-3-15,11 5 8 0,-11-5 12 16,12 2 9-16,-12-2-7 0,0 0 1 0,17-11 2 15,-12 5 11-15,6-1 1 0,-4-2 4 16,-2 2 5-16,3-1-10 0,0 2 0 0,1 2 9 16,-3-1 4-16,-6 5 7 0,17-4-2 15,-17 4-3-15,17-2 0 0,-17 2-11 16,21 2 1-16,-21-2-9 0,20 2-5 0,-7-2-1 16,1 2-2-16,-14-2 0 15,20 0 6-15,-20 0 6 0,19-2 21 0,-8 0 18 16,0-2 10-16,-2 0 8 0,0-2 1 15,0-2 2-15,1 1-10 0,-2-5-3 0,-1 2-13 16,2-5-3-16,-6 1-11 0,5 1-21 16,-7-3-25-16,-1-1-31 0,2-5-37 0,-4 3-31 15,1 0-41-15,-1 3-63 0,-2 0-67 16,2 1-83-16,0 2-86 0,1 5-94 0,1-2-103 16,-3 3-136-16,-1 2 67 0,4 5-622 15,-2-11-768-15</inkml:trace>
  <inkml:trace contextRef="#ctx0" brushRef="#br0" timeOffset="38808.08">8522 9182 3389 0,'-2'12'-21'0,"-2"-3"65"16,2-3 42-16,0 0 26 0,2 2 26 0,0-8 16 15,2 9 14-15,-2-9 11 0,2 6 4 16,-2-6-3-16,6 6-1 0,-6-6-10 0,9 3-1 15,-9-3-9-15,0 0-15 0,0 0-16 16,29-9-7-16,-22 4-17 0,3 0-7 16,-2 0-12-16,-3 0-3 0,-1 0-12 0,3-2-3 15,-3 0-5-15,-4 7-2 0,5-13-4 16,-3 5 2-16,-2 8 9 0,-7-13-3 16,3 3-2-16,-3 0-11 0,0 2-1 15,-3 3-9-15,0 1-2 0,1 2-5 0,9 2-8 16,0 0-8-16,-30 8 2 0,18-2 1 15,0 5-6-15,3-1-4 0,4-2-3 0,-4 5 0 16,6-5 3-16,-1 1-3 0,2-1 1 16,2 0-3-16,0-2 7 0,0-6 7 0,7 11 17 15,-7-11 9-15,13 3 9 0,-13-3-5 16,0 0 4-16,32-14-7 0,-16 4 4 0,2-2-9 16,5-5-3-16,1-4-1 0,1 0-3 15,0 1 1-15,-4-1 0 0,-4 7 1 16,-1-1 8-16,-7 7-2 0,1 2-3 0,-3 0 5 15,-1 0-9-15,-6 6 7 0,9-1 12 16,-9 1 6-16,0 0 6 0,14 15-4 16,-8-5-3-16,-5 1-53 0,3 3-7 0,0 1 0 15,-1-1 0-15,1 1 0 0,1-3 0 16,0 0 0-16,-1-1 0 0,0-1 0 16,-1-2 0-16,1-2 0 0,5 1 0 0,-2-7 0 15,-7 0 0-15,16 3 0 0,-16-3 0 16,18-3 0-16,-7-1 0 0,1 1 0 0,-3-1 0 15,2 1 0-15,0 0 0 0,-11 3 0 16,18-4 0-16,-8 2 0 0,-10 2 0 0,15-4 0 16,-6 2 0-16,1 2 0 15,-2-2 0-15,3-1 0 0,-1-1 0 0,1 0 0 16,0 0 0-16,1 0 0 0,-1-2-151 16,1-1-329-16,1 1-84 0,-2 0-143 0,0-2-155 15,-4 2 87-15,0 3-807 0,-1-2-1024 16</inkml:trace>
  <inkml:trace contextRef="#ctx0" brushRef="#br0" timeOffset="39874.94">7445 10876 4178 0,'0'0'2'0,"0"0"48"0,-6 25 27 16,3-17 25-16,-3 0 11 0,2-1 23 0,2-1 13 15,1 3 8-15,-2-2-3 0,3-7-6 16,0 14-13-16,0-14-6 0,4 9-13 0,0-3-10 15,-4-6-10-15,11 6-8 0,-11-6-7 16,14 1-7-16,-14-1-10 0,17-8-12 0,-10 1-12 16,1 0-1-16,0-3-24 0,-3 0-6 15,1 0 3-15,-4 1-4 0,-2-2 0 0,-2 2-4 16,-2 0 2-16,1 3-1 16,-3 0-6-16,6 6-2 0,-18 2 1 0,7 6 0 15,-3 5-4-15,-2 12 5 0,-2 7 1 16,5 2 8-16,-1 4 5 0,3-2 3 0,6 1 10 15,1 1-3-15,2-7 0 0,4 5-1 16,4-3 2-16,-1-3-3 0,4-5-6 16,0-6 5-16,2-1-5 0,0-6-1 0,1-3-1 15,5-4-13-15,-2-2-24 0,8-9-29 16,8-8-38-16,3-1-50 0,6-13-61 0,0-6-71 16,-3-2-52-16,-1-5-36 15,-4-4-25-15,-2-2 8 0,1 1 42 0,-11 0 48 0,1-2 52 16,-3 5 68-16,-5 8 54 15,-3 2 56-15,-6 8 54 0,-1 5 61 0,-3 3 58 16,2 5 22-16,-4 3 17 0,2 5 6 16,0 4 5-16,0 0 10 0,0 0 2 0,0 0-4 15,-28 23-3-15,20-4-7 0,-4 10-2 16,3 1-15-16,2 2-10 0,-2 1-14 16,2 1-12-16,3-8-9 0,-1-2-11 0,3-1-9 15,-2-4-12-15,2-2-29 0,2 1-27 16,0-7-31-16,-1 3-36 0,1-4-33 0,0-2-37 15,0-8-50-15,-5 9-49 0,5-9-21 16,0 0-7-16,0 0 7 0,-22-20 13 16,13 6 17-16,0-2 22 0,4 2 32 15,-3-1 35-15,2 2 32 0,0-1 29 0,3 6 17 0,-1 0 9 16,0 1 3-16,4 7 24 16,-2-9 36-16,2 9 21 0,0 0 16 0,0 0 3 15,11-5 14-15,-11 5 7 0,18 1-4 16,-18-1-2-16,22 4-7 0,-10-2-7 15,3-2-7-15,1 1-4 0,-2-2-32 0,8-3-33 16,1 1-59-16,2-4-89 0,5-3-118 16,1-1-172-16,-3 0-96 0,-5 0 59 0,-4 3-212 15,2-2-192-15</inkml:trace>
  <inkml:trace contextRef="#ctx0" brushRef="#br0" timeOffset="40141.65">8335 10634 1996 0,'-8'-2'168'15,"8"2"35"-15,-17 0 15 0,17 0-3 0,-17 6 8 16,8-1 8-16,-1 2 0 0,2 3-14 16,3 4-8-16,-5 6-1 0,5 1-13 0,0 1-8 15,1 2-4-15,4 2-2 0,0-1-17 16,0 2-11-16,2-2-7 0,3 1-14 0,-3-2-13 15,3 0-14-15,-1-4-10 16,2 1-14-16,-3-6-30 0,6-1-37 0,-4-1-55 16,2-5-75-16,1-4-97 0,-1 0-124 15,3-2-139-15,-10-2-205 0,17-7 38 0,-3 0 75 16,-3-1-401-16,1-3-448 0</inkml:trace>
  <inkml:trace contextRef="#ctx0" brushRef="#br0" timeOffset="40442.29">8522 10531 2592 0,'-18'2'-4'16,"18"-2"32"-16,0 0 11 0,-18 2 7 16,11-1 15-16,7-1 0 0,-12 3-4 15,12-3-7-15,-11 6-5 0,4-2-4 0,3 0-4 16,1 1-9-16,-3 1-12 16,2 0-23-16,3 2-27 0,-3-1-34 0,4-1-34 15,-2 2-41-15,2-2-52 0,0 3-74 16,2-2-115-16,0-2-261 0,-2-5-141 0</inkml:trace>
  <inkml:trace contextRef="#ctx0" brushRef="#br0" timeOffset="41341.41">8659 10549 1711 0,'-6'2'73'16,"1"5"35"-16,1-1 18 0,0 0 25 0,2 0 19 15,2 0 24-15,-1 3 7 0,-2-3 5 16,3 4 1-16,3-3-17 0,-3 0 0 0,1-2 0 16,1 1 0-16,-2-6 0 0,6 11-6 15,-3-6-4-15,-3-5 2 0,8 5-2 0,-8-5-11 16,12 2-10-16,-12-2-7 0,0 0-22 15,24-11-9-15,-14 5-10 0,-1-4-13 0,2 1-13 16,-4-1 0-16,2-2-16 0,-2 1-8 16,-1-1-9-16,1 3 6 0,-6-3 1 15,-1 1 4-15,0 2 8 0,-1-2 3 16,-6-1 13-16,3 4-5 0,-3 1-2 16,1 2-18-16,6 5-9 0,-15 0-1 0,15 0-13 15,-21 15-4-15,7-1 2 0,0 10-9 16,2-2 3-16,-1 3-10 0,5-4-6 0,2 0 4 15,2 0-8-15,2-2 3 0,2-5 2 16,2-1-9-16,2 3 10 0,1-4-7 0,-2-4 5 16,6 1-18-16,-1-4-18 0,4-3-16 15,-12-2-31-15,32-7-32 0,-10-2-42 0,7-8-51 16,0-5-55-16,3-9-54 16,-2-6-28-16,1 2-22 0,-4-5-20 0,-2-1-9 15,-6-2-1-15,0-1 13 0,-7-6 33 16,-3 1 38-16,-5-3 48 0,-3-6 46 0,-4 1 47 15,-5-3 54-15,-4 4 41 0,-1-2 47 16,-4 6 37-16,-4 2 40 0,-2 6 45 16,-2 3 36-16,4 12 34 0,5 7-4 0,-2 7-6 15,3 5-11-15,3 6-1 0,1 4 3 16,11 0 15-16,-16 18 19 0,7 1 7 0,7 6-4 16,4 16-6-16,0 6-5 0,10 11-11 15,5 1-5-15,11 19-6 0,6 1-21 0,3 5-11 16,-1-1-13-16,1-3-11 0,0-1-10 15,-1-4-11-15,-9-17-23 0,0-4-21 16,-2-1-23-16,0-3-15 0,-5-10-15 16,-6-9-4-16,-5-9-4 0,0-5-8 0,-4-5-20 15,1-2-13-15,-4-8-7 0,-2-2-2 16,0 0-1-16,0 0 6 0,-4-28 6 0,-5 6 6 16,0-15 4-16,-4-12 7 0,-2-8 12 15,0-4 16-15,1-1 9 0,7 2 12 0,-3 5 9 16,7 15 16-16,-2 6 14 15,1 8-1-15,4 8-4 0,-1 3 5 0,2 6 19 16,1 1 24-16,3 7 16 0,-5 1 17 0,0 0-3 16,0 0 1-16,18 16-1 0,-12-2-6 15,4 3-14-15,-3 3-4 0,3 1-11 16,-2 1-8-16,-2-2-15 0,-1 2 2 16,2-1-25-16,-5-4-26 0,2 1-29 0,0-7-41 15,-3 2-52-15,4-2-62 0,-5-4-95 16,2-2-96-16,-2-5-95 0,0 0-91 0,0 0-109 15,0 0-24-15,0 0 78 0,-7-39-472 16,6 0-548-16</inkml:trace>
  <inkml:trace contextRef="#ctx0" brushRef="#br0" timeOffset="41527">9177 9786 2787 0,'-2'-42'11'0,"-2"5"61"16,1 9 54-16,-1 7 21 0,2 2 13 16,0 7 6-16,1 4 20 0,1 8 27 15,0 0 16-15,0 0 5 0,0 0-5 16,14 34-14-16,-5-5-6 0,5 7-16 15,1 9-8-15,5 3-12 0,-7 0-20 0,4 3-10 16,-3-5-14-16,-3-9-28 0,-2-2-29 16,1 2-39-16,0-4-43 0,-3-3-65 0,0-4-66 15,-3-4-83-15,3-5-77 0,-6 0-67 16,-1-8-68-16,0 3-86 0,-1-4-75 0,-1-2 22 16,2-6-417-16,-5 6-469 0</inkml:trace>
  <inkml:trace contextRef="#ctx0" brushRef="#br0" timeOffset="41677.82">9328 10253 2495 0,'0'0'-54'0,"-6"5"64"0,6-5 48 0,0 0 53 15,0 0 48-15,0 0 42 0,0 0 30 16,0 0 17-16,0 0 5 0,0 0-13 16,0 0-16-16,0 0-25 0,0 0-17 15,23-17-23-15,-15 12-33 0,-1-2-38 0,-1-1-42 16,4 3-68-16,-5-4-79 0,3 2-102 16,-3-1-101-16,2 2-137 0,-6 1-177 0,3 0 54 15,-4 5-362-15,0 0-407 0</inkml:trace>
  <inkml:trace contextRef="#ctx0" brushRef="#br0" timeOffset="44410.98">7979 11790 2550 0,'5'-7'-9'0,"1"0"22"16,-2 0 23-16,-3 2 22 0,-1 0 19 15,0 5 20-15,2-12 9 0,1 7 9 16,-3 5-9-16,2-10-4 0,-2 10-3 0,0-7-18 16,0 7-5-16,2-9-9 0,-2 9-13 15,0 0 2-15,2-6 2 0,-2 6-9 0,0 0 8 16,0 0-10-16,0 0 13 0,0 0-3 16,0 0 7-16,0 0-11 0,0 0-1 0,0 0-2 15,0 0-2-15,0 0-6 0,0 0-9 16,0 0 2-16,0 0-7 0,0 0-4 0,0 0 0 15,0 0-4-15,0 0-3 0,0 0-2 16,0 0 1-16,0 0 1 0,0 0-8 16,0 0 0-16,0 0 0 0,0 0 0 15,0 0-6-15,0 0 2 0,0 0 2 16,0 0-4-16,0 0 4 0,0 0-2 0,0 0-1 0,0 0 0 16,0 0-3-16,0 0 5 15,0 0 0-15,0 0 4 0,0 0-5 0,0 0-2 16,0 0 1-16,0 0-2 0,0 0 8 15,0 0-6-15,0 0 0 0,0 0-9 0,0 0 2 16,0 0 7-16,0 0 5 0,0 0-6 16,0 0-2-16,0 0-1 0,0 0 3 0,0 0 0 15,0 0 0-15,0 0-1 0,0 0-6 16,0 0 6-16,0 0-4 0,0 0-1 16,0 0 5-16,0 0-4 0,0 0-3 15,0 0-15-15,0 0-6 0,0 0-7 16,0 0-7-16,0 0-8 0,0 0 7 0,0 0 7 15,0 0 0-15,0 0 6 0,0 0 1 16,0 0 19-16,0 0 9 0,0 0 2 0,0 0 23 16,0 0 2-16,0 0 11 0,0 0 2 15,0 0 2-15,0 0 4 0,0 0-6 0,0 0 13 16,0 0 0-16,0 0 21 0,0 0 9 16,0 0 4-16,11 18 11 0,-4-16 9 0,3 0 8 15,-10-2 7-15,27-4-1 0,-10 1 17 16,-2 0 1-16,2-3 1 0,1 0 7 15,-4-5-5-15,4-1-5 0,-3 0 3 16,-2-1-2-16,-1-2-7 0,-3 3-8 16,-1-1-11-16,0-1-4 0,-7-1-15 0,1-1-8 15,-4-1-5-15,-3 1-8 0,-3-2-5 16,-2-1-10-16,-6-3-8 0,-4 1 1 0,-3 2-8 16,7 6-5-16,-2 3-12 0,5 2-1 15,-1 4-2-15,-1 4-2 0,15 0-3 0,-26 8-7 16,12-4 0-16,-1 9-7 15,4-3 5-15,3 0-9 0,0-1 4 0,4-2-2 16,1 0 2-16,3-7 2 0,0 0 5 0,0 0 9 16,0 0 0-16,0 0 11 0,36-13 0 15,-19 2 0-15,9-7-1 0,1 0-2 16,0 1 6-16,0 1-32 0,-6 4-2 0,-1 6 0 16,-2-1 0-16,-1 5 0 0,0 2 0 15,0 3 0-15,2 5 0 0,8 6 0 16,-4 6 0-16,0 2 0 0,0 4 0 0,-3-1 0 15,0 1 0-15,-4 3 0 0,2-3 0 16,1-1 0-16,-6-2 0 0,0-3 0 0,-3-6 0 16,0-1 0-16,-5-1-99 0,3-3-131 15,-2-1-55-15,1 0-56 0,-1-4-62 16,1-1-57-16,-7-3-46 0,18-6-57 0,-9-1-72 16,-1-4-60-16,0-3 62 0,-1-5-503 15,1-2-605-15</inkml:trace>
  <inkml:trace contextRef="#ctx0" brushRef="#br0" timeOffset="44707.22">8626 11396 3002 0,'0'-11'-53'0,"0"5"49"16,-3 0 36-16,3 6 27 0,0 0 27 16,0 0 26-16,0 0 9 0,0 0 19 0,0 0 11 15,0 0-1-15,-11 26 3 0,11-18-4 16,3 4-6-16,-1-1-11 0,2-2-11 0,1-1-8 16,6 0-4-16,-6 1-2 0,4-4 2 15,1 0 5-15,0-3 2 0,-10-2 7 0,20-2-7 16,-8-3-10-16,1 0-13 0,1-4-11 15,-3-3-4-15,-2 3-7 0,1-3-5 16,0 0-5-16,-5-2 2 0,1 3-13 16,-5 1-1-16,-1-1-5 0,-5 1-8 0,-2 0-4 15,-3 1 0-15,-5-4-11 0,2 4-5 16,-1 0-5-16,-1 3-13 0,-3 2-19 16,6 3-12-16,-2 4-19 0,-1 1-24 0,-1 2-35 15,3 3-51-15,1 1-66 0,1 0-71 16,4 1-68-16,-1-1-92 0,6 1-152 15,-2-3-17-15,2 0 74 0,4-1-368 0,2-4-401 16</inkml:trace>
  <inkml:trace contextRef="#ctx0" brushRef="#br0" timeOffset="45040.95">8892 11221 2532 0,'0'0'42'0,"0"0"34"0,0 0 29 16,5 17 20-16,-5-17 17 0,0 0 9 15,2 8 0-15,-2-8-7 0,4 7 6 0,-4-7 5 16,0 0 3-16,5 5 6 0,-5-5 7 16,0 0 0-16,10 4-2 0,-10-4-6 0,0 0-10 15,17-11-13-15,-9 6-13 16,0-3-11-16,-1-4-10 0,2-5-12 0,1 1-10 16,0-1-12-16,-5 2-3 0,3 2-9 15,-4-2 6-15,-2 7 0 0,0-5 4 0,-2 5-3 16,-2-3-6-16,-2-1-9 0,-4 2-1 15,3 3-6-15,-5 1-6 0,0 0-9 16,1 4-9-16,9 2-2 0,-21 2-11 0,10 4-23 16,-1 3-22-16,-1-3-27 0,2 4-38 15,-1 0-52-15,4-3-76 0,3 3-69 0,-1-2-67 16,1-1-67-16,1 0-80 0,2-3-79 16,2-4-4-16,0 0-419 0,0 0-490 0</inkml:trace>
  <inkml:trace contextRef="#ctx0" brushRef="#br0" timeOffset="45340.67">8990 10831 2719 0,'6'-19'4'16,"-2"5"71"-16,-2 5 54 0,-2 0 42 0,2 0 20 16,-2 5 15-16,0 4-13 0,0 0-2 15,4-9 7-15,-4 9 3 0,0 0-1 16,0 0-7-16,11 20-14 0,-4-8-12 0,-3 3-16 16,4-1-18-16,-2 6-6 0,1-2-13 15,4-1-17-15,-4 1-12 0,2-5-18 0,-1 1-41 16,4 3-36-16,-5-3-40 0,0-4-45 15,4-1-45-15,-4-1-47 0,-2-1-34 16,3 1-18-16,-3-4-10 0,0 1 11 16,1 0 14-16,-6-5 22 0,5 11 20 0,-3-5 20 15,0 0 17-15,0 0 21 0,-1-1 28 16,1 2 27-16,-2-7 24 0,4 9 23 0,-2-5 19 16,-2-4 13-16,3 7 5 0,-3-7 0 15,0 0 4-15,0 0-5 0,0 0-17 16,16-13-32-16,-10 6-31 0,-1 0-58 0,0-1-88 15,-3 1-120-15,2 0-139 0,-3 0-190 16,-1 7-158-16</inkml:trace>
  <inkml:trace contextRef="#ctx0" brushRef="#br0" timeOffset="46440.87">12119 6725 1939 0,'-23'-41'143'0,"1"5"38"0,1 7 27 16,3 5 11-16,5 7-12 0,2 2-14 15,3 5-6-15,2 0-16 0,-1 3-16 16,3 3-3-16,4 4 21 0,0 0 7 0,0 0 0 15,13 33 0-15,7-8-5 0,8 10-11 16,8 2-10-16,0 0-14 0,7 1-11 16,-1 2-16-16,1-2-6 0,1 0-11 0,0-1-5 15,-4 0-16-15,-2 1-4 0,0-4-7 16,-4-1-10-16,0-1-36 0,-9-6-36 16,-1-2-48-16,-1-2-65 0,-5 1-98 15,0-8-99-15,-7-3-119 0,-3-3-170 0,-1-2-38 16,-1-2 73-16,-4-2-386 0,-2-3-446 15</inkml:trace>
  <inkml:trace contextRef="#ctx0" brushRef="#br0" timeOffset="46640.1">12352 7091 2943 0,'0'0'125'0,"0"0"2"15,-11 4-5-15,11 4 26 0,0-8 18 16,4 12 16-16,1 1 2 0,6-2-1 0,3 5-8 15,8 2-18-15,7-1-14 16,5-3-16-16,3 2-13 0,1-4-29 0,0 0-47 16,3 0-53-16,-3-5-84 0,-2 2-102 15,-10-4-97-15,-1-3-115 0,-4 4-180 0,-6 0 9 16,-4-1 62-16,2-2-258 0,-8 0-270 16</inkml:trace>
  <inkml:trace contextRef="#ctx0" brushRef="#br0" timeOffset="46841.21">12859 7045 2075 0,'0'-10'49'0,"0"2"51"0,0 2 10 0,0 6 21 16,0 0 29-16,0 0 33 0,0 0 13 15,-12 22 6-15,7-4-4 0,-1 2-10 16,-3 9-12-16,3 2-18 0,-2 2-16 0,1 0-17 16,1-8-16-16,3-3-16 0,-4 2-35 15,3-5-40-15,3 0-40 0,-3-3-73 0,0-5-69 16,2 3-75-16,-1-5-93 0,-3-1-140 15,0-3-107-15,-2-3 51 0,8-2-247 16,-14 0-256-16</inkml:trace>
  <inkml:trace contextRef="#ctx0" brushRef="#br0" timeOffset="47373.14">12741 6385 2310 0,'0'0'99'0,"-17"7"6"16,11-3 19-16,2 4 22 0,3-1 3 0,-1 2 7 15,2-1-2-15,2 1-2 0,1 1-12 16,3-1-12-16,1-3-7 0,3 1-11 0,0-2-10 16,-1-1-6-16,1-3-5 0,-1-1 1 15,-9 0 0-15,23-3 2 0,-12-2-1 16,-1-2 1-16,-2-3 0 0,-1-1-1 15,-3-3-5-15,2 1 1 0,-6-1-14 0,0-1-2 16,-2-2-6-16,-4-3-7 0,1 0-8 16,-6-1-4-16,-1-4-5 0,-4 1 1 15,-1 3-7-15,0-1-2 0,2 7 0 0,1 4-2 16,3 3-6-16,2 4-6 0,-5 3 0 16,14 1-3-16,-22 7-1 0,10-1-3 0,2-2-3 15,1 3 0-15,3-2-3 0,6-5 0 16,-10 7-2-16,10-7 6 0,0 0 11 0,0 0 7 15,0 0 2-15,0 0-1 16,50-31 4-16,-21 10-4 0,0-1 0 0,-2 2 2 0,2-1 0 16,-2 4 1-16,-6 5-1 15,0 3 4-15,-4 4 10 0,-3 3 11 0,1 2-13 16,-2 3 27-16,0 7 2 0,-2 2 20 16,1 5-29-16,0 0-4 0,-2 1-6 15,-1 10-7-15,2-6 0 0,-4-1-7 0,2-1-6 16,4 7-10-16,-8-6-1 0,5 0-11 15,-4-5-34-15,-1-2-29 0,1 1-47 0,1-1-63 16,-2-4-75-16,-1 0-61 0,1-1-76 16,1-1-81-16,-1-1-85 0,1-5-165 0,-6-2 60 15,16 0-463-15,-5-5-578 0</inkml:trace>
  <inkml:trace contextRef="#ctx0" brushRef="#br0" timeOffset="47706.19">13315 6070 2907 0,'0'0'-31'0,"-10"-3"52"0,10 3 27 16,0 0 27-16,0 0 22 0,-25 4 25 0,25-4 15 16,-9 11 6-16,3-1-1 0,4-3 8 15,0 3-4-15,2 1-6 0,0-2-5 0,2 2-4 16,4 1-3-16,-3-4-7 0,1 1 0 16,4-2-3-16,-2 0-3 0,3-4-7 0,0 2-11 15,3-3-9-15,-12-2-7 0,19-2-6 16,-19 2 1-16,21-5-3 0,-12 4 4 15,0-6 1-15,-4 0 7 0,1 2-3 16,-3-2-6-16,-3 7 0 0,2-14 2 16,-2 4-17-16,-2 0-5 0,-1-2-8 0,-5-2 1 15,3 0-19-15,-5-1 7 0,0-1-4 16,1 6-8-16,-1 0-1 0,1 0-10 0,1 7-9 16,-4-3-29-16,12 6-25 0,-20 2-37 15,20-2-45-15,-21 7-71 0,13-1-89 0,-2 2-84 16,1 4-126-16,4 1-197 0,-1-3 34 15,6-1 73-15,2-2-391 0,3-2-458 16</inkml:trace>
  <inkml:trace contextRef="#ctx0" brushRef="#br0" timeOffset="48060.98">13455 6013 2619 0,'0'0'4'0,"-7"-10"53"0,7 10 42 0,-6-8 33 15,6 8 25-15,-3-4 3 0,3 4-5 16,-9-3-8-16,9 3-17 0,0 0 13 0,0 0-6 15,-11 15-4-15,9-7-11 0,-1 2-9 16,1 3-9-16,2-1-12 0,-2 1-8 0,4-1-3 16,2 1-4-16,-3-1-13 0,3-4 6 15,2 1 4-15,0-2 11 0,3-2 10 16,-1-2 14-16,-8-3 16 0,17-3 3 0,-17 3 5 16,22-7-5-16,-8 0 25 15,-1-2 10-15,-1 3 23 0,-2-3 19 0,-3 1 11 16,0-1-2-16,-2 0-8 0,-3 1-7 15,-2-3-21-15,-2 1-20 0,-5-1-12 0,4 1-12 16,-5 2-17-16,-1-3-14 0,-1 1-47 16,1 2-56-16,-2 0 0 0,-1 2 0 0,-1-1 0 15,2 3 0-15,-1 1 0 0,1 2 0 16,11 1 0-16,-24-2 0 0,13 4-200 0,11-2-105 16,-14 4-73-16,9-2-86 0,5-2-63 15,0 0-51-15,0 0-84 0,0 0-95 16,0-14 61-16,7 2-537 0,9-11-694 15</inkml:trace>
  <inkml:trace contextRef="#ctx0" brushRef="#br0" timeOffset="48257.27">13627 5475 3341 0,'0'-31'-8'15,"-4"1"71"-15,-1-2 77 0,0 4 50 0,2 8 39 16,-1 4 28-16,0 1 16 0,2 5-1 16,-1 0-21-16,-1 1-29 0,0 6-26 0,4 3-17 15,0 0-5-15,0 0-7 0,-8 27-17 16,8-7-17-16,5 13-14 0,0 7-5 15,6-3-17-15,5 10-52 0,1-1-59 16,0-3-52-16,3-4-68 0,2-1-76 16,-5-7-73-16,-2 0-72 0,3-6-48 0,-6 0-53 15,-1-5-24-15,-4-7-31 0,0 0-15 16,-5-6-551-16,-2-2-548 0</inkml:trace>
  <inkml:trace contextRef="#ctx0" brushRef="#br0" timeOffset="48423.17">13780 5825 2645 0,'-6'3'-119'0,"6"-3"69"15,-16 3 60-15,9-1 47 0,7-2 35 0,-9 5 21 16,9-5 21-16,0 0 11 0,-12 2 19 15,12-2 37-15,0 0 29 0,0 0 18 16,0 0-4-16,0 0-20 0,26-20-20 0,-12 8-15 16,1-2-24-16,8-5-18 0,0 1-29 15,-1-1-46-15,0 1-49 0,-5 2-68 0,-4 3-90 16,-2 2-96-16,1 3-102 16,-4-3-125-16,-3 4-197 0,1 2 58 0,-6 5-356 15,0 0-432-15</inkml:trace>
  <inkml:trace contextRef="#ctx0" brushRef="#br0" timeOffset="-155984.54">18646 8868 3755 0,'0'-5'228'0,"0"5"-24"16,2-6-16-16,-2 6-31 0,0 0-20 0,0 0 46 16,0 0 16-16,-2 25-2 15,1-1-14-15,-3 14 1 0,2 6 0 0,0 4-8 0,0 9-12 16,2-1-21-16,2 2-27 16,0-9 6-16,2-3-11 0,-1-2-12 0,3 9-12 15,0-12-8-15,-2-1-9 0,0-5-10 16,-2-6-14-16,-2-5-15 0,-2-6-28 0,2 2-23 15,-2-5-30-15,0-3-27 0,0-2-55 16,0-2-57-16,1-3-55 0,1-5-58 0,-11 2-36 16,11-2-26-16,-12-19-16 0,4 1-17 15,0-11-6-15,-1-9 2 0,-1-13 6 0,0-7 13 16,3-5 34-16,-1-2-565 0</inkml:trace>
  <inkml:trace contextRef="#ctx0" brushRef="#br0" timeOffset="-155667.73">18549 9102 2305 0,'-7'-58'-114'0,"2"12"56"0,-4 11 52 15,4 0 46-15,-1 3 41 0,1 8 46 16,1 5 37-16,-3 3 48 0,4 3 22 0,-3 0 10 15,2 3 0-15,3 3-5 0,-5 2-4 16,1 1 8-16,5 4-6 0,0 0-10 16,-33 14 6-16,21-5-17 0,-3 5 4 15,2 1-13-15,-6 5-6 0,3-3-18 0,3 1-22 16,1-3-13-16,1 3-17 0,6-5-8 16,-4-1-13-16,4-3-11 0,-1-1-10 0,5-1-1 15,-3-2-4-15,4-5-4 0,0 0 5 16,0 0-13-16,0 0-8 0,0 0-5 0,27-18-12 15,-13 4-1-15,0 2-5 0,8-5-8 16,0 2-5-16,-5 6-5 0,2 1 0 0,0-2-8 16,-1 6 1-16,-4 0-4 0,6 2-1 15,-5 2-4-15,0 0-1 0,-2 3 0 16,1 0-6-16,1 1-20 0,-1 4-24 16,-3-2-31-16,2 0-41 0,-1 1-52 0,-1 1-51 15,-2 0-74-15,3 1-74 0,-3-1-66 16,-1 0-83-16,4 2-117 0,-1 2-79 0,3 1 70 15,-1 3-509-15,0 10-617 0</inkml:trace>
  <inkml:trace contextRef="#ctx0" brushRef="#br0" timeOffset="-155129.62">19127 9586 3234 0,'-4'6'23'0,"2"-1"49"0,2-5 53 15,-3 10 33-15,3-5 22 0,0-5 17 16,-2 10 11-16,2-10 2 0,2 7 1 0,-2-7-11 16,3 6-11-16,-3-6-10 15,0 0-15-15,15-2-16 0,-15 2-13 0,18-12-8 0,-9 3-19 16,1-1-9-16,-1 0-5 15,0-4-11-15,-3-2 1 0,1 3 4 0,-6-4 10 16,-1 3 2-16,0-3 1 0,-8-4-3 16,1 1-12-16,-8-8-6 0,-5-1-6 0,-1 1-7 15,-1 3-9-15,1-1-2 0,1 2-5 16,4 9-2-16,-2 3-7 0,7 3-6 0,-1 4-7 16,3 3-1-16,9 2-1 0,-20 2 0 15,20-2-14-15,-16 5 0 0,10 0-1 16,6-5-3-16,-8 5 1 0,8-5 10 0,0 0 5 15,0 0 6-15,0 0 2 0,0 0 3 16,41-13-8-16,-15-1-3 0,7-1 2 0,-3 1 5 16,4 2-4-16,-9 4-2 15,-1 2 4-15,-4 3 4 0,-1 3 6 0,1 1 9 16,-4 5 5-16,6 1 3 0,-6 5-3 16,0 1-4-16,-1 3-18 0,-2 1-32 0,0 7 0 15,-2-4 0-15,2-3 0 0,-4 2 0 16,-2 0 0-16,1 0 0 0,0-5-56 0,-4-1-94 15,3 1-59-15,-2 0-60 0,-3-5-83 16,3 1-85-16,-1-3-66 0,-3-2-91 0,-1-5-111 16,0 0-20-16,0 0 65 15,0 0-541-15,15-18-665 0</inkml:trace>
  <inkml:trace contextRef="#ctx0" brushRef="#br0" timeOffset="-154817.56">19521 9046 3225 0,'-2'-7'-13'0,"1"2"45"15,1 5 43-15,0 0 44 0,0 0 30 0,0 0 24 16,0 0 14-16,-10 24-1 0,10-12 0 16,4 3-14-16,0 2-9 0,-1 1-16 0,3 2-16 15,4 9-9-15,-1-8-16 0,1-2-9 16,2-3-12-16,-1-1-4 0,0-1-8 0,3-5-3 16,-1-3-5-16,1-1-11 0,-2-1-1 15,1-4-8-15,1-2-5 0,1-3-1 0,1-3-2 16,-5-1-6-16,1-1 1 15,-5-2-1-15,1-1 3 0,-5-3-4 0,-1 2 6 16,-2-3 1-16,-4-4 0 0,-5-8-3 16,-5 4 0-16,1-2-7 0,0 7-6 0,1 4-4 15,0 1-11-15,-2 3-24 0,1 3-25 16,2 4-27-16,-1 4-32 0,-1-1-46 0,1 4-62 16,-1 1-60-16,2 0-71 0,-1 1-89 15,2-1-109-15,1 2-107 0,3-1 64 16,0-1-407-16,6-3-465 0</inkml:trace>
  <inkml:trace contextRef="#ctx0" brushRef="#br0" timeOffset="-154484.28">19790 8952 2656 0,'-2'11'37'0,"0"-3"51"0,2 0 55 15,-1 1 31-15,-3 0 16 0,4-1 12 16,0 2 4-16,2 2-9 0,0-1-13 0,1 1-14 15,1-2-10-15,3 2-14 0,4-3-8 16,-2-3-5-16,0 0-13 0,3-2-7 0,-1-4-14 16,2-3-6-16,3 0-6 0,0-3-8 15,0-4-3-15,2-1 15 0,-5 3 23 0,-1-4 20 16,-1 1-2-16,-4-1 14 0,-1-1 8 16,-5 2 3-16,3-1-7 0,-6-2-11 15,0-1-6-15,-3-5-9 0,-4-1-13 16,-2 4-9-16,-3-9-10 0,3 7-15 0,0 1-7 15,0 9-16-15,-1-3-26 0,1 2-29 16,-2 3-40-16,3 3-47 0,-1 2-51 0,2 2-61 16,9 0-75-16,-20 2-93 0,13 2-91 15,7-4-97-15,-12 2-105 0,12-2-45 0,0 0 62 16,0 0-499-16,0 0-611 0</inkml:trace>
  <inkml:trace contextRef="#ctx0" brushRef="#br0" timeOffset="-154101.8">20070 8345 3068 0,'-2'-13'78'0,"0"2"89"0,1 5 57 16,-1-2 15-16,2 8 8 0,0 0 50 0,0 0 41 15,0 0 20-15,3 29 5 0,5-4-17 16,0 14-13-16,3 12-13 0,6 2-19 0,0 3-27 16,1-1-28-16,2-3-23 0,3-2-25 15,0 0-18-15,2-6-40 0,-4-4-51 0,-4-7-50 16,-2-6-45-16,-1-2-67 0,-7-4-57 15,2-5-44-15,0-3-37 0,-4-2-27 0,1-5-27 16,-2-2-35-16,-4-4-35 16,0 0-8-16,0 0 15 0,14-21 27 0,-14 9 25 15,0-5 27-15,-5-2 26 0,-1-4 36 16,3 2 54-16,-1 3 57 0,-2 3 46 0,3 1 40 16,-3 2 26-16,3 3 15 0,1-1 19 15,-1 4 14-15,1-2 14 0,0 3 25 0,2 5 13 16,0 0 9-16,-4-6-17 0,4 6-6 15,0 0-21-15,0 0-5 0,0 0-20 0,0 0-35 16,0 0-49-16,11-4-58 0,-11 4-76 16,13-2-86-16,-2-1-81 0,1 0-93 15,2-3-106-15,6 5-103 0,4-3 54 16,3 6-353-16,-1-2-392 0</inkml:trace>
  <inkml:trace contextRef="#ctx0" brushRef="#br0" timeOffset="-153868.21">20707 8837 2513 0,'-13'20'94'0,"-10"3"76"15,-10 12 65-15,-8 9 55 0,-17 16 49 16,-7 2 35-16,-5 2 41 0,-4 6 12 0,-10 8-1 16,1 1-10-16,-4 2-31 0,-1-6-5 15,1-5-12-15,1 2-17 0,9-4-12 0,7-8-19 16,9-9-21-16,20-10-249 0,2-5-50 16,7-4 0-16,8-5 0 0,4-5 0 0,6-5 0 15,3-5 0-15,2-2 0 16,2-1 0-16,0-3 0 0,3 0 0 0,-1-1 0 15,-1-2 0-15,6-3 0 0,-3 7 0 16,3-7 0-16,0 0 0 0,0 0 0 0,0 0-308 16,-12-15-239-16,12 5-57 0,0 2-99 15,1-1-122-15,-1 0 66 0,0-4-753 0,0 4-957 16</inkml:trace>
  <inkml:trace contextRef="#ctx0" brushRef="#br0" timeOffset="-153234.24">18616 8853 3763 0,'0'0'-204'0,"-4"-6"46"16,4 6 31-16,0 0 37 0,0 0 39 0,0 0 25 15,-21 14 26-15,14-6 24 0,-3 1 16 16,-2 3 17-16,1-3 10 0,0 1-2 15,-3 2 0-15,3-1 8 0,0-3 2 16,-1-1 15-16,5 0 10 0,-1-2 0 0,2-1 6 16,0-1-1-16,6-3-7 0,-9 1-9 15,9-1-4-15,0 0-10 0,-11-10-9 16,9 5-13-16,2 5-2 0,0-12-7 0,0 12-8 16,6-8-3-16,-3 4-5 0,-3 4 0 15,13-3-2-15,-13 3 0 0,20 2-5 0,-5-1-9 16,-2 1 2-16,9 0 4 0,0 1 1 15,3 0-6-15,0-1-12 0,-2-2-28 0,4-2-42 16,-2 0-56-16,0-2-55 16,-2 2-50-16,-3-3-71 0,-3-1-67 0,-2 0-99 0,-4-1-76 15,0 2 40-15,-2 2-210 16,-6-3-207-16</inkml:trace>
  <inkml:trace contextRef="#ctx0" brushRef="#br0" timeOffset="-124140.72">23215 3700 771 0,'0'0'328'0,"11"-1"-18"16,-11 1-21-16,0 0-6 0,0 0-8 0,0 0 3 15,9-6-6-15,-9 6-2 0,0 0 15 16,0 0 8-16,0 0-1 0,0 0 0 0,0 0-3 16,0 0-10-16,0 0-15 15,10-4-8-15,-10 4-2 0,0 0-8 0,0 0-10 16,0 0 0-16,0 0-16 0,6-5-6 0,-6 5-7 15,0 0-9-15,4-8-7 16,-4 8-14-16,1-9-10 0,-1 9-16 0,-1-12-13 16,1 12-12-16,-8-13-22 0,5 8-104 15,-3-1 0-15,-4 1 0 0,-3 3 0 0,13 2 0 16,-41 9 0-16,5 5 0 0,-7 9 0 16,-2 6 0-16,2 2 0 0,1 4 0 0,4 2 0 15,5 2 0-15,6 0 0 0,13-6 0 16,0 3 0-16,8-4 0 0,6-3 0 0,6 3 0 15,8-3 0-15,-1 0 0 16,10-4 0-16,4-4 0 0,5-4 0 0,4-3 0 16,4-2 0-16,4-6 0 0,1-2 0 15,3-4 0-15,-3 1 0 0,4-4 0 16,-10 1 0-16,-4-1 0 0,1-2 0 0,-11 0 0 16,-2 1 0-16,-8 1 0 0,2-2 0 15,-5 1 0-15,-1 0 0 0,-4 0 0 0,2 2 0 16,-2-1 0-16,0-1 0 0,-7 4 0 15,6-7 0-15,-6 7 0 0,4-5 0 0,-4 5 0 16,0 0-654-16,-11-8-132 0,1 4-149 16,0 1 93-16,3-1-850 0,-1 0-1126 0</inkml:trace>
  <inkml:trace contextRef="#ctx0" brushRef="#br0" timeOffset="-123805.2">23803 3949 4350 0,'-18'0'-58'0,"-2"-2"72"16,1 2 55-16,4 0 46 0,15 0 32 0,-21 0 38 15,21 0 31-15,-18 0 24 0,18 0 5 16,-11 0-7-16,11 0 12 0,0 0 14 15,0 0 9-15,0 0-8 0,0 0-16 16,48-5-21-16,-12 0-24 0,2-1-26 0,10 1-17 16,-2 0-17-16,0-2-14 0,-1 0-46 15,-1 0-84-15,0 2 0 0,-6 1 0 16,-10-2 0-16,-5 3-27 0,-3-1-127 0,-7 3-38 16,1-1-40-16,-1 0-50 0,-2 0-39 15,-1 1-79-15,-10 1-76 0,9-4-111 0,-9 4-174 16,0 0 14-16,0 0 88 0,0 0-482 15,0 0-607-15</inkml:trace>
  <inkml:trace contextRef="#ctx0" brushRef="#br0" timeOffset="-123257.83">24386 3393 3045 0,'-11'-12'37'15,"4"2"62"-15,-3 1 60 0,0 2 43 16,7 2 25-16,-3 2 18 0,6 3 8 0,0 0-20 16,-10-6-25-16,10 6 23 0,0 0 41 15,-9 25 8-15,5-2-3 0,0 13-12 16,-1 6-16-16,-1 3-12 0,2 9-14 16,0 1-20-16,2-9-19 0,-2 0-16 15,4 0-28-15,0-3-12 0,0-2-13 0,-1-4-8 16,1-8-13-16,0-7-9 0,0-3-7 15,0-5-7-15,0-2-6 0,0 0-54 0,-2-4-11 16,2-1 0-16,0-7 0 0,0 0 0 16,0 0 0-16,0 0 0 0,0 0 0 0,0 0 0 15,-2-25 0-15,4 9 0 0,1-3 0 16,-1 0 0-16,6-5 0 0,0 4 0 0,-1 0 0 16,3 3 0-16,0 1 0 0,1 2 0 15,4 1 0-15,0 4 0 0,5 2 0 16,-4 4 0-16,7 1 0 0,-1 2 0 15,2 4 0-15,4 4 0 0,5 6 0 16,-7-1 0-16,-2-1 0 0,-3 7 0 0,-5-4 0 0,-2 10 0 16,-3-2 0-16,-7-5 0 15,-2 1 0-15,-2-1 0 0,-4 3 0 0,-3-2 0 16,0 2 0-16,-6-3 0 0,2-1 0 16,0 1 0-16,-3-3 0 0,2-3 0 0,-2 0 0 15,1-3 0-15,-1-3 0 0,1 0 0 16,-3-5 0-16,3 0 0 0,-1-2 0 0,0-6 0 15,-4-3 0-15,3-2 0 0,4-1 0 16,3-4-100-16,2 1-588 0,5 1-138 16,1-3-92-16,1 1 94 0,7-4-820 15,2 3-1083-15</inkml:trace>
  <inkml:trace contextRef="#ctx0" brushRef="#br0" timeOffset="-123023.53">24951 3870 4244 0,'0'7'-4'0,"0"-7"97"0,0 8 62 16,0-8 50-16,0 0 39 0,0 8 48 16,0-8 31-16,0 0 21 0,3 6-3 15,-3-6-15-15,13 0-29 0,-13 0-21 0,25 0-30 16,-5 0-23-16,1-2-27 0,6-2-17 16,9 2-19-16,2-4-109 0,1 1-51 15,-3 0 0-15,1 0 0 0,-10-1 0 16,-7 1-130-16,2 2-133 0,-6-2-76 0,0 2-99 15,0-3-97-15,-5 1-128 0,-4 2-175 16,2 0 77-16,-9 3-676 0,0 0-886 0</inkml:trace>
  <inkml:trace contextRef="#ctx0" brushRef="#br0" timeOffset="-122532.39">25633 3703 3941 0,'0'0'2'16,"0"0"51"-16,0 0 41 0,0 0 52 0,0 0 37 15,0 0 30-15,0 0 20 0,0 0 10 16,12 19-3-16,-9-11-2 0,5 4-3 0,-5 0-11 16,6 1-4-16,-6 1-6 0,-1-3 5 15,-2 3 2-15,0 2-3 0,-2-1-5 16,-4 4-6-16,-3 0-17 0,-6 5-15 0,-5-2-7 15,-3-1-67-15,3-4-101 0,1-4 0 16,-1-1 0-16,4-3 0 0,-2-2 0 16,3-2 0-16,1-3 0 0,3-4 0 15,-3-3 0-15,3-5 0 0,4-6 0 0,1-3 0 16,5-8 0-16,1-10 0 0,3-5 0 16,7-7 0-16,-1 8 0 0,3 6 0 0,-1 2 0 15,3 6 0-15,1 4 0 0,-3 5 0 16,0 7 0-16,0 1 0 0,1 3 0 0,4 4 0 15,-1 0 0-15,0 7 0 0,7 4 0 16,4 4 0-16,4 3 0 0,-4 4 0 0,-1 0 0 16,1 2 0-16,-1 1 0 0,4 8 0 15,4 2 0-15,-10-9 0 0,1 0 0 16,-4-3 0-16,-3 1 0 0,0-8 0 0,-7 0 0 16,-3-5 0-16,2-1 0 0,-3 0 0 15,-1-1 0-15,0-4 0 0,0 2 0 16,-6-4 0-16,9 2 0 0,-9-2 0 15,0 0-614-15,11-14-249 0,-5 3-70 0,-2-2 98 16,0-3-847-16,7-2-1118 0</inkml:trace>
  <inkml:trace contextRef="#ctx0" brushRef="#br0" timeOffset="-122323.84">26190 3705 4331 0,'-11'5'-14'0,"0"-2"89"0,2 0 55 16,9-3 42-16,-10 6 23 0,6-3 52 15,4-3 59-15,0 0 23 0,0 13 2 16,0-13-2-16,14 12-14 0,-1-7-22 0,5-1-24 16,5 2-25-16,1 0-28 0,3-3-23 15,10 0-21-15,8 1-114 0,-4-4-58 0,7-2 0 16,-2-2 0-16,0 3-213 0,-3-5-111 16,2 1-129-16,-9-3-166 0,-2 1-146 0,-9 1-69 15,-9-2 79-15,-4 4-683 0,-4-2-888 16</inkml:trace>
  <inkml:trace contextRef="#ctx0" brushRef="#br0" timeOffset="-121741.29">27083 3210 3725 0,'0'-10'-31'0,"-2"-2"76"0,0 8 56 16,2 4 45-16,-2-11 36 0,2 11 21 15,0 0 13-15,-1-8-12 0,1 8-9 0,0 0 52 16,0 0 35-16,0 26 11 16,0-5 4-16,-2 4 7 0,2 13-4 0,-4 4-6 15,0 3-9-15,1 10-8 0,-6 1-2 16,6 0-4-16,-3-1-191 0,4-11-80 0,0-1 0 15,-1-1 0-15,-1 0 0 0,-1-6 0 16,0-4 0-16,1-4 0 0,0-9 0 16,3-4 0-16,-1-1 0 0,0 0 0 0,2-3 0 15,-4-4 0-15,4 0 0 0,0-7 0 16,-2 9 0-16,2-9 0 0,0 0 0 0,0 0 0 16,0 0 0-16,0 0 0 0,0-34 0 15,2 14 0-15,-4-2 0 0,1-1 0 0,-8-8 0 16,4 5 0-16,-3 6 0 15,1 3 0-15,-5-1 0 0,-3 6 0 0,-2 1 0 16,0 8 0-16,-6 3 0 0,-2 3 0 16,-7 9 0-16,3 5 0 0,-2 0 0 0,5 5 0 15,4-1 0-15,4 6 0 0,9-5 0 16,0-2 0-16,6 2 0 0,3-1 0 0,2 2 0 16,1-5 0-16,6 5 0 0,0-5 0 15,6 5 0-15,0-6 0 0,2-5 0 0,0-1 0 16,3-7 0-16,-4 0 0 0,4-3 0 15,-2 2 0-15,4-6 0 0,-7 0 0 16,2 0 0-16,0-2 0 0,-4-2 0 16,1-1-328-16,1 2-474 0,-6-5-159 0,1 7 94 15,0-4-913-15,-1 2-1209 0</inkml:trace>
  <inkml:trace contextRef="#ctx0" brushRef="#br0" timeOffset="-121390.72">27605 3748 4751 0,'-22'0'-80'0,"1"-2"69"0,1 2 71 0,7 2 58 15,13-2 44-15,-19 0 48 0,19 0 32 16,-15 2 15-16,15-2 17 0,0 0 21 16,-7 5 23-16,7-5 6 0,0 0 6 0,20 8-18 15,-1-4-23-15,4 0-22 0,3-1-194 16,15-2-73-16,2-1 0 0,2 2 0 0,-4-4 0 16,6 1 0-16,-6-2 0 15,-9 3 0-15,-3 0 0 0,-8-3 0 0,0 2 0 16,-6-1 0-16,-2 0 0 0,-1 2 0 15,-1-1-192-15,-1-2-202 0,-10 3-85 0,12-3-122 16,-12 3-160-16,3-2-73 0,-3 2 84 16,0 0-672-16,0 0-872 0</inkml:trace>
  <inkml:trace contextRef="#ctx0" brushRef="#br0" timeOffset="-120791.31">28343 3791 4153 0,'-4'3'17'16,"0"1"68"-16,4-4 63 0,0 0 49 15,-2 8 44-15,2-8 45 0,0 0 17 0,0 0 4 16,5 11-9-16,-5-11-14 0,0 0-16 15,7 6-14-15,-7-6-13 0,0 0-16 0,9 4-7 16,-9-4-13-16,0 0-6 0,0 0-22 16,0 0-92-16,0 0-85 0,0 0 0 15,0 0 0-15,23-9 0 0,-23 9 0 16,4-8 0-16,-4 8 0 0,2-10 0 0,-2 2 0 16,0 0 0-16,0-2 0 0,-2-1 0 15,2 2 0-15,-2-3 0 0,0 4 0 16,2 1 0-16,0 7 0 0,0-14 0 0,0 14 0 15,-2-6 0-15,2 6 0 0,0 0 0 16,0 0 0-16,0 0 0 0,-12 23 0 0,9-8 0 16,-1 2 0-16,-1 4 0 0,-3 1 0 15,3-2 0-15,-2 1 0 0,2-1 0 0,-1-2 0 16,2-3 0-16,-1-1 0 0,-2-1 0 16,5-2 0-16,-1-1 0 0,1-2 0 0,-2-1 0 15,2-2 0-15,2-5 0 0,-7 5 0 16,7-5 0-16,0 0 0 0,0 0 0 15,-16-12 0-15,14 2 0 0,2-3 0 16,4-11 0-16,3-11 0 0,6-14 0 0,3-6 0 16,7-3 0-16,10-20 0 0,5-1 0 15,4 1 0-15,-2 4 0 0,-8 19 0 0,-2 7 0 16,-3 4 0-16,2 11 0 0,-6 6 0 16,-6 6 0-16,0 9 0 0,-1 4 0 0,-3 2 0 15,-2 2 0-15,-3 6 0 0,2 6-169 16,-5 2-597-16,1 1-138 0,-5 7-1 15,-2 1 105-15,-10 12-780 0,-9 13-1023 16</inkml:trace>
  <inkml:trace contextRef="#ctx0" brushRef="#br0" timeOffset="-120622.62">28205 3856 4562 0,'-11'7'-14'0,"4"-2"55"0,1 0 52 15,0-1 49-15,6-4 45 0,0 0 32 16,0 0-4-16,0 0-1 0,0 0-29 0,0 0-20 15,0 0-8-15,48-6-28 0,-17-6-74 16,5 1-98-16,1-2-114 0,13-5-153 0,-3-3-182 16,7-1-264-16,3 0 28 0,2 2 98 15,4 1-470-15,0-1-570 0</inkml:trace>
  <inkml:trace contextRef="#ctx0" brushRef="#br0" timeOffset="-120407.83">29057 3657 3337 0,'-20'3'178'0,"4"1"49"0,5-2 50 0,3-1 38 15,8-1 15-15,-13 4 0 0,13-4-8 16,0 0-17-16,-6 3-18 0,6-3-29 16,0 0-27-16,0 0-28 0,42 4-66 0,-21-6-101 15,6-2-127-15,9-1-123 0,0 0-128 16,0-2-169-16,-2-1-229 0,1-1-10 15,-11 2 85-15,-2 6-512 0,-5-1-642 16</inkml:trace>
  <inkml:trace contextRef="#ctx0" brushRef="#br0" timeOffset="-119988.66">29665 3672 3163 0,'0'0'76'0,"0"0"44"0,0 0 52 0,0 0 57 16,0 0 45-16,-11 19 44 16,11-19 25-16,0 0 1 0,7 8-10 0,-7-8-20 15,13 4-27-15,-13-4-28 0,12 2-23 16,-12-2-20-16,20 0-22 0,-20 0-22 16,20-4-18-16,-13 3-14 0,6-4-11 0,-6-1-11 15,2 1-15-15,-1-1-7 0,-2-2-9 16,0-2-9-16,-5 0-15 0,1-2-7 0,0 0-13 15,-6-1-6-15,4 1-5 0,-3-1-28 16,-1 2-4-16,-2 2 0 0,1 1 0 0,-5 2 0 16,1 3 0-16,-4 3 0 0,13 0 0 15,-29 5 0-15,11 2 0 0,1 3 0 16,-7 6 0-16,-1 7 0 0,4 0 0 16,-1 2 0-16,6-1 0 0,-4 5 0 15,11-6 0-15,2-3 0 0,0 1 0 0,4 0 0 16,1-2 0-16,4-1 0 0,-1 0 0 15,6-1 0-15,2 0 0 0,0-4 0 0,3 1 0 16,5-3 0-16,1-1 0 0,-4-7 0 16,6 1 0-16,-2-4 0 0,5-1-205 0,4-5-635 15,5-3-131-15,6-1 106 0,-3-2-941 16,0 1-1234-16</inkml:trace>
  <inkml:trace contextRef="#ctx0" brushRef="#br0" timeOffset="-119774.02">30134 3907 5300 0,'-13'2'82'16,"2"1"90"-16,3-2 86 0,8-1 62 15,-10 3 44-15,10-3 19 0,0 0-2 0,0 0-8 16,0 0-27-16,0 0-134 0,0 0-212 16,0 0 0-16,0 0 0 0,42 5 0 0,-21-5 0 15,7-1 0-15,1 1 0 0,14 0 0 16,2 0 0-16,5-4 0 0,11 1 0 15,3-1-278-15,-3-3-478 0,4 0-210 0,-4 4 75 16,-17 0 104-16,3-2-748 16,-2 1-979-16</inkml:trace>
  <inkml:trace contextRef="#ctx0" brushRef="#br0" timeOffset="-119375.14">31333 3659 3821 0,'3'-4'-156'0,"4"-4"67"0,-7 8 50 16,4-12 44-16,-4 7 44 15,0 5 45-15,-2-10 27 0,2 10 18 0,-9-13 6 16,6 10-7-16,-7-2-7 0,-2 1 0 15,0 4 10-15,-8 2 27 0,-4 3 26 0,-8 5 19 16,-3 2 22-16,-5 11 12 0,4 2 8 16,5-2 13-16,6 3 9 0,4 1 5 0,3 0 14 15,2 0 0-15,5 0-3 0,2-3 5 16,7-6-60-16,2 2-238 0,2-4 0 16,1 1 0-16,7-4 0 0,-1 3 0 0,5-2 0 15,2-3 0-15,2-2 0 0,1-3 0 16,2 1 0-16,0-6 0 0,0 1 0 15,-1-2 0-15,-2 0 0 0,0 0 0 0,0-3 0 16,-5 2 0-16,1-2-377 0,-3 2-217 16,-3 1-103-16,-8 0-197 0,0 0 67 15,0 0 88-15,0 0-643 0,0 0-835 0</inkml:trace>
  <inkml:trace contextRef="#ctx0" brushRef="#br0" timeOffset="-118724.79">21779 3535 4056 0,'-36'7'30'15,"-2"-1"47"-15,4 0 35 0,9-1 27 0,6-1 34 16,4-1 21-16,6-1 12 0,-1 0-9 15,10-2-14-15,-12 1-18 0,12-1-14 0,0 0-16 16,0 0-12-16,0 0-11 0,44-5-25 16,-5-2-74-16,6 1-76 0,14-4-106 15,6-2-110-15,-1-1-138 0,6 1-208 16,0-2-104-16,-7 3 90 0,-4-3-460 16,-18 3-570-16</inkml:trace>
  <inkml:trace contextRef="#ctx0" brushRef="#br0" timeOffset="-118489.78">22186 3221 3311 0,'-10'-4'119'0,"4"1"14"0,6 3-13 0,-7-4-7 0,7 4 58 15,0 0 43-15,0 0 31 16,3 31 19-16,7-12 13 0,2 9-3 0,0 3-6 16,4 2-13-16,-1 2-14 0,-3-2-12 15,-5 2-20-15,-3 2-17 0,-4-6-17 0,-5 5-16 16,-5 2-13-16,-4-2-17 0,-4 5-14 15,-7-2-32-15,-4-6-41 0,-3 0-75 16,-2-2-87-16,-3-4-70 0,-3-4-90 0,2 1-116 16,8-6-144-16,-3-4-189 0,1-4-54 15,9-3 88-15,4-3-570 0,2-4-724 0</inkml:trace>
  <inkml:trace contextRef="#ctx0" brushRef="#br0" timeOffset="-117374.35">25862 5525 3274 0,'0'0'-99'16,"7"-9"60"-16,-5 6 54 0,-2 3 52 0,2-9 44 16,-2 9 34-16,0-10 23 15,0 10 15-15,-2-10 10 0,2 10 4 0,-7-9-6 16,7 9-11-16,-13-5-9 0,13 5-9 15,-25 1-7-15,3 7 2 0,-6 9 1 16,-8 12 5-16,-4 6 3 0,3 5-16 0,1 1 9 16,4 2 1-16,-1-1-1 0,8 3-5 15,12-10-7-15,0 1 4 0,9 0-8 0,2-6-11 16,8 3-8-16,2-2-10 0,5-4-11 16,4-2-9-16,4-3-7 0,2-3-8 0,4-5-6 15,1-1-11-15,5-3-21 0,-7-6-28 16,-1-2-43-16,2-4-53 0,-1-2-55 15,6-4-53-15,2-4-53 0,-9 0-72 16,4-2-77-16,-6 4-64 0,-7-2-95 0,1 2-122 16,-4-3-49-16,0 5 66 0,-2-3-501 15,1 1-625-15</inkml:trace>
  <inkml:trace contextRef="#ctx0" brushRef="#br0" timeOffset="-117090.64">26371 5796 3163 0,'-22'0'140'15,"3"0"60"-15,4 3 45 16,1-3 61-16,5 0 49 0,9 0 20 0,-16 1 5 16,16-1-6-16,-12 2 2 0,12-2 8 15,0 0-8-15,0 0-23 0,0 0-30 0,0 0-35 16,44-2-28-16,-22-2-24 0,7 2-179 15,8-6-57-15,-1 1 0 0,2-2 0 0,-1 0 0 16,-2-2 0-16,-3 3 0 0,-9 2 0 16,-4 0-5-16,-6 2-253 0,-1 2-57 0,-2-4-74 15,-1 5-70-15,-9 1-58 0,5-4-91 16,-5 4-169-16,0 0 42 0,0 0 75 16,0 0-520-16,0 0-644 0</inkml:trace>
  <inkml:trace contextRef="#ctx0" brushRef="#br0" timeOffset="-116608.33">26970 5741 3289 0,'0'0'56'0,"0"0"43"15,-3 7 47-15,3-7 77 0,0 0 52 16,1 9 37-16,-1-9 16 0,11 6 15 15,-11-6 9-15,18 4-6 0,-8-1-4 16,5-3-19-16,1-3-20 0,2 3-24 0,3-6-25 16,3 0-19-16,-1 1-17 0,-3-3-10 15,-2 0-15-15,-2-5-126 0,0 1-67 16,-1 0 0-16,-3-3 0 0,-3 1 0 0,-4-1 0 16,-1 1 0-16,-2-3 0 0,-4 0 0 15,-2 0 0-15,-3 2 0 0,-4-1 0 0,-3 2 0 16,-2 4 0-16,-8 2 0 0,-1 8 0 15,-12 3 0-15,-4 7 0 0,-6 4 0 16,2 7 0-16,8 4 0 0,8-1 0 16,6 0 0-16,4 5 0 0,5 3 0 0,11-7 0 15,1 0 0-15,7 8 0 0,8 0 0 16,3-2 0-16,13 4 0 0,-1 1 0 0,10-6 0 16,7-3 0-16,-2 0 0 0,7-4 0 15,-2-5 0-15,-10-7 0 0,-2-1 0 0,-7-4 0 16,-6-1 0-16,-5-2 0 0,-2-3 0 15,-1 2 0-15,-3-2 0 0,-3 0 0 0,-9 0 0 16,17-2 0-16,-17 2 0 0,11-1 0 16,-11 1 0-16,8-5 0 0,-8 5 0 0,0 0-247 15,0 0-787-15,0 0 101 16,0 0 102-16,0 0-919 0,0 0-1182 0</inkml:trace>
  <inkml:trace contextRef="#ctx0" brushRef="#br0" timeOffset="-114474.04">27454 5956 4526 0,'-13'2'-104'0,"2"-2"72"16,11 0 52-16,-14-2 59 0,14 2 63 16,0 0 40-16,-11 0 13 0,11 0 10 15,0 0 17-15,0 0 12 0,0 0 1 0,0 0-19 16,48-7-15-16,-24 7-23 0,12-4-19 15,5 0-15-15,1-1-12 0,-3 3-11 0,6 0-35 16,-4-1-39-16,-8 3-51 0,-7-4-58 16,-2 4-56-16,-5-1-55 0,-1 1-66 0,-4-2-71 15,-3 2-81-15,0 0-61 0,-11 0-117 16,16 2-159-16,-16-2 61 0,9 1-515 16,-9-1-647-16</inkml:trace>
  <inkml:trace contextRef="#ctx0" brushRef="#br0" timeOffset="-114109.45">28175 5713 3188 0,'-4'-12'74'16,"2"2"72"-16,1 3 52 0,-3 1 53 15,4 6 33-15,-4-8 24 0,4 8 4 0,0 0-34 16,0 0-27-16,0 0 29 0,0 0 11 16,-6 19-16-16,4-1-22 0,2 11-29 15,0 10-13-15,2 6-11 0,-2-1-21 0,3 12-18 16,-2-10-15-16,-1-1-12 0,0-3-10 15,0-3-1-15,-1-3 1 0,-2-10 10 0,1-6-92 16,2-3-42-16,-2-3 0 0,0-2 0 16,0-4 0-16,0-1 0 0,2-7 0 15,-5 5 0-15,5-5 0 0,0 0 0 16,-13-25 0-16,7 4 0 0,-2-14 0 0,4-5 0 16,4-5 0-16,2-13 0 0,4-9 0 15,1-3 0-15,9-20 0 0,-1 19 0 0,8-17 0 16,-2 23 0-16,0 3 0 0,0 10 0 15,2 7 0-15,0 8 0 0,-5 8 0 0,4 7 0 16,-3 7 0-16,-2 6 0 0,-2 2-247 16,2 6-371-16,-1 1-66 0,-2 3-121 0,6 6-35 15,-3 3 92-15,4 10-697 0,-6 5-895 16</inkml:trace>
  <inkml:trace contextRef="#ctx0" brushRef="#br0" timeOffset="-113926.16">28211 5843 4342 0,'-24'0'137'0,"3"0"40"0,1 2 54 0,7-2 66 16,1 0 10-16,1 0 5 0,11 0-25 15,-14 0-26-15,14 0-29 0,0 0-22 0,0 0-24 16,0 0-17-16,0 0-51 0,0 0-81 16,36-2-98-16,-10-1-105 0,16-4-108 15,-1-1-135-15,13-1-147 0,3-3-174 16,4 2-34-16,2 0 86 0,-2-3-569 0,0 5-707 15</inkml:trace>
  <inkml:trace contextRef="#ctx0" brushRef="#br0" timeOffset="-113723.87">28831 5796 3702 0,'-16'3'107'0,"7"0"42"0,2-1 53 16,7-2 37-16,-12 2 16 0,12-2-1 15,0 0-20-15,-10 3-23 0,10-3-4 0,0 0-17 16,0 0-26-16,0 0-17 16,33 9-67-16,-12-11-77 0,6 0-99 0,11-1-108 15,3-2-137-15,4-2-150 0,10-2-166 16,-1 1-34-16,4-3 79 0,1 5-426 16,-15-2-512-16</inkml:trace>
  <inkml:trace contextRef="#ctx0" brushRef="#br0" timeOffset="-113238.41">29675 5337 2938 0,'-8'-13'78'0,"1"1"68"0,1 2 43 0,2 4 45 16,1-1 28-16,3 7 8 15,-7-5-11-15,7 5 8 0,0 0 24 0,0 0 22 16,-9 23-4-16,3-3-9 0,-1 14-12 15,-1 4-12-15,0 4-14 0,1 9-14 0,-4 0-21 16,1-1-15-16,4-7-11 0,-1-4-13 16,-1 1-19-16,0-2-15 0,1-6-44 0,-3 1-110 15,5-8 0-15,0-4 0 0,2-6 0 16,-1-1 0-16,0-2 0 0,2-1 0 0,0-3 0 16,1-1 0-16,1-7 0 0,-2 8 0 15,2-8 0-15,0 0 0 0,0 0 0 16,0 0 0-16,0 0 0 0,-8-34 0 15,2 17 0-15,0-2 0 0,-1 0 0 0,-2 0 0 16,-3 1 0-16,-9-1 0 0,0 4 0 16,0 9 0-16,-2 3 0 0,-3 3 0 15,-11 5 0-15,1 5 0 0,4 1 0 0,1 6 0 16,6 1 0-16,7 1 0 0,0 3 0 16,9-1 0-16,3-2 0 0,6 0 0 0,2 3 0 15,4 0 0-15,7 4 0 0,1 1 0 16,0-2 0-16,8-5 0 0,1-1 0 0,1-5 0 15,1-4 0-15,-4-1 0 16,4-5 0-16,-7-2 0 0,4-2 0 0,1 0 0 0,0-3-154 16,11-4-457-16,-2-3-129 15,1-5-163-15,-1 1 75 0,-2-1 104 0,3-2-715 16,-5 1-889-16</inkml:trace>
  <inkml:trace contextRef="#ctx0" brushRef="#br0" timeOffset="-113008.33">30056 5821 4386 0,'0'0'229'0,"-17"0"71"16,17 0 62-16,0 0 43 0,-14 2 21 16,14-2-7-16,0 0-22 0,0 0-15 15,0 0-27-15,0 0-31 0,0 0-118 0,0 0-206 16,0 0 0-16,0 0 0 0,49 2 0 15,-35-2 0-15,4-4 0 0,2 3 0 0,0-3-163 16,3 1-350-16,-2-2-143 0,-1-3-193 16,1 2-6-16,-8 0 99 0,5 2-740 15,-5-3-943-15</inkml:trace>
  <inkml:trace contextRef="#ctx0" brushRef="#br0" timeOffset="-112557.59">30384 5668 4398 0,'0'0'78'0,"-2"-8"53"15,2 8 39-15,2-7 49 0,-2 7 47 16,0 0 10-16,0 0-3 0,11-4-5 0,-11 4-6 16,16 12-16-16,-7-1-13 0,-2 1-18 15,4 1-18-15,-2 3-12 0,-6-1-1 0,5 3-2 16,-6-1-1-16,-1-1 2 0,-2 1-139 15,-1-2-44-15,-2-1 0 0,-1 3 0 16,-5-5 0-16,0 5 0 0,-3-3 0 16,-3-3 0-16,0 0 0 0,-4-2 0 0,6-5 0 15,-4 0 0-15,2-1 0 0,2-5 0 16,-3-1 0-16,3-3 0 0,1-8 0 16,3-3 0-16,5-4 0 0,3-5 0 0,2-1 0 15,5-9 0-15,7 5 0 0,-1 4 0 16,1 5 0-16,-1 9 0 0,2 3 0 0,-1 4 0 15,-1 1 0-15,3 7 0 0,-14-2 0 16,26 9 0-16,-10-3 0 0,0 7 0 0,2-1 0 16,0 0 0-16,2 7 0 0,-2-3 0 15,-2-3 0-15,-2 1 0 0,1-3 0 0,-1 3 0 16,-1-5 0-16,-1 3 0 0,-3-6 0 16,4 3 0-16,-5-2 0 0,-1-2-176 15,5-1-405-15,0-1-167 0,-5 0-159 16,0-1 84-16,-7-2-863 0,20 2-1120 0</inkml:trace>
  <inkml:trace contextRef="#ctx0" brushRef="#br0" timeOffset="-112341.77">30994 5767 4979 0,'-11'0'111'0,"11"0"74"0,-18-2 93 15,18 2 62-15,-11-2 51 0,11 2 7 0,0 0-6 16,0 0-19-16,-14-2-32 15,14 2-31-15,0 0-217 0,0 0-93 0,0 0 0 16,0 0 0-16,0 0 0 0,27 14 0 16,-15-12 0-16,4 0 0 0,2-2 0 0,-3 0 0 15,6 0 0-15,6-2-443 0,-2 0-326 16,1 0-177-16,-1-4 88 0,1 2 99 0,1 0-743 16,11-2-948-16</inkml:trace>
  <inkml:trace contextRef="#ctx0" brushRef="#br0" timeOffset="-111676.61">31614 5378 4062 0,'-5'-20'-51'0,"1"3"54"16,2 0 65-16,1 3 59 0,-1 2 67 15,2 3 54-15,-4-1 41 0,2 2 4 0,0 1-23 16,2 7-28-16,-2-7-21 0,2 7 32 16,0 0 10-16,0 0 1 0,-6 36-12 0,0-4-10 15,3 9-9-15,-1 2-18 0,0 1-17 16,1 2-13-16,1-2-65 0,0-1-120 0,0-2 0 16,2-2 0-16,-5-8 0 0,5-4 0 15,0-3 0-15,-1-5 0 0,-1-2 0 16,0-5 0-16,2 3 0 0,-2-5 0 15,2-2 0-15,0 1 0 0,-2-2 0 16,2-7 0-16,0 0 0 0,0 0 0 0,0 0 0 16,0 0 0-16,0 0 0 0,20-27 0 15,-11 13 0-15,2-2 0 0,1 3 0 0,1-1 0 16,1 3 0-16,-3 3 0 0,5 2 0 16,-2 2 0-16,2 0 0 0,1 6 0 0,-2 0 0 15,2 4 0-15,2 0 0 0,-2 3 0 16,-1 5 0-16,-3-2 0 0,-3 5 0 0,-1 0 0 15,-5-1 0-15,-2-2 0 0,-4 3 0 16,-6 1 0-16,-1 0 0 0,-8 8 0 16,-1-2 0-16,-2-4 0 0,-3-2 0 15,0 1 0-15,-1-7 0 0,-1 1 0 0,1-5 0 16,1-3 0-16,4-2 0 0,-1-1 0 16,-2-2 0-16,6-2 0 0,-4-4 0 0,5-2 0 15,2-5 0-15,4-5-207 0,2 3-555 16,7-3-147-16,7-3 26 0,0 3 100 0,2 1-797 15,1 3-1023-15</inkml:trace>
  <inkml:trace contextRef="#ctx0" brushRef="#br0" timeOffset="-111224.68">32172 5833 4044 0,'-8'0'-99'0,"8"0"70"0,0 0 71 16,-19 2 53-16,19-2 73 0,0 0 64 0,0 0 47 16,-9 3 20-16,9-3 6 0,0 0 16 15,0 0 5-15,0 0-13 0,0 0-22 0,0 0-26 16,0 0-29-16,45 2-23 0,-31-4-22 15,-1 1-24-15,-1-1-43 0,4 0-49 0,-1 2-63 16,-1-2-90-16,-3-1-94 16,3 0-92-16,-3 3-93 0,5-4-114 0,-5 1-126 15,3-2-225-15,2 1 43 0,-3-1 88 16,1 0-547-16,-5 2-699 0</inkml:trace>
  <inkml:trace contextRef="#ctx0" brushRef="#br0" timeOffset="-110589.45">32620 5646 3226 0,'-5'-7'-17'16,"5"7"50"-16,-7-7 48 0,7 7 58 0,-6-5 51 15,6 5 53-15,0 0 44 0,-5-5 28 16,5 5-8-16,0 0 3 0,0 0-9 16,0 0 2-16,-24 9-11 0,17-1-16 15,-3 2-17-15,-3 1-20 0,0 3-13 0,-1-3-15 16,-1 1-17-16,1 0-13 0,3-1-17 15,-1-1-13-15,5-2-11 0,0 0-11 16,1-4-118-16,1 3-11 0,0-1 0 0,5-6 0 16,-7 7 0-16,7-7 0 0,-6 5 0 15,6-5 0-15,0 0 0 0,0 0 0 0,0 0 0 16,0 0 0-16,0 0 0 0,0 0 0 16,0 0 0-16,0 0 0 0,0 0 0 0,0 0 0 15,0 0 0-15,9-25 0 0,-9 25 0 16,4-6 0-16,-4 6 0 0,5-6 0 15,-5 6 0-15,0 0 0 0,0-12 0 0,0 12 0 16,0 0 0-16,-5-6 0 0,5 6 0 16,0 0 0-16,-19-2 0 0,19 2 0 0,-26 10 0 15,4 0 0-15,-4 7 0 16,0 5 0-16,1 0 0 0,2 0 0 0,3 4 0 16,7-1 0-16,6-2 0 0,0-1 0 15,12 0 0-15,1 0 0 0,7 6 0 0,8-2 0 16,2-5 0-16,4 0 0 0,0-5 0 15,2-4 0-15,3-1 0 0,-7-5 0 0,-2-2 0 16,2-1 0-16,-3-1 0 0,-4-2 0 16,0 0 0-16,-4 2 0 0,2-2 0 0,-7 0 0 15,2 0 0-15,-11 0 0 16,20-2-94-16,-20 2-692 0,14 0-198 0,-14 0 84 16,0 0 100-16,0 0-774 0,13-2-1015 15</inkml:trace>
  <inkml:trace contextRef="#ctx0" brushRef="#br0" timeOffset="-109957.59">32776 5726 3974 0,'18'2'-219'0,"-18"-2"53"0,0 0 55 15,0 0 54-15,0 0 60 0,0 0 46 0,16-2 49 16,-16 2 39-16,0 0 37 0,0 0 28 15,0 0 19-15,0 0 0 0,0 0-10 16,0 0-7-16,0 0-9 0,0 0-10 0,-36-5-4 16,16 5-2-16,-4 5 16 0,-12 7 2 15,-2 0 12-15,-9 5 5 0,6 2 4 16,-2 6 4-16,4 4 8 0,4 2 18 16,5-2 0-16,7-2 5 0,4 1-7 0,4-1-216 15,4 2-30-15,5-6 0 0,4-1 0 16,4-5 0-16,2 1 0 0,3 0 0 0,2-2 0 15,7-1 0-15,-3-3 0 0,5-2 0 16,-2 0 0-16,2-3 0 0,1-1 0 16,0 0 0-16,-4-4 0 0,0 1 0 0,-1-1 0 15,-3-2 0-15,-11 0 0 0,23 0 0 16,-15-2 0-16,1-1 0 0,-9 3-229 0,14-5-503 16,-11 0-157-16,-3 5-1 15,2-9 82-15,-2 9-771 0,0 0-1021 0</inkml:trace>
  <inkml:trace contextRef="#ctx0" brushRef="#br0" timeOffset="-106194.47">24848 5351 1148 0,'6'-5'450'15,"-6"5"-168"-15,0 0-70 0,0 0-12 0,0 0 4 16,0 0-1-16,-39 8-7 0,11 8-23 15,-2 3-1-15,-9 8-12 0,-1 3-6 0,2 1-14 16,2 0-16-16,3-2-6 0,9-4-16 16,1-4-7-16,2-1-8 0,4-5-6 15,3-1-8-15,5-3-10 0,0-1-5 0,0-3-5 16,2 1-8-16,0-2 1 0,-1-2-4 16,8-4-20-16,-15 0-17 0,15 0-2 15,-15-10-2-15,6-2 1 0,6-1-1 16,-1-3-2-16,4-3 0 0,2-3-1 0,3 0 3 15,6-7 15-15,2 0 6 0,-1 2 6 16,8 1 7-16,-3 5 3 0,-2 5 0 0,-1 7 4 16,-1-1 3-16,3 5 2 0,-3 4 3 15,0 1-1-15,4 1 1 0,1 4-5 0,2 2-6 16,-1 3-2-16,8 4-2 16,-4 4-3-16,-2-5-7 0,-6 1-1 0,2-1-2 0,-3 0-8 15,-1 1-12-15,-1-2-2 0,-5 0-4 16,1-2-2-16,-5 0 3 0,-3 2 3 15,-2 0-1-15,-1 0 2 0,-7 0 0 16,0-1-1-16,-1-5 1 0,0-1 2 16,1-5 2-16,10 0 1 0,-27-10 3 0,12-2 11 15,4-4 1-15,-4-9 8 0,2-2 12 16,1-1 9-16,2 7 18 0,3 4 13 0,1 3 3 16,2 5-6-16,-2-1-13 0,3 0-7 15,-1 6-10-15,4 4-4 0,-7-6 0 0,7 6-5 16,0 0 2-16,0 0-2 0,-14 16-2 15,12-8-6-15,2 0 2 0,0 3-3 0,2 1-2 16,-1-3-5-16,5 1-1 0,1 0 1 16,-2-1 0-16,2-3-4 0,5 0-2 15,0-1-3-15,-1-2 0 0,3-1-24 16,-2-2-36-16,-1 0-47 0,3-2-47 16,1 0-67-16,-1-2-69 0,-1 0-83 0,-3-3-101 15,-1-1-121-15,-1 1-118 0,-5-4 62 16,3 2-423-16,-6-3-531 0</inkml:trace>
  <inkml:trace contextRef="#ctx0" brushRef="#br0" timeOffset="-105377.62">23350 3288 2767 0,'0'0'-66'0,"0"0"23"15,5 6 27-15,-5-6 23 0,-9 13 15 16,0-1 26-16,-11 10 21 0,-1 1 15 0,-9 8 20 16,-3 1 5-16,-3 0 0 0,4 1 2 15,-4 0-16-15,4 0-5 0,-1-3-10 0,8-5-12 16,2-3 4-16,3-2-27 0,4-8 13 15,5-1 48-15,3-5 28 0,0-1 3 16,1-5-13-16,7 0-17 0,0 0-7 0,-11-22-10 16,8 4-14-16,8-7-9 0,2-11-7 15,1-1-5-15,5-8-8 0,2-2-1 0,3 4 3 16,-9 7 9-16,0 3 11 0,1 10 10 16,-4 5-2-16,-1 1-5 0,-3 8-11 15,2-3-13-15,-2 7-3 0,-2 5 7 16,0 0-1-16,0 0-5 0,0 0-2 0,0 0-1 15,16 29-11-15,-15-15-2 0,3 1-2 16,2 1-4-16,-1 2 1 0,5 1-2 16,-2 0-3-16,1-2 0 0,-2-3-2 0,2-4 0 15,-6 1-1-15,5-3-2 0,-5-2 0 16,3 2 1-16,1-4 0 0,-7-4-5 0,11 4-1 16,-11-4 2-16,0 0-4 0,21-7 2 15,-14 2-4-15,2-2-6 0,-3 2-12 0,-1 0-15 16,2-2-19-16,-7 7-33 15,7-7-45-15,-7 7-71 0,6-2-68 0,-6 2-68 16,0 0-95-16,0 0-131 0,0 0-126 16,0 0 69-16,-11 16-329 0,11-16-423 15</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11-16T03:16:54.979"/>
    </inkml:context>
    <inkml:brush xml:id="br0">
      <inkml:brushProperty name="width" value="0.05292" units="cm"/>
      <inkml:brushProperty name="height" value="0.05292" units="cm"/>
      <inkml:brushProperty name="color" value="#FF0000"/>
    </inkml:brush>
  </inkml:definitions>
  <inkml:trace contextRef="#ctx0" brushRef="#br0">28252 2317 1161 0,'0'0'268'0,"0"0"-49"0,0 0-38 15,-4-17-25-15,4 17-12 0,-10-12-7 0,2 8-2 16,8 4-13-16,-15-8 3 16,7 5-11-16,8 3-6 0,-23 3-9 15,8 1-7-15,-11 10 1 0,-5 3 15 0,-3 12 0 16,0 6 8-16,0 2 9 0,1 8 0 15,7-1-1-15,1 4 8 0,3-1 3 0,9-3-2 16,6-7-8-16,2-2-9 0,10-6-1 16,6 4-1-16,4-4 0 0,10-2-6 15,11-2-12-15,-1-9-8 0,5-2-5 0,5-7-3 16,3-1-12-16,4-6-6 16,11-8-8-16,-2-2 3 0,-2-3-3 0,-4-5 1 15,-6-4 21-15,-6-2 22 0,-7-5 9 0,-6-4 8 16,-8-4-3-16,-6 3-3 0,-7-5-10 15,-5 0-15-15,-8-7-9 0,-5-5-15 16,-7-5-10-16,-2 6-5 0,-5 1-5 16,-2 7-10-16,-4 7-18 0,2 13-24 0,0 5-23 15,-10 8-32-15,2 9-41 0,-6 3-44 16,-11 9-51-16,-2 7-55 0,7 8-75 0,3 2-80 16,2 4-115-16,6 0-200 0,8 0 58 15,8-6-437-15,2 6-576 0</inkml:trace>
  <inkml:trace contextRef="#ctx0" brushRef="#br0" timeOffset="1250.1">28182 2605 2723 0,'0'0'-176'15,"-5"-5"47"-15,5 5 30 0,0 0 38 0,-8-8 28 16,8 8 28-16,-1-7 21 0,1 7 18 15,-4-7 13-15,4 7 10 0,0 0 7 16,-6-9 11-16,6 9 6 0,-4-8 1 0,4 8 4 16,0 0 6-16,0-10-4 0,0 10-7 15,0 0-1-15,0-9-4 0,0 9-9 16,0 0-6-16,4-6-9 0,-4 6-1 0,0 0-17 16,11-4 2-16,-11 4 1 15,0 0-5-15,0 0-3 0,0 0 16 0,27 10-22 16,-19-6 4-16,-1 3-3 0,0-1 8 15,-2 4 1-15,2 1 6 0,-1-1 11 0,-1 1 3 16,-1-1-3-16,1 0 3 0,-3 0 14 16,0 3 13-16,-2-3 6 0,-2 0 12 15,0 1 3-15,-3-1 8 0,0 0 3 0,-1-1-2 16,-1-1 7-16,-1 1-12 0,0-2-6 16,-1-2 3-16,0 0-7 0,-2-3-4 15,11-2-8-15,-14 1-4 0,14-1-8 0,-16-8-6 16,8-1-9-16,3-5-9 15,-1-1-1-15,3 0-11 0,1-1-6 0,0 0-4 0,-1 5-5 16,1-1-5-16,2 1-11 0,2 2-7 16,1 0-6-16,-1 1-3 0,-2 8-2 15,9-8 1-15,-9 8 4 0,11-4 0 16,-11 4 0-16,0 0 1 0,27 9 0 16,-18-6 3-16,1 5 0 0,3-2 1 0,-1 1 1 15,1 1 1-15,-2 2 0 0,3-3 2 16,-1 1 0-16,-3-4 4 0,1 2 12 0,-1 0 11 15,2-4 11-15,-1 1 0 0,-11-3 1 16,21-3-5-16,-21 3-2 0,20-4-3 16,-8-4-6-16,-1 0-5 0,1-2-23 0,-2-1-27 15,-3-3-43-15,2 3-59 16,0-3-69-16,-4 3-82 0,1-2-62 0,-4 3-86 16,1 2-109-16,-5 2-131 0,2 6 60 0,0 0-338 15,0 0-429-15</inkml:trace>
  <inkml:trace contextRef="#ctx0" brushRef="#br0" timeOffset="1767.23">27933 2958 2471 0,'5'-4'-44'0,"-5"4"42"0,9-6 15 0,-9 6 12 16,0 0 6-16,0 0 8 0,0 0 17 15,0 0 8-15,-29 20 8 0,2-3 17 0,-10 14 20 16,-6 5 1-16,-9 3 10 0,-14 12 15 16,-8 7 21-16,-7 2 10 0,-3 6 9 15,-5 4 5-15,-8 1 0 0,-8 3 9 16,-2-6 0-16,1 3-1 0,1-3-15 16,-2-3-4-16,7-1 11 0,5-3-2 0,4 1-8 15,8-5-7-15,4-2-8 0,11-5-11 16,14-13-14-16,6-3-9 0,9-6-14 0,10-5-11 15,2-4-10-15,5-3-12 0,4-5-9 16,7 1-5-16,-1-6-5 0,7 1-9 0,-3-3 4 16,3 1-7-16,5-5-10 0,-10 7-16 15,4-4-20-15,6-3-21 0,-7 3-16 16,7-3-35-16,0 0-44 0,-8 2-55 0,8-2-56 16,0 0-82-16,0 0-76 0,0 0-91 15,0-15-111-15,0 15-126 0,8-12 71 0,-5 6-454 16,-1 2-569-16</inkml:trace>
  <inkml:trace contextRef="#ctx0" brushRef="#br0" timeOffset="2798.63">25751 4466 2802 0,'-6'-5'-142'0,"3"2"35"0,-3-2 19 15,-1 1 10-15,-4 1 18 0,2-1 15 0,4 1 22 16,-7 1 17-16,1 0 10 0,-2 2 14 16,-1 0 9-16,-1 2 5 0,-4 0 12 0,-4 1 6 15,-1 4 7-15,-8 5 7 0,2 2 11 16,-8 13 5-16,-2 3 9 0,-1 5 7 15,5 7 10-15,2 6 2 0,0 5 31 0,-8 12 19 16,-2 7 7-16,10 4 2 0,9-16 0 16,3-1-9-16,6 0-12 0,5-3-7 15,3-4-12-15,9-9-11 0,10-4-8 16,2-3-7-16,12 5-8 0,9-8-6 0,5-6-10 16,9-6-6-16,8-7-8 0,7-7-5 15,3-6-5-15,9-7-7 0,-1-6-4 0,17-9-2 16,-5-7-6-16,-5-6-3 0,-20 3-2 15,3-13-6-15,-17 3 2 0,-2-2-1 16,-9-3-1-16,-6-8 16 0,-7-3 7 0,-8-1 1 16,-7-8-6-16,-7-5-4 15,-4-1-6-15,-8-2-3 0,-12-14-6 0,-6 8-4 0,-2 24-6 16,1 6-4-16,-10 6 0 16,-1 9-12-16,-7 13-18 0,-6 9-18 0,7 9-25 0,-3 8-26 15,-13 5-36-15,4 9-49 16,0 4-62-16,4 4-60 0,-3 3-75 0,11 0-86 15,5-4-152-15,4 3 5 0,11-7-360 16,7-4-444-16</inkml:trace>
  <inkml:trace contextRef="#ctx0" brushRef="#br0" timeOffset="3734.02">28790 2910 2554 0,'-9'-12'-84'16,"3"2"19"-16,1 4 34 0,-1-1 44 0,0 3 30 16,6 4 24-16,-9-9 19 0,5 6 7 15,4 3 7-15,-6-8-10 0,6 8-7 0,-5-5-8 16,5 5-14-16,0 0-5 0,0 0-6 16,0 0 5-16,0 0 1 0,47 25 11 15,-9 0-12-15,10 8-1 0,22 15 6 0,9 10-3 16,7 10 5-16,9 6-9 15,32 27 7-15,8 5 13 0,6 2 10 0,12 4 14 0,3 1 2 16,3-1 3-16,-7 0 7 16,-2-3-6-16,-5-6 4 0,-15-3-1 0,-29-25-1 15,-4 0-2-15,-4-1-4 0,-7-9-1 16,-3-6 3-16,-10-1 0 0,-8-11-4 16,-19-11-6-16,-4-5 1 0,-6-1-3 0,-9-9-1 15,-4-4 3-15,-6-3 9 0,-6-6 18 16,0 0 14-16,0-3-2 0,-4 3 4 0,-1-6 2 15,-1 2-8-15,-5-4-9 0,7 6-5 16,-7-6-18-16,0 0-20 0,13 3-38 0,-13-3-53 16,0 0-64-16,0 0-78 0,11-13-86 15,-11 13-91-15,0-10-99 0,-2 4-112 16,2 6-182-16,-13-15-2 0,4 9 88 16,-2 0-455-16,0 1-566 0</inkml:trace>
  <inkml:trace contextRef="#ctx0" brushRef="#br0" timeOffset="4115.39">31354 4668 3039 0,'0'0'-13'0,"-23"13"35"15,0 6 49-15,-1 3 63 16,-7 10 44-16,4 6 39 0,1 6 22 0,3 0 16 15,3 4 2-15,4 3-12 0,3-1-6 16,10-7-4-16,3 1 1 0,10 7-10 0,5-2-8 16,6-3-16-16,8-1-18 0,5-4-17 15,6-4-15-15,4-4-15 0,3-5-9 0,5-4-14 16,0-6-13-16,-4-4-5 0,-3-7-18 16,0-3-3-16,-2-6-8 0,2-3-8 15,-4-5-7-15,0-2 0 0,1-5-12 0,-5-8-3 16,0-4 1-16,-6-6-3 0,-9-4-9 15,-4-7-8-15,-5-5 6 0,-5-5-7 0,-6 0-6 16,-6 9-3-16,-6-2-8 0,-9 3-25 16,-5 4-12-16,-11 7-51 0,-5 6-41 15,-7 4-59-15,-9 6-73 0,-5 7-74 16,-4 2-105-16,-3 5-125 0,-5 1-210 0,1 4 21 16,-5 4 87-16,-2 1-507 0,-1 3-640 15</inkml:trace>
  <inkml:trace contextRef="#ctx0" brushRef="#br0" timeOffset="4898.46">26896 7921 3297 0,'-21'11'-14'16,"-1"8"30"-16,-10 10 44 0,-4 6 47 0,0 7 34 15,2 5 38-15,-4 5 25 0,8 2 10 16,3 2 6-16,8 1 0 0,6-1-3 0,5-3-8 16,8-8-10-16,12 4-13 0,7-3-4 15,8-3-8-15,7-8 2 0,9-2-13 0,9-8-14 16,5-2-13-16,2-11-10 0,10-4-13 16,-5-8-16-16,5-7-7 0,-3-6-7 15,4-6-13-15,-8-3-2 0,-1-7-7 16,-7 0-3-16,-9-6-11 0,-5-1-3 0,-8-3-5 15,-7-2-4-15,-9-7-7 0,-9 10-1 16,-7-7-4-16,-7-10 0 0,-9-3-3 0,-4 0-12 16,-9 0-2-16,-3 4-13 0,-3 5-9 15,1 8-15-15,-4 9-14 0,-4 3-26 0,10 15-24 16,-9 4-30-16,3 7-36 0,-1 6-40 16,-2 7-38-16,-6 4-64 0,4 9-56 15,6 4-59-15,2 0-88 0,14 0-139 0,3-2-18 16,6 4 66-16,6-8-430 0,6-4-501 15</inkml:trace>
  <inkml:trace contextRef="#ctx0" brushRef="#br0" timeOffset="5681.94">29376 8172 2744 0,'-8'-2'-41'16,"8"2"26"-16,0 0 17 0,-28 17 35 16,10-3 50-16,-5 7 40 0,-5 10 39 0,-5 2 21 15,5 5 12-15,-3 7 2 0,6 1-1 16,5 0-1-16,2 1-6 0,7 2-5 0,9-12-8 16,2 1-10-16,8-1-11 0,1-3-9 15,7-3-14-15,4-2-15 0,1-7-6 0,6 3-11 16,2-7-13-16,-1-6-6 0,7-1-4 15,-5-7-9-15,-3-4-1 0,9-6-15 16,0-3-6-16,1-3-1 0,-3-5-10 0,-2-3-3 16,1-9-5-16,-5-7 0 0,-9 5-4 15,-3-14-1-15,-7 6-3 0,-4-15 0 16,-7 12-4-16,-1-16-5 0,1-1-1 16,-9 1-3-16,-5 4-2 0,0 8-4 0,2 10-4 15,-3 5-11-15,0 6-17 0,-3 2-16 16,3 10-20-16,-2 4-27 0,2 6-39 0,0 3-45 15,-4 2-71-15,-2 6-81 0,-7 4-101 16,3 2-138-16,8 0-100 0,2-4 65 0,7-2-450 16,4-1-525-16</inkml:trace>
  <inkml:trace contextRef="#ctx0" brushRef="#br0" timeOffset="6497.85">31589 5907 2613 0,'-7'-7'-164'0,"2"2"19"0,-5-1 38 16,3 2 36-16,-1-2 46 0,-2 1 27 0,7 0 27 15,-6 2 15-15,2-3 0 0,1 0 0 16,1 4-4-16,5 2-5 0,-13-5-2 0,6 3-4 16,7 2 2-16,-20 4 9 0,4 1 0 15,-10 10 8-15,-5 7 7 0,-7 9 2 16,-1 7 8-16,-17 19 8 0,-1 3-1 16,-4 12 8-16,-2 6-10 0,-5 16-1 15,-3 5-6-15,-26 30-13 0,25-25 0 0,-24 29-1 16,23-27 7-16,-20 27 36 0,21-32-18 15,-3 2 35-15,1 0 7 0,0-3 14 0,1-5 5 16,1-2 25-16,3-7 8 0,4-8-2 16,4-2-8-16,7-9-4 0,6-5-2 0,10-15-8 15,4-4-14-15,2 0 1 0,3-4-9 16,6-1-11-16,0-9-12 0,3-1-12 0,4-2-8 16,0-2-9-16,5-4 0 15,0-2-10-15,2-1-5 0,2-4-6 0,0 1-4 16,1-2-5-16,0-2-8 0,2-1 3 15,0-3-8-15,1 1 5 0,1 0-7 16,2-7-4-16,-4 11 3 0,0-5-9 0,4-6-1 16,0 0 0-16,-3 7-36 0,3-7-28 15,0 0-41-15,0 0-48 0,0 0-57 0,0 0-75 16,0 0-77-16,22-13-85 0,-18 4-102 16,7-1-135-16,-3 0 66 0,1-8-469 0,-2 5-545 15</inkml:trace>
  <inkml:trace contextRef="#ctx0" brushRef="#br0" timeOffset="7197.91">26142 5925 2768 0,'-13'-15'-124'15,"1"0"23"-15,1 1 32 0,1 2 28 0,-2 0 39 16,-1-2 30-16,1 2 18 15,1 1 17-15,2 0 12 0,-3 2 9 0,1 1-11 16,4 0 6-16,-1 1-2 0,2 1 0 16,0 2-10-16,1 0-11 0,5 4-7 0,-10-2 0 15,10 2-4-15,-10 18 4 0,5-1-3 16,-1 22 0-16,4 19 3 0,8 7 5 16,5 11-1-16,8 23 6 0,10 7 1 0,5 3 1 15,9 0-6-15,2 2 1 0,9 0 4 16,1 0 16-16,-1-3 2 0,7-4-3 0,-2-7 0 15,2-1-3-15,-3-8-1 0,-8-5-4 16,1-9 1-16,-7-10-5 0,-14-14-7 0,-3-5-5 16,-4-4 5-16,-6-10 3 15,-3-3-4-15,-3-7-4 0,-4-3-8 0,2-3 0 16,-4 1-1-16,-1-3 9 0,-1 1-3 16,-1 2-3-16,2-4-4 0,-2 0-2 0,-2 2-3 15,2-4-4-15,-2 2-1 0,0-1-6 16,0 0 0-16,-2-1-7 0,2 0-13 0,-2-1-26 15,-2 3-35-15,1-2-62 16,-1 2-98-16,-3-1-102 0,-4-1-128 0,2 1-191 0,-2-5 41 16,1-1 69-16,1-5-327 0,9 0-337 15</inkml:trace>
  <inkml:trace contextRef="#ctx0" brushRef="#br0" timeOffset="7848.03">27825 8400 2366 0,'-18'-4'-24'16,"4"1"5"-16,0 0 8 0,3 1 21 0,0 0 38 16,11 2 36-16,-13-1 23 0,6-1 1 15,7 2-5-15,-14-2-9 0,14 2-13 0,0 0-8 16,0 0 10-16,0 0 4 0,0 0 6 15,0 0 1-15,43 9-11 0,-4-4-3 0,11-4-6 16,17 5-7-16,5-3-10 0,5 0-2 16,4 3-3-16,7 1-4 0,17-1-6 15,-21 3-3-15,-3-1-6 0,-2 1-4 16,-5-1 0-16,-10 1-1 0,-3-2 2 0,-14-2-4 16,-10 0-2-16,-6-3 9 0,-12 3 13 15,-2-3 14-15,-1-1 20 0,-5 1 9 16,-1 0 6-16,-1-2 11 0,-9 0-6 0,15 1-12 15,-15-1-6-15,8 0-7 0,-8 0-15 16,0 0-25-16,0 0-36 0,10 2-54 0,-10-2-82 16,0 0-100-16,0 0-102 0,0 0-142 15,0 0-134-15,0 0 55 0,0 0-357 0,0 0-399 16</inkml:trace>
  <inkml:trace contextRef="#ctx0" brushRef="#br0" timeOffset="17629.16">28638 4894 875 0,'0'0'315'16,"0"0"-57"-16,-9-4-25 0,9 4-27 0,-4-4-27 15,4 4-17-15,0 0-16 0,0 0-8 16,-9-4 2-16,9 4-1 0,0 0-5 16,-11-6 6-16,11 6-8 0,0 0-8 0,-3-6-3 15,3 6 4-15,0 0 1 0,-8-7 3 16,8 7-1-16,-3-8 6 0,3 8 0 0,-8-8-2 16,8 8-5-16,-8-9-4 0,2 7-1 15,-1-4-6-15,0 1-1 0,-4 0-9 0,0-1-11 16,-1 3 1-16,-2 1-10 0,-1 0-6 15,-5 2-7-15,1 2-8 0,-8 3-2 16,-7 7-5-16,0 3-5 0,-2-1 14 16,-4 9 4-16,10-2 3 0,1 1-4 0,2-1 9 15,6 4 12-15,3-1 3 0,2 3 25 16,7-4-20-16,3-4 4 0,6-1 13 16,2-1 2-16,2 2 3 0,5 1-10 0,4-5-8 15,8 3-2-15,4 1-13 0,2-5-11 16,1 2 0-16,8-4-14 0,0-3-5 0,7-3-4 15,-5 1-7-15,-8-3-6 16,-3-1-6-16,-2 0 3 0,-7 1-8 0,2-2-5 0,-5-1-2 16,-3-1-15-16,1 2-10 15,1-2-31-15,-14 0-35 0,16 0-43 0,-16 0-38 16,18-2-48-16,-11 1-54 0,-1-3-66 16,-6 4-71-16,11-5-77 0,-11 5-94 0,6-7-172 15,-6 7 22-15,2-7 73 0,-2 7-491 16,0 0-595-16</inkml:trace>
  <inkml:trace contextRef="#ctx0" brushRef="#br0" timeOffset="18495.43">28707 4731 2851 0,'4'-7'-125'0,"-4"7"36"16,0-7 32-16,0 7 35 16,0-9 27-16,0 9 22 0,-8-12 15 0,4 4 8 15,-4-1 9-15,-1-2 3 0,0 2 6 16,-5 0 3-16,-3-3-1 0,0 4-2 0,-4-1 8 15,-6-3 5-15,1 3-2 0,1 5-11 16,-2 0-8-16,-7-4-5 0,2 8 1 16,3-2-7-16,-12 4-4 0,-2 2 1 0,1 4-3 15,-4-3-7-15,-7 10 2 16,-5 2 5-16,8 4 9 0,-2 2-10 0,0 5 8 0,5-1 3 16,4 7 5-16,4 3 4 15,3 1 14-15,5 5 9 0,4 6 30 0,3 1 9 16,5-1 7-16,5 4 7 0,11 0 2 15,3-7 0-15,11 7-4 0,8-1-7 0,11-2-7 16,14-4-14-16,22 7-11 0,6-3-5 16,8-7-6-16,5-5-14 0,6-5-4 15,1-6-8-15,-1-7-3 0,-14-6-9 0,2-3-2 16,-2-7-6-16,0-4-10 0,-9 0-12 16,1-6 0-16,-9-5 0 0,0-4-1 0,-10-4-5 15,-5-5-2-15,-5-3 4 0,-4-6-5 16,-3-4 4-16,-8-2 0 0,-9-8 3 15,0-7-4-15,-10-2 2 0,-6-2-2 16,-10-2-3-16,-7 0-4 0,-8 3-2 0,-7 4-1 16,-8 6-5-16,-8 5-1 0,-1 5-21 15,-8 8-29-15,-4 7-41 0,-2 7-41 0,2 6-49 16,-2 6-65-16,11 3-78 0,2 3-90 16,-7 4-125-16,12 3-143 0,0-5 46 15,4 7-435-15,-1-4-546 0</inkml:trace>
  <inkml:trace contextRef="#ctx0" brushRef="#br0" timeOffset="19662.04">25465 4841 2679 0,'0'0'-158'0,"-15"-3"47"0,15 3 36 15,-11-2 32-15,11 2 28 0,-8-4 26 0,8 4 16 16,-4-7 14-16,4 7 12 0,-3-7 4 15,3 7 11-15,-3-9 0 0,3 9 2 0,3-8 4 16,-1 2-2-16,1 0 7 0,3-1-3 16,-2 2 8-16,1-2-5 0,2 3-11 0,2-2 4 15,-4 2-9-15,5 1-11 16,-3 1 2-16,-7 2-9 0,0 0 16 0,23 3 10 16,-16 1 4-16,5 4 13 0,-4 1 2 15,-1 3-6-15,3 2 1 0,-2 3-5 16,-3 3 8-16,3 1-6 0,-5 0 1 0,4-1 2 15,-5 3 1-15,-2-4 5 0,0 6 6 16,-6-3 4-16,3 1 8 0,-2-1 7 0,-3-2 2 16,-3 0 6-16,1-3 3 0,1 1 1 15,-2-6 3-15,-3 3-24 0,3-6-1 0,-3 0-3 16,-1-4-7-16,1 1-7 0,2-4-6 16,-1-2-2-16,13 0-7 0,-23-6-11 0,10-5 2 15,4-1-15-15,2-8 3 0,1-3-11 16,5-2-8-16,1-3-6 0,1-11 1 15,3 3-6-15,3 2-6 0,1 1 2 16,2 4-5-16,-1 5 0 0,-1 5-6 16,2 3-4-16,1 1 4 0,-4 5 0 0,2 3-5 15,2 4-4-15,-2 1 2 0,-9 2-4 16,17 5 3-16,-5 4 3 0,-1 1-1 0,-1 3 2 16,-1 5-2-16,4 7 3 0,-1-4 3 15,1 7-4-15,1-2 1 0,1-2-7 0,0 3 5 16,4-5 6-16,-4-5-1 15,2-3 0-15,-1-2-4 0,-1-2 3 0,-2 0 6 0,4-6 12 16,1 1 1-16,-4-3-2 16,4-2 1-16,-1-3-2 0,4-1-4 0,0-3 2 0,-2 0-5 15,0-3-1-15,-2 0-3 16,-4-4-4-16,3-1-7 0,-5-1-16 0,-2-1-33 16,2-3-49-16,-4-1-54 0,-1 1-68 15,-5 6-85-15,5-1-95 0,-6 2-118 16,0 3-176-16,0 2-37 0,0 0 77 0,-2 1-497 15,2 7-616-15</inkml:trace>
  <inkml:trace contextRef="#ctx0" brushRef="#br0" timeOffset="21862.92">28299 2376 2860 0,'0'0'-176'0,"0"0"41"15,0-10 33-15,0 10 26 0,0-6 26 0,0 6 21 16,0-9 25-16,0 9 12 0,2-9 18 16,-2 9 7-16,0-8 5 0,0 8 3 15,0 0 15-15,1-11 10 0,-1 11 6 16,0 0 8-16,0-9 15 0,0 9 3 0,0 0 20 16,0 0-6-16,0-9 8 0,0 9 1 15,0 0-9-15,-1-9-7 0,1 9 6 16,0 0-8-16,-2-11-5 0,2 11-9 0,0 0-3 15,0-9 1-15,0 9-9 0,0 0 0 16,0 0-10-16,-2-9-6 0,2 9-6 0,0 0-2 16,0 0-4-16,0 0-9 0,0-8 0 15,0 8 0-15,0 0-2 0,0 0-2 16,0 0 1-16,0 0 2 0,-2-10-3 16,2 10-2-16,0 0-7 0,0 0-1 15,0 0-1-15,0 0 21 0,0 0-1 0,-15 24 1 16,9-9 6-16,-2-2 7 0,-1 5-4 15,-5 9-2-15,1 2 6 0,2 2-10 16,-3-2 3-16,3 3 1 0,-2-3 8 0,1 1-3 16,5-7-6-16,-1-1 1 0,-2-3-6 15,5 0 1-15,-1-3 11 0,1-2-7 0,-2-1-2 16,4 1-6-16,-1-5-3 0,0 3-8 16,1-4 1-16,1 1-5 0,-2-3-4 15,2 2-1-15,2-8-2 0,-3 13-2 0,0-6-1 16,1 0-5-16,2-7 2 15,-4 8-2-15,4-8 3 0,-2 9-6 0,2-9 7 16,0 0 22-16,-1 9 12 0,1-9 13 16,0 0 7-16,-2 8 8 0,2-8 0 0,0 0-6 15,0 0-17-15,0 0 5 0,0 0-11 16,0 0-2-16,0 0 1 0,0 0-10 16,0 0-10-16,0 0 2 0,0 0-8 0,0 0-1 15,0 0-1-15,0 0-1 0,0 0-2 16,21-20-5-16,-17 14-4 0,-1 0 1 15,3-1-7-15,-1-2 9 0,4 2-10 0,-4 1 5 16,3-2-10-16,-3 2 8 0,4-1-10 16,-2-1 3-16,-2 2 6 0,5 0-3 15,-2 2 0-15,-1-1-5 0,-7 5-4 16,13-8 6-16,-5 4 0 0,0 0 4 0,-8 4-7 16,11-6-1-16,-11 6 11 0,9 0-12 15,-9 0 6-15,0 0-1 0,0 0-1 0,22 5 2 16,-22-5 0-16,12 7 4 0,-7-2 0 15,1 2-11-15,1-2 8 0,-1 3 0 16,-3 1 7-16,8 0-5 0,-8-1-3 0,3 1 5 16,-3 1 0-16,5-1 3 0,-5-1-1 15,0-1 7-15,-1 0 4 0,0 0 26 0,-2-7 20 16,2 11 21-16,-2-11 15 16,-8 12 5-16,0-5-2 0,-1-2-51 0,-2-1-53 15,-5 1 0-15,-1-2 0 0,-2 1 0 16,0-3 0-16,-6 3 0 0,4-2 0 0,4-1 0 15,-2 1 0-15,4-2 0 0,0 3 0 16,1-3 0-16,14 0 0 0,-25 0 0 16,25 0 0-16,-17 0 0 0,17 0 0 0,-17-3 0 15,17 3 0-15,-17-3 0 0,17 3-87 16,-10-6-367-16,6 5-120 0,4 1-137 0,-3-7-195 16,3 7 84-16,0 0-755 0,0 0-1019 15</inkml:trace>
  <inkml:trace contextRef="#ctx0" brushRef="#br0" timeOffset="22599.18">28315 2404 3846 0,'0'0'-268'16,"0"-15"66"-16,0 9 51 0,0-1 41 16,1 0 35-16,-1 7 25 0,0-9 27 0,0 9 25 15,0-12 17-15,0 12 7 0,2-6 17 16,-2 6-3-16,0 0 0 0,0-8-8 15,0 8 1-15,0 0 19 0,0 0 37 0,0 0 24 16,0 0 13-16,0 0 5 0,-9 24 12 16,4-13 7-16,2 7 12 0,-3 1 2 0,1 5 12 15,-5 5 3-15,0 1 3 16,1 3 1-16,0-2-1 0,-3-2-7 0,2-6-10 16,3-1-12-16,-1-3-14 0,0 1-13 0,3-5-12 15,-3-1-5-15,7-3-14 16,-5-1-11-16,1-2-4 0,2 1-2 0,1-2 15 15,-2 0 6-15,4-7 7 0,-4 10 7 16,4-10-11-16,-3 5-7 0,3-5-13 0,0 0-6 16,0 0-11-16,0 0-11 0,0 0 3 15,0 0-10-15,-4-29-11 0,6 19 3 16,0-1-7-16,0 1 0 0,-1 0-8 0,3 1-2 16,-2 1-2-16,2-1-3 0,-2 3-2 15,-1-3-1-15,4 2 0 0,-1 2-8 0,-4 5 4 16,11-10-8-16,-8 4 0 15,5 2 6-15,-8 4-5 0,17-2-5 0,-17 2 5 16,22 4 0-16,-11 0-2 0,0 2-1 16,1 3-1-16,-1-1-1 0,-2 4 3 15,1 0 2-15,-2-3 1 0,-3 4 19 0,1-1 23 16,-3-2 22-16,-2 0 19 0,-2 2 14 16,-6-2-82-16,-2 2-19 0,-4 0 0 0,-5 0 0 15,-3-1 0-15,-8 1 0 0,-1-1 0 16,0 1 0-16,3-6 0 0,5 0 0 15,-3-2 0-15,3-3 0 0,4 3 0 16,-2-2 0-16,3 0 0 0,2-1 0 0,4 2 0 16,-1-3 0-16,12 0-478 0,-15-3-202 15,15 3-225-15,0 0 14 0,0 0 95 16,0 0-714-16,0 0-957 0</inkml:trace>
  <inkml:trace contextRef="#ctx0" brushRef="#br0" timeOffset="26760.94">31625 5066 1375 0,'0'0'299'0,"-4"11"-35"0,4-11-36 0,0 0-29 16,0 0-35-16,0 0-24 16,0 0-23-16,0 0-18 0,0 0-20 0,0 0 4 15,24-11-10-15,-24 11-1 0,16-6-7 16,-9 0-8-16,0 3 13 0,5-2 19 16,-4 0 12-16,3-4 16 0,-6 4 9 0,0 0 2 15,-5 5 10-15,6-14-2 0,-6 8-2 16,0 6-2-16,-2-13-1 0,-2 7-6 0,4 6-9 15,-14-12-13-15,3 8-7 0,-2 3-10 16,-2-1-8-16,-5 2 1 0,-2 3-2 16,-10 5 5-16,-4 3 2 0,6 3 10 15,-1 3 7-15,6 2 5 0,2 3 8 0,-1 0 1 16,8 1 14-16,2-2 5 0,7-4 1 0,3-3 4 16,4 2 3-16,4 1 3 15,5 1 1-15,8 1-10 0,6 2-18 0,3-3-9 16,5-3-8-16,1-1-10 0,0-4-8 15,4-3-8-15,-6-2-6 0,-4-2-7 0,-5-1-7 16,-1-4-3-16,0 2-1 0,-3-1-7 16,3-1-6-16,-7-1-3 0,-1 1-9 0,-1 0-32 15,-11 2-41-15,17-6-60 16,-9 2-50-16,-8 4-69 0,11-5-74 0,-11 5-71 16,5-4-79-16,-5 4-85 0,0 0-122 15,0 0-142-15,0 0 85 0,0 0-585 16,-34 19-756-16</inkml:trace>
  <inkml:trace contextRef="#ctx0" brushRef="#br0" timeOffset="27747.62">29333 8481 3302 0,'16'-11'-125'15,"-16"11"55"-15,0 0 55 0,0 0 49 16,2-5 45-16,-2 5 41 0,0 0 29 0,0 0 29 16,0 0 19-16,0 0 9 0,0-8 4 15,0 8 4-15,0 0-9 0,0 0-15 16,0 0-13-16,0 0-22 0,0 0-15 0,0 0 14 16,0 0 19-16,0 0-17 0,0 28-6 15,0-16 4-15,-4 6 2 0,4 2-3 0,0 2-4 16,-1 3-1-16,-1-1-5 0,0-2-7 15,0-3-9-15,-3-1 3 0,5 0-2 0,-2-5-2 16,2-1 6-16,-1 1 6 16,1-5 6-16,0 1 9 0,-2-3-58 0,2-6-95 0,-2 9 0 15,2-9 0-15,0 0 0 16,0 0 0-16,0 0 0 0,0 0 0 0,0 0 0 16,-17-29 0-16,13 12 0 0,0-5 0 15,-2-13 0-15,5-2 0 0,-1-2 0 0,5-4 0 16,-3-1 0-16,8 3 0 0,-2 2 0 15,0 3 0-15,-1 3 0 0,1 8 0 0,-1 3 0 16,2 7 0-16,-1 1 0 0,-1 3 0 16,2-1 0-16,1 1 0 0,-2 5 0 15,2 2 0-15,-1 4 0 0,-7 0-278 16,16 5-141-16,-9 3-72 0,1 0-80 0,-1 2-117 16,-1 5-123-16,0-1 86 0,-2 3-706 15,-1-1-882-15</inkml:trace>
  <inkml:trace contextRef="#ctx0" brushRef="#br0" timeOffset="27961.92">29256 8537 3784 0,'-12'2'-101'0,"1"-2"52"16,11 0 60-16,0 0 63 0,-20-2 51 16,20 2 31-16,0 0 20 0,0 0 8 15,0 0 2-15,0 0 12 0,0 0-2 0,0 0-12 16,0 0-19-16,0 0-15 0,0 0-14 15,45-2-15-15,-31 0-25 0,4 0-48 16,3 2-58-16,-4 0-68 0,-1 0-73 16,-2 0-92-16,-2 0-95 0,-2 0-99 0,-10 0-98 15,18 2-109-15,-11 0 67 0,-7-2-385 16,1 8-439-16</inkml:trace>
  <inkml:trace contextRef="#ctx0" brushRef="#br0" timeOffset="29180.04">27162 8148 2503 0,'0'0'-32'0,"1"-9"42"0,-1 9 33 0,0 0 29 15,0-6 11-15,0 6 25 16,0 0 49-16,0 0 26 0,0 0 15 0,-3 21 4 16,-1-7 4-16,4 0-3 0,-5 3-5 15,3 0-5-15,2 4-10 0,0-2-6 0,0 1-10 16,0-1-8-16,0 1-13 0,2-3-4 16,-2 0-11-16,0-2-1 0,3-3-13 0,-1 0-3 15,-2-4-1-15,0 1 0 0,0 0-6 16,0-1 2-16,0-3 3 0,0-5-3 0,2 11-4 15,-2-11-2-15,-2 6-14 16,2-6-7-16,0 0-15 0,0 0-10 0,0 0 1 16,0 0-9-16,0 0-8 0,-2-25-1 15,-1 18-7-15,1-2-3 0,-1 2-2 0,-3 1-8 16,3-1 8-16,-7 2-14 0,-2 1 3 16,-1 3-5-16,-2 2 0 0,-2 3-2 0,-8 3-4 15,-4 3 4-15,3 3 3 0,3 0-9 16,8-2 3-16,1 1 9 0,3 4 2 0,3-3-1 15,7 1 12-15,1-2 17 0,1 4 10 16,7 0 15-16,3-2 17 0,5 1-4 0,7-1-2 16,2 1 1-16,-3-5-2 15,3-6-10-15,0 2-13 0,-2-2-58 0,-3-2 0 16,1-2 0-16,-1 0 0 0,-4 0 0 16,0-2 0-16,-3 0 0 0,-1-2 0 0,-3 3 0 15,-1-2 0-15,-8 3-143 0,7-6-129 16,-7 6-93-16,0 0-110 0,2-5-128 15,-2 5-174-15,0 0-17 0,0 0 85 0,0 0-670 16,0 0-831-16</inkml:trace>
  <inkml:trace contextRef="#ctx0" brushRef="#br0" timeOffset="36042.01">28360 2988 577 0,'-8'-7'156'16,"8"7"-4"-16,-5-6-6 0,5 6-8 15,-8-5-13-15,8 5-7 0,-4-6-9 0,4 6-15 16,-8-4 0-16,8 4-10 16,0 0-4-16,0 0-4 0,-5-4-2 0,5 4 5 15,0 0 5-15,-6-4 12 0,6 4 9 16,0 0 2-16,0 0-11 0,0 0-2 16,0 0-9-16,0 0-18 0,0 0-2 0,0 0-11 15,0 0-9-15,0 0-1 0,0 0-4 16,-15 11 1-16,15-11 7 0,-6 17 3 0,2 0 1 15,3 0 11-15,-5 7 6 0,0 10 14 16,2 3-4-16,0 1 13 0,0 0 2 16,-1 4 2-16,1 3-6 0,1-3-6 0,1 4 0 15,-2 10-1-15,-3-4-1 0,6-7-7 16,1 0-3-16,0 1-5 0,0-1 0 16,1-3-1-16,-1-1 5 0,7 2 2 15,-5-1-1-15,2-3-22 0,1 0-2 0,-1 1 6 16,-1-1-2-16,3 0-6 0,0-4 0 15,-2-6-7-15,2 4-2 0,-4-6-3 16,1-2 3-16,1-4 4 0,-2 3 1 0,0 0 1 16,-1 0-3-16,-1-1-4 0,2 0 23 15,0 4 4-15,1-3-3 0,-1-1-7 0,0 2-5 16,0 0 0-16,-1-1-7 0,3 0 2 16,-4-5-9-16,0 0-2 0,2-2 4 0,0 0-10 15,-2-3-2-15,2-2-2 0,-2-1 1 16,0-3-2-16,0 1 2 0,1-3 3 15,-1-6 8-15,0 12 4 0,0-12-9 16,0 11-4-16,0-11-5 0,0 10-6 16,0-10 1-16,2 10 3 0,-2-10-4 0,2 12-4 15,-2-6 1-15,0-6-1 0,2 11 0 16,-2-11-3-16,2 11 2 0,-2-6-3 0,0-5-1 16,3 10-8-16,-3-10-17 0,1 7-32 15,-1-7-23-15,0 0-42 0,2 7-61 16,-2-7-92-16,0 0-92 0,0 0-131 0,0 0-200 15,0 0 25-15,0 0 68 0,0 0-390 16,-2-31-465-16</inkml:trace>
  <inkml:trace contextRef="#ctx0" brushRef="#br0" timeOffset="36876.39">26242 5068 2513 0,'0'0'-76'0,"0"0"35"0,0 0 36 16,0 0 35-16,0 0 30 0,0 0 16 0,0 0 18 15,9-2 21-15,-9 2-2 0,0 0-3 16,0 0-7-16,0 0-7 0,0 0-10 0,0 0 1 15,0 0 7-15,0 0 5 0,20-3 0 16,-20 3-1-16,33 3 1 0,-11-1-6 16,7 2-7-16,12-2-5 0,4 1-11 15,3 0-4-15,13-1-8 0,5 5-5 0,1-4-5 16,-1 2-4-16,1 1-5 0,0 0-5 16,-6-3 0-16,0 3-6 0,-14-3-1 15,3 1-4-15,-3-1 2 0,0 1-5 0,-8 0-5 16,4-2-1-16,-13 1 3 0,1-2-5 15,-5-1-4-15,1 0 1 0,-4 0 0 0,-2 1-1 16,-3-2 0-16,2 1-1 0,-3-1-1 16,-4 1-2-16,3 0 1 0,-1 0 0 15,-1 0 1-15,-1-3 2 0,-1 3-5 16,2 0 0-16,-3 0-4 0,5 0 2 0,-3 0-1 16,3 0 5-16,-3-2-17 0,-2 2 14 15,1-2 2-15,-1 2-1 0,-11 0 2 0,16-2 2 16,-16 2-2-16,13-2 4 0,-13 2-4 15,12-2 4-15,-12 2-1 0,0 0 0 0,12 0-3 16,-12 0 2-16,0 0 0 0,0 0 1 16,12 0-5-16,-12 0 2 0,0 0-11 15,0 0-15-15,0 0-26 0,0 0-40 0,0 0-70 16,0 0-77-16,0 0-110 0,0 0-163 16,0 0-94-16,0 0 67 0,-35-7-276 15,35 7-297-15</inkml:trace>
  <inkml:trace contextRef="#ctx0" brushRef="#br0" timeOffset="37741.19">27998 5867 2046 0,'1'-7'-75'0,"-1"7"25"16,0 0 12-16,0 0 19 0,0-6 25 0,0 6 3 16,0 0 3-16,0 0 7 0,0 0 3 15,0 0 6-15,0 0 11 0,-28 17 3 16,15-5 12-16,-7 10 15 0,0 2 6 0,-1 5 6 15,-6 8 4-15,-2 4 2 0,1 0-6 16,-3 2 1-16,1 4-3 0,-1 2 10 0,-1 1 3 16,0 5 1-16,-1-3-9 0,1 2-1 15,2-2-7-15,-1 1 1 0,1-3 5 0,-1 0 4 16,2-3-12-16,3-1-6 0,-1-5-7 16,2 0 0-16,1-3-11 0,5-8 2 15,1 2-5-15,1-3 4 0,2-2 5 0,0 1 2 16,1-3-5-16,3-4-1 0,2-4-7 15,-2-5 0-15,6 0-6 0,-2 0-5 16,1-2 2-16,1-2-11 0,-2 4 2 16,1-4 0-16,1 2-3 0,-1 1-5 0,1-1 4 15,-4 0-11-15,4 2-3 0,-2 2 7 16,-3-2 3-16,4 0 2 0,-3 1-2 0,1-1 5 16,1 0 3-16,-1 2-4 0,0-1-2 15,-1 6 4-15,0-5-5 0,-2 5-2 0,2 0-1 16,0 1 2-16,-3 9 5 0,1-3 3 15,-3 6-2-15,3-3-1 0,2 1 4 0,-3-2 2 16,3-1-4-16,-1-3 7 16,4-3 0-16,0-2 3 0,3-2-6 0,-3-2 0 15,2-1-2-15,1-2-2 0,1-2-1 16,-5 1 1-16,5-5-4 0,2 2 0 16,-3 0-2-16,1 1-4 0,2-1 4 0,-4-1-8 15,2 2 1-15,1-1-2 0,-3 1 3 16,4 3-8-16,-4-2 10 0,0-1-1 0,4 1 0 15,-1-2-6-15,-2 1-1 0,1-3 2 16,-2 1-3-16,4-7-1 0,-2 11 4 0,2-11 0 16,-1 10-6-16,1-10-13 0,-2 7-25 15,2-7-44-15,0 0-63 0,0 0-78 0,0 0-72 16,-4-21-94-16,6 9-127 16,0-11-99-16,1-14 53 0,9-10-358 0,0-9-396 15</inkml:trace>
  <inkml:trace contextRef="#ctx0" brushRef="#br0" timeOffset="38674.33">29511 5237 2322 0,'-6'-2'-73'0,"6"2"25"15,-11-4 16-15,11 4 30 0,-14-3 37 16,11 0 31-16,3 3 19 0,-10-2 6 16,10 2 2-16,0 0-2 0,-13-4-3 15,13 4 8-15,-6-3-15 0,6 3 7 0,0 0-2 16,0 0 6-16,0 0 11 0,0 0 9 15,0 0 7-15,0 0-6 0,0 0-4 16,48 1-11-16,-24 3-3 0,8-2-9 0,5 3-9 16,9-4-8-16,2 1-5 0,2-2 0 15,16 0-7-15,1 2-7 0,1 0-4 0,0 1-6 16,0 1 0-16,-2-3-12 0,-3 1 2 16,0-1-4-16,-13 3-1 0,-1-4-5 0,1 2 6 15,-5-4-7-15,3 4 1 0,-3-2-5 16,-4-2-3-16,-11 0-1 0,-1 2-2 0,-9 0 5 15,0-2-5-15,-3 1 1 16,0 1 1-16,-3 0-5 0,-1-2 1 0,-4 2 3 16,-9 0-3-16,19-1-3 0,-11-1 2 15,-8 2-3-15,17 0-3 0,-7-2 2 16,-10 2 0-16,19 0 2 0,-6 0-4 0,1 0 4 16,2 0-1-16,6-1-5 0,4-1 3 15,7 2-1-15,12-2-2 0,1-2-4 0,-1 6-2 16,2-4-1-16,-4 2 3 0,-11 0 3 15,-5 0-2-15,-6 0-1 0,3-1 1 0,-10 1 2 16,2 1 2-16,-3-2 2 16,-4 1-1-16,-9 0 3 0,18 0 3 0,-18 0 8 15,13 0 2-15,-13 0 7 0,12-3 2 16,-12 3-2-16,0 0-2 0,13 0 1 0,-13 0-5 16,0 0-1-16,0 0 1 0,14 0-3 15,-14 0-4-15,0 0-10 0,0 0-19 0,0 0-41 16,0 0-72-16,7 0-81 0,-7 0-95 15,0 0-129-15,0 0-193 0,0 0 55 0,-25-12-324 16,25 12-381-16</inkml:trace>
  <inkml:trace contextRef="#ctx0" brushRef="#br0" timeOffset="49039.95">27449 7883 954 0,'0'0'255'0,"0"0"-81"0,-11 4-34 0,11-4-8 16,0 0 9-16,0 0-10 0,0 0-20 15,0 0-17-15,0 0-12 0,0 0-8 0,0-13-6 16,0 13-6-16,16-11-6 0,-4 2-5 16,1 1-7-16,7-5-3 0,-4 1-2 15,7-5-4-15,2 3-1 0,0-2 5 0,-2 0 4 16,-4 3 8-16,-2 0 7 0,-4 1 4 15,5 1 4-15,-3-1 4 0,0-2 6 0,2 1 4 16,2-7 5-16,6 2 7 0,0 0 1 16,1-4-4-16,6 2-5 0,4-4-6 0,3-3-7 15,1 6-3-15,3-4-9 16,0 2-10-16,1 0-3 0,-2 0-5 0,0 0-4 0,0 2-4 16,0 1-5-16,-8 3-3 15,0 0 1-15,0 1-2 0,-1 1-4 0,-2-4 1 16,-2 1-8-16,-2 3-4 0,0-3 7 15,-2-1-2-15,0 0 4 0,0-1 7 0,-2 3 3 16,-1-3 1-16,-1 1-4 0,4 0-2 16,-2 1-2-16,0-1-5 0,2-2 2 0,-1 1-5 15,1 1 3-15,0-2-5 0,-1 1-1 16,5 1-3-16,-2-2 0 0,0 0 0 0,-1-1-2 16,3 1 3-16,3-8-8 0,1 9 3 15,3-7-4-15,0 3 2 0,-8 1-4 0,1 3 2 16,0-4-2-16,-1 5-1 15,3-2 3-15,-3 0 1 0,1 1-2 0,2-1 5 16,-1 1-5-16,-1 1-1 0,-1 2 5 16,5 0-7-16,-5-1 5 0,3 2-8 0,-3 0 4 15,-3-1 4-15,6 2 4 0,-4-1-5 16,1 1-2-16,-2-1 2 0,3-1 1 16,-2 0-3-16,-2 1 3 0,1-3-3 0,-3 2-6 15,2 2 6-15,-1 0 6 0,3-3-6 16,-2 1-1-16,-4 2 5 0,0 1-1 15,-2 0 0-15,1 4-1 0,2-7-3 16,3 2 0-16,-6 1-2 0,-1 2 6 0,0 0-5 0,0 0 5 16,-2 2 0-16,2-2-3 15,-2 1 1-15,0 1 0 0,-3-1-4 0,5-1 4 16,-4 0-7-16,4 3 5 0,-1-1-8 16,0-2 8-16,1 2 0 0,-4 0-6 0,6 0 7 15,-4 1-1-15,0-2-1 0,1 0-1 16,-1-1 4-16,0 2 4 0,2-1-12 0,-4-1-1 15,4 2 12-15,0 0-5 0,-4-1 2 16,6 2 0-16,-4-3-4 0,13-2 8 0,-2-1-2 16,0 1 0-16,1-1 0 0,3 1-4 15,-3-2 0-15,3 0-3 0,-2 3 4 0,1 0 1 16,1-2-1-16,-3 1-6 0,1 2 8 16,-1-1 0-16,-5 3-5 0,-2 1 10 15,0 0-1-15,-6 2-3 0,1 1-1 16,-2 1-1-16,-3 0 7 0,0-1-3 0,-2 1-2 15,-3 2-1-15,2-2 3 0,-1 3 2 16,-1-1-4-16,-6 3 6 0,10-4-1 0,-10 4 4 16,5-3-5-16,-5 3 4 0,10-4 4 15,-10 4 0-15,7-3-4 0,-7 3 10 16,8-4-9-16,-8 4 10 0,8-3 10 0,-8 3 2 16,7-3-1-16,-7 3 0 0,0 0 11 15,9-6 2-15,-9 6-1 0,9-3-1 0,-9 3 1 16,9-2-8-16,-9 2 0 0,0 0-5 15,5-3 2-15,-5 3 1 0,0 0 3 0,8-3 0 16,-8 3-2-16,0 0 0 16,10-4-7-16,-10 4 2 0,0 0-2 0,0 0-6 15,9-2 1-15,-9 2 0 0,0 0-3 16,0 0-2-16,9-3 0 0,-9 3-3 0,0 0-3 16,9-3 3-16,-9 3-2 0,0 0-4 15,0 0-10-15,0 0-45 0,0 0-80 0,0 0-129 16,0 0-174-16,0 0-269 15,-29-4 60-15,15 2 78 0,14 2-350 0,-23-4-393 0</inkml:trace>
  <inkml:trace contextRef="#ctx0" brushRef="#br0" timeOffset="51372.8">31552 5080 2212 0,'0'0'-165'0,"0"0"28"0,0 0 44 15,-13 2 25-15,13-2 25 0,0 0 31 16,0 0 20-16,-11 1 23 0,11-1 17 0,0 0 15 16,0 0 17-16,-14 2 10 0,14-2 5 15,0 0 11-15,0 0 3 0,0 0 2 0,0 0 3 16,-13 2 3-16,13-2 4 15,0 0-1-15,0 0 1 0,0 0-7 0,0 0 6 16,0 0-13-16,-12 4 0 0,12-4-5 0,0 0-7 16,0 0-11-16,0 0-1 0,0 0-8 15,0 0-3-15,-6 4 3 0,6-4 0 16,0 0 8-16,0 0 4 0,0 0-4 16,0 0 0-16,0 0 3 0,20 9-2 0,-20-9-1 15,11 3-7-15,-11-3-8 0,0 0-3 16,17 2-5-16,-17-2-8 0,11 3 4 0,-11-3-1 15,16 2 5-15,-16-2-1 0,17 2 0 16,-8-2-4-16,-9 0-4 0,19 2 1 0,-19-2-1 16,22-2-3-16,-22 2-2 0,18-4-5 15,-8 4-1-15,-10 0 0 0,17-3-2 16,-7 3-2-16,-10 0-2 0,13-2-4 0,-13 2-1 16,0 0-5-16,16-3 0 15,-16 3-3-15,9-1-3 0,-9 1 1 0,0 0-1 16,13-2-2-16,-13 2-4 0,0 0-3 15,14-4-2-15,-14 4 1 0,0 0 0 0,9-2 0 16,-9 2-2-16,0 0-2 0,11-4 3 16,-11 4-1-16,0 0-2 0,0 0 2 0,12-4 2 15,-12 4 1-15,0 0 5 0,0 0 4 16,0 0 2-16,11-2 0 0,-11 2-5 16,0 0 2-16,0 0-1 0,8-5-4 15,-8 5 1-15,0 0 3 0,6-5-10 0,-6 5 4 16,0 0-2-16,4-7 0 0,-4 7 7 15,0 0 1-15,3-7 9 0,-3 7 0 16,0 0 5-16,4-8 4 0,-4 8-4 0,0 0 0 16,2-7-15-16,-2 7 0 0,0 0 2 15,0 0 0-15,0 0-5 0,-2-10 0 0,2 10-3 16,0 0 2-16,0 0-4 0,-4-9 0 16,4 9 2-16,0 0 7 0,0 0-1 0,-7-7 4 15,7 7 2-15,0 0 8 0,-8-3-1 16,8 3 0-16,0 0-3 0,0 0 0 15,-11-4 4-15,11 4-4 0,0 0 0 16,-11-3 3-16,11 3 0 0,0 0-3 0,-13-3 7 16,13 3 3-16,0 0-4 0,-11-2 4 15,11 2-5-15,0 0 0 0,-13-3 2 16,13 3-7-16,0 0-2 0,-12-4-5 0,12 4-3 16,0 0 0-16,-11-2 0 0,11 2-2 15,0 0-1-15,0 0-3 0,-15-1-3 0,15 1 5 16,0 0-7-16,-15 0 3 0,15 0-2 15,0 0 0-15,0 0 2 0,-18 1-7 0,18-1 3 16,0 0 6-16,0 0-6 0,-16 0-2 16,16 0 1-16,0 0 6 0,-14 2-6 15,14-2 2-15,0 0-1 0,0 0 10 0,-17 2-11 16,17-2-1-16,0 0 2 16,-14 0-4-16,14 0 4 0,0 0-4 0,-13 3 4 15,13-3 1-15,0 0 4 0,-15 2-3 16,15-2 0-16,0 0-9 0,-11 3 2 0,11-3 6 15,-11 4-6-15,11-4 6 0,-9 3-5 16,9-3 1-16,-9 3 8 0,9-3-9 0,0 0 1 16,-12 6 2-16,12-6 2 0,-7 3 0 15,7-3-1-15,-10 4-2 0,10-4-3 0,-5 5 4 16,5-5-3-16,0 0 3 0,-10 3-4 16,10-3 3-16,0 0-2 0,-10 5 0 15,10-5 2-15,-5 4 2 0,5-4-3 0,0 0-2 16,-7 6 1-16,7-6-3 15,0 0 3-15,-7 7 1 0,7-7-1 0,-6 7 4 16,6-7 0-16,0 0-1 0,-1 9-5 16,1-9 3-16,-2 5 4 0,2-5-4 0,0 0 2 15,-2 10-3-15,2-10 0 0,-2 9 6 16,2-9-2-16,0 0-2 0,-2 10 1 0,2-10-4 16,0 0 5-16,0 13-7 0,0-13 11 15,0 6-5-15,0-6-2 0,0 0 1 16,0 11 1-16,0-11-2 0,2 8 8 15,-2-8-10-15,0 8 0 0,0-8-3 0,0 0 6 16,2 10 1-16,-2-10 0 0,0 10 6 0,0-10-5 16,2 7 0-16,-2-7-4 0,2 8-2 15,-2-8 4-15,1 8-3 0,-1-8-1 16,6 9 6-16,-6-9-1 0,5 10 4 16,-3-4-10-16,-2-6 6 0,3 8-2 0,1-1 3 15,0-2-2-15,-4-5-1 0,7 9-1 16,-3-4 6-16,-4-5 2 0,8 10 0 0,-4-6-3 15,-4-4-5-15,9 10 7 0,-4-7-5 16,-5-3-1-16,13 9 6 0,-8-6-3 0,1 2 11 16,-6-5-9-16,12 9-6 0,-1-6 8 15,-4 2-7-15,0-1 2 0,4-1-1 16,0 2-2-16,0-1 9 0,-1-1-4 16,1 1-4-16,0-2 2 0,1 1-3 0,-1-2-4 15,1 1 9-15,-12-2-2 0,17 2 0 16,-8-1 17-16,-9-1 5 0,16 2 11 15,-16-2 1-15,13 2 8 0,-13-2 1 0,12 2 4 16,-12-2-1-16,0 0 0 0,0 0-2 16,14 0-5-16,-14 0-5 0,0 0-20 0,0 0-16 15,0 0 0-15,20-4-33 0,-20 4-131 16,5-5-106-16,-5 0-127 0,6 0-155 0,-2-4-251 16,-1-1-39-16,4 0 85 0,-3-2-730 15,-1 0-935-15</inkml:trace>
  <inkml:trace contextRef="#ctx0" brushRef="#br0" timeOffset="54255.16">24459 4253 1096 0,'-3'-10'340'0,"3"10"-19"0,-9-10-8 16,7 3-2-16,2 7 0 0,-5-8-16 0,3 3-16 15,2 5-14-15,0 0 16 0,-7-11 4 16,7 11 5-16,-4-3-11 0,4 3-13 0,0 0-32 15,0 0-16-15,-8-7-18 16,8 7-21-16,0 0-18 0,0 0 13 0,0 0 18 16,0 0-12-16,13 19-13 0,0-5 3 15,7 6-10-15,1 6-14 0,10 4-9 16,-3 5-12-16,6 0-13 0,2 2-11 0,0 1-9 16,0 1-12-16,-1 0-1 0,0-4-8 15,-8-1-8-15,-2-8-8 0,-1 0-4 0,-9-4-1 16,0-5-8-16,-4-3-22 0,-3-2-20 15,2-2 0-15,-5-3 0 0,1 0 0 0,-3 0 0 16,2-2 0-16,-5-5 0 0,7 8 0 16,-7-8 0-16,6 4 0 0,-6-4 0 0,0 0 0 15,0 0-83-15,0 0-163 0,0 0-75 16,0 0-97-16,-21-16-102 0,10 11-117 0,-5 0-198 16,-3 4 53-16,0-1 87 15,-4 0-548-15,-1 4-704 0</inkml:trace>
  <inkml:trace contextRef="#ctx0" brushRef="#br0" timeOffset="54706.89">24635 4736 3384 0,'0'0'-8'0,"0"0"68"0,-10-7 67 15,10 7 46-15,-8-7 35 0,8 7 23 16,-2-7 17-16,2 7 3 0,0 0-14 0,0 0-12 16,0-10-4-16,0 10-11 0,0 0-9 15,24-2-11-15,-24 2-6 0,26 7-12 16,-4 0-12-16,0 0-9 0,8 1-15 0,4 3-14 15,-1 0-14-15,-1 1-9 0,0-5-4 16,-9 0-12-16,2 0-6 0,-3-2-11 0,-6-1-4 16,2 1-3-16,-5-3-2 15,-1-2-9-15,-12 0-1 0,22-2 8 0,-10 0 0 16,-3-2-8-16,0-4-2 0,2-1-2 16,-4-3-11-16,0-1-4 0,1-4-1 0,-5-4-1 15,0-1-7-15,1-3-2 0,-2-1-3 16,-2 3 0-16,0 0-12 0,0 1-18 15,-2 5-37-15,0 1-48 0,0 1-50 0,-1 5-53 16,0 3-43-16,3 7-57 0,-11-5-66 16,11 5-82-16,-16 2-88 0,16-2-112 0,-18 8-109 15,8-2 74-15,0 0-527 0,3-2-678 16</inkml:trace>
  <inkml:trace contextRef="#ctx0" brushRef="#br0" timeOffset="55622.36">23830 3666 3319 0,'0'0'-26'0,"-9"4"57"0,9-4 32 16,0 0 11-16,-10 2 54 0,10-2 40 0,0 0 26 15,0 0 17-15,0 0 5 0,0 0-1 16,27 8-4-16,-27-8-8 0,23 0-11 16,-23 0-8-16,25-6-16 0,-13 3-9 15,2-1-14-15,-3-1-5 0,0 0 8 16,0 3-2-16,0-4 2 0,-6-1-10 0,4 2-7 15,-6-2-7-15,-1-2-7 0,-2 1-13 16,0-1 3-16,-2-3-11 0,-1-3-15 0,-8-4-9 16,2 2-6-16,-2-1-6 0,-1 1-6 15,-1 2-9-15,1 1-2 0,-3 2-10 0,2 0-1 16,-4 1-5-16,1 5 4 0,1 0-12 16,4 3 2-16,-1 0-5 0,1-1-4 15,11 4-5-15,-15-3 2 0,7-1-3 0,8 4 1 16,-11-3 0-16,11 3 0 15,0 0 5-15,0 0 0 0,0 0 1 0,15-14 2 16,2 5-4-16,10-4 2 0,7 1-1 16,-3 0-5-16,1-1 0 0,1 2 2 0,-8 4-3 15,-7 2-3-15,1 3 4 0,-4-3 5 16,1 5 5-16,-1 0 4 0,0 6 0 0,-2-2 10 16,3 5 1-16,-1 3-11 0,-3 3-21 15,1 2 0-15,-1 0 0 0,-1-1 0 16,-2 3 0-16,1 1 0 0,-1 0 0 0,3-3 0 15,-4 2 0-15,-1 0 0 16,1-6 0-16,-5 3 0 0,5-4 0 0,-4-2 0 16,2 0 0-16,-1-1 0 0,-3-3 0 15,2 2 0-15,0-3 0 0,-3 1 0 0,-1-6-79 16,0 0-229-16,0 0-91 0,0 0-101 16,0 0-120-16,22-17-137 0,-19 7-63 0,3-2 86 15,-1-2-618-15,0 1-806 0</inkml:trace>
  <inkml:trace contextRef="#ctx0" brushRef="#br0" timeOffset="56005.75">24377 3282 3517 0,'0'0'-117'0,"0"0"61"15,0 0 49-15,0 0 51 0,0 0 35 16,-15 12 32-16,12-5 30 0,3-7 18 0,-1 16 14 15,1-5 5-15,0 2 4 0,0-2-6 16,1 1-1-16,6 0-9 0,-3 1-6 0,1-1-4 16,3 0-1-16,2 0-3 0,1-3 6 15,0-1-15-15,1-2-14 0,1-1-2 16,1-3-4-16,-1-1 0 0,-13-1-8 0,28-5 11 16,-10 0 12-16,-3 1 12 0,-2-6 6 15,0 2 7-15,-2-3 3 0,3-2 5 16,-6 0 1-16,-5-2-11 0,5-2-11 0,-6-1-14 15,-2-3-96-15,0 0-40 0,-2 3 0 16,-4 0 0-16,4 3 0 0,-3 1 0 16,-2 1 0-16,0 4 0 0,-2 1 0 0,1 4 0 15,-4 2 0-15,12 2 0 0,-24 4 0 16,12-2-83-16,-1 4-234 0,0 0-77 16,3-1-93-16,-1 1-111 0,6 1-132 0,-2-2-97 15,5-1 86-15,2-4-624 0,0 0-820 16</inkml:trace>
  <inkml:trace contextRef="#ctx0" brushRef="#br0" timeOffset="56406.37">24834 3124 3484 0,'0'0'-88'0,"0"0"69"15,0 0 48-15,0 0 38 0,-38 14 42 16,29-5 30-16,-1 3 7 0,1 0 9 0,1 2-5 16,2 1-7-16,0-2-5 0,1 3-6 15,3-4-10-15,2-1-8 0,2 1-6 0,2-1-5 16,-1-1 0-16,4 0 0 0,-2-1 6 16,5-1-2-16,1-4-4 0,1-1-7 15,-1-3-5-15,3 0-8 0,-14 0-4 16,28-6-5-16,-11 0 18 0,-3 0 15 0,-1-1-1 15,-2-2-9-15,1-1 14 0,-7-1 3 16,4-3-3-16,-7 1-8 0,2-3-9 16,-4 0-13-16,-4-1-11 0,1 0-4 0,-7-3-13 15,5 1-4-15,-5 4-11 0,0 1-26 16,-1 0-32-16,-1 6-30 0,-1 1-35 0,0 4-40 16,-2 1-49-16,-1 4-52 15,-1 1-77-15,-2 2-100 0,2 0-115 0,4 2-147 0,2-3-76 16,1-1 76-16,10-3-461 0,-8 0-593 15</inkml:trace>
  <inkml:trace contextRef="#ctx0" brushRef="#br0" timeOffset="56654.67">25145 2602 3140 0,'-6'-18'77'0,"1"3"78"0,-3 1 54 16,3 1 36-16,-2 5 26 0,4 1 0 0,-3 0-23 15,6 7-31-15,0 0-5 0,0 0 4 16,-23 18-13-16,16 3-17 0,-5 10-15 16,2 6-15-16,5 4-30 0,-1 1-7 15,4 3-12-15,1 1-11 0,1 2-17 16,0-3-52-16,3 0-42 0,5-7-54 0,-7 3-53 16,8-6-59-16,-6-7-68 0,-1-6-49 15,2-3-54-15,-2-3-54 0,2-5-55 0,-3-1-104 16,5-4-71-16,-4-2 48 0,-2-4-293 15,0 0-363-15</inkml:trace>
  <inkml:trace contextRef="#ctx0" brushRef="#br0" timeOffset="56805.22">25073 3138 2410 0,'-10'-6'47'0,"10"6"61"0,0 0 56 0,-6-7 45 16,6 7 28-16,0 0 12 0,-6-5-10 16,6 5-23-16,0 0-20 0,2-10-20 15,-2 10-20-15,10-9-26 0,0 4-52 16,1-2-62-16,-1 2-79 0,3 0-83 15,3 0-88-15,-3 0-95 0,-2 2-142 0,-1 1-128 16,-10 2 45-16,18 2-206 0,-6 1-251 16</inkml:trace>
  <inkml:trace contextRef="#ctx0" brushRef="#br0" timeOffset="57156.71">25476 3292 2061 0,'0'0'41'16,"2"-5"26"-16,-2 5 4 0,0 0 12 0,0 0 12 16,0 0 18-16,-32 19 10 0,1-1 4 15,-12 10-3-15,-5 4 7 0,-7 2 12 0,-19 19 10 16,-10-1 10-16,-10 9 20 0,-10 4 30 15,-39 20 15-15,-4-1 14 0,29-20 24 16,-4-3-4-16,-31 17 5 0,40-22-7 16,2-1-15-16,2 0-17 0,2-4-22 0,9-1-23 15,14-6-13-15,7-5-19 0,23-10-13 16,11-4-16-16,5-2-14 0,9-8-11 16,12-7-8-16,2 1-41 0,1-4-27 0,5 1-68 15,1-2-61-15,5-3-87 0,3-1-78 16,0 0-117-16,0 0-104 0,0 0-130 0,5-18-142 15,3 6 70-15,1 2-538 0,3-4-697 16</inkml:trace>
  <inkml:trace contextRef="#ctx0" brushRef="#br0" timeOffset="75903.16">13452 6545 586 0,'0'0'188'0,"0"0"-34"15,1-6-12-15,-1 6-28 0,0 0-15 16,0 0-13-16,0 0-15 0,0 0-11 0,0 0-1 15,0 0-8-15,0 0 1 16,0 0-1-16,0 0-2 0,0 0 2 0,0 0 7 16,0 0-1-16,0 0 2 0,0 0 5 15,0 0 0-15,0 0-2 0,0 0-1 16,0 0-2-16,-12 20-1 0,6-14-3 0,1 1-1 16,0 3-4-16,-1 0-5 0,-1 5-3 15,1-3-3-15,-2 1-3 0,1 1-1 0,-1 2-1 16,-1 1-7-16,1 0 0 0,-3 0-1 15,1-2-1-15,-2 2 2 0,3-1 2 0,2 0-2 16,-2-3-2-16,0 0-3 0,0 4-1 16,2-5-2-16,-2 1-2 0,4-1-1 15,-3-1-5-15,-1 3 5 0,3-1-5 0,-2-1 0 16,1 2-1-16,-1-1 1 16,0 1-3-16,1 0 0 0,-2-1-3 0,1 1 2 15,-2 3 0-15,3-2-2 0,-3 2-1 16,-2 1 3-16,7-4 0 0,-3-1-8 0,-1-1 3 15,3 0 1-15,-2 1-1 0,3-1 2 16,-3-1-4-16,5-2 3 0,-4 0 3 0,2 1-1 16,-1-3-4-16,2 5 3 0,1-4-3 15,-6 1 2-15,6 1-1 0,-3 0 0 16,1 2-1-16,-1-2-1 0,1 4 2 0,-4-2 0 16,4 0 0-16,-1 0 0 0,-1 0 1 15,-2 0-5-15,6 0 1 0,-5-2 1 16,5 1-1-16,-5-3 0 0,5 2 5 15,-4-1-3-15,3-1-4 0,-1 0 5 0,-1 0-1 16,3-1 0-16,-1-1 1 0,-3 2-1 16,6-1 1-16,-3-2-3 0,0 0 4 0,2 2-3 15,-1-2 0-15,-3 2 3 0,2-2-3 16,3 1-1-16,-6 0 4 0,3 1 0 16,3 0-5-16,-5 0 0 0,4-1 4 0,-2 3 0 15,-1-1-4-15,0 0 1 0,2 2 1 16,-3-3 3-16,2 3-3 0,3-3 0 0,-5 0 4 15,4 1-6-15,-2-1 4 0,4 0-5 16,-4-1 3-16,2 0 0 0,-2 2 0 0,2-1 2 16,1 1 1-16,-1-2-2 15,-2 2-1-15,0 1-1 0,3 1 3 0,-3 0-4 16,0-1 0-16,-1 1 5 0,2 0-5 16,-3 2 4-16,3-1-1 0,-3-1 3 15,2 0 0-15,1-1 2 0,-4 1 10 0,3 0 1 16,-1-1-1-16,1 2-1 0,1-3 7 15,-3 1-8-15,-1-1 11 0,2 1-6 0,-1 1 1 16,3-1 4-16,-3 1-5 0,1-1 2 16,-2-1 1-16,2 0-3 0,-1 1 3 15,1 1-2-15,-1-2 3 0,1 0 1 16,0 1-8-16,1-3 6 0,-1 4 7 0,1-6 8 16,-2 3-1-16,5 0 10 0,-6 0 1 15,3-1 0-15,4-6 7 0,-7 12 7 16,3-8-5-16,4-4-4 0,-5 9 3 0,5-9-2 15,-6 7-2-15,6-7-3 0,-4 7-4 16,4-7-2-16,-4 5-5 0,4-5-4 0,0 0 0 16,0 0-2-16,-6 8-5 0,6-8 2 15,0 0-4-15,-3 6-3 0,3-6-4 0,0 0 2 16,0 0 1-16,0 0-3 0,0 0-15 16,-4 6-20-16,4-6-23 0,0 0-37 15,0 0-43-15,0 0-51 0,0 0-69 0,0 0-99 16,0 0-165-16,0 0-50 0,0 0 54 15,0 0-233-15,9-25-226 0</inkml:trace>
  <inkml:trace contextRef="#ctx0" brushRef="#br0" timeOffset="82683.14">28766 4801 1854 0,'0'0'-52'0,"8"2"34"0,-8-2 32 15,0 0 29-15,0 0 28 0,0 0 24 16,13 2 19-16,-13-2 20 0,0 0 15 16,0 0 11-16,0 0 7 0,0 0-1 0,0 0 1 15,0 0 3-15,0 0-9 0,0 0 2 16,0 0-4-16,0 0-5 0,0 0 0 16,0 0 1-16,0 0-6 0,0 0 4 15,0 0-11-15,0 0-4 0,0 0-15 0,0 0-8 16,0 0-13-16,0 0-9 0,0 0-9 15,1-13-5-15,-1 13-6 0,0 0-2 0,0 0-6 16,-13-12 7-16,13 12-12 0,-5-9-3 16,-1 4-2-16,6 5-9 0,-12-8 4 15,9 4-8-15,-5-1-4 0,8 5-1 0,-14-7-5 16,9 2-3-16,-2 2-2 0,7 3-3 16,-16-7-4-16,8 4 2 0,8 3-5 0,-14-6-1 15,3 3 1-15,11 3-2 0,-14-5 1 16,2 3-1-16,1-1 0 0,0 1 2 15,-2 1-5-15,1-1 2 0,12 2 1 0,-25-5-1 16,14 1 2-16,-2 2-3 0,2 1 0 16,0-1-3-16,11 2 4 0,-21-5 0 15,12 3-4-15,9 2 9 0,-21-2-9 16,11-1-6-16,10 3 4 0,-21-3-2 0,21 3-2 16,-17 0-2-16,17 0-1 0,-19 3 4 15,19-3 1-15,-21 1-6 0,10 1 3 0,-1 2-2 16,12-4-1-16,-21 2 3 0,9-1-3 15,1 1 5-15,11-2-1 0,-19 3 0 0,10-1-1 16,9-2-4-16,-20 4 1 0,11-3 3 16,9-1-4-16,-18 4 3 0,7-2 0 15,0-1-4-15,-1 2 3 0,1-1 1 16,-3 2-2-16,1-1 2 0,2 0 10 16,-4 1-13-16,0-1 3 0,-1 1 1 0,1 1 2 15,2-2-2-15,-2 2-1 0,-1-1-2 16,5 1 1-16,-3-2 1 0,3 1-2 0,-2 1-1 15,1-2 5-15,1 2 1 0,-1-1 2 16,1 1 1-16,2-2 0 0,-3 3-3 16,2-3 6-16,-1 2-3 0,3-1-1 0,-1 1 1 15,0 0 0-15,-2 0-5 16,2-1 2-16,0 1 1 0,0-2 4 0,-2 3-6 16,4-2 0-16,-4 1 0 0,3 2 0 15,-2-2-2-15,3 1 0 0,-1 0 1 0,-2-1-2 16,3 1 0-16,0 0 4 0,-2 2-3 15,4-4 0-15,-3 2 0 0,3-1 10 0,-1 1 1 16,6-6 1-16,-8 10-2 0,4-5-9 16,-1 0 6-16,5-5-1 0,-8 9 2 15,5-3-1-15,3-6-3 0,-9 11 1 0,8-6-4 16,1-5 6-16,-6 11-5 0,2-3 3 16,1-2-3-16,-1 1-1 0,0 0 5 0,2 0-6 15,-2 0 5-15,2 1 0 0,-2 3-7 16,2-1 8-16,-1-2-5 0,3 4 3 15,-4-3-4-15,2 1 5 0,0 2-4 16,2-2 1-16,-2-1 2 0,2 1-5 0,0 0 4 16,-1 1 0-16,1-1-2 0,0 0 3 15,0-2 4-15,0 1 5 0,-2 1 7 0,2-2 1 16,2 1 0-16,-2-1-4 0,0 1 3 16,1 0-3-16,-1-1 4 0,2 1 6 15,0 1-7-15,0-3 6 0,2 1 4 0,-2 1-10 16,-1-1 3-16,3 1-3 0,3-1 7 15,-4 1-1-15,3 0-1 0,-2-3 2 0,-1 3 10 16,3-4-10-16,-3 4 6 0,4-3-4 16,-2 2 2-16,1-4 2 0,-2 3 9 0,1 0 0 15,1 0-4-15,-2 1 3 16,4-2-2-16,-3 1-5 0,3-1-7 0,-3 2 2 16,4-4-3-16,-4 4-3 0,2-1 2 15,-1-1-3-15,2 0-7 0,-2-1 2 0,-1 0-3 16,-5-5-1-16,12 9 3 0,-6-3 0 15,0-2 0-15,1 1 0 0,-2-2-6 16,-5-3 7-16,13 9-11 0,-8-6-8 0,-5-3 0 16,11 9 0-16,-7-7 0 0,-4-2 0 15,12 8 0-15,-7-4 0 0,-5-4 0 0,13 6 0 16,-3 0 0-16,-2-5 0 16,1 3 0-16,-2-1 0 0,-7-3 0 0,20 3 0 15,-13-1 0-15,-7-2 0 0,18 5 0 16,-18-5 0-16,15 4 0 0,-5-2 0 0,-10-2 0 15,15 3 0-15,-8-1 0 0,-7-2 0 16,16 5 0-16,-9-4 0 0,-7-1 0 0,18 5 0 16,-11-1 0-16,0-2 0 0,-7-2 0 15,18 5 0-15,-11-3 0 0,-7-2 0 16,18 5 0-16,-9-4 0 0,-9-1 0 0,20 2 0 16,-13 0 0-16,-7-2 0 0,18 2 0 15,-9 0 0-15,-9-2 0 0,16 1 0 0,-16-1 0 16,18 1 0-16,-18-1 0 0,16 0 0 15,-16 0 0-15,18 2 0 0,-18-2 0 16,18 2 0-16,-11 0 0 0,-7-2 0 16,18 1 0-16,-18-1 0 0,20 0 0 0,-9 0 0 15,-11 0 0-15,23 0 0 0,-9 0 0 16,-14 0 0-16,26-1 0 0,-12 1 0 0,-1-2 0 16,0 0 0-16,0 0 0 0,3 1 0 15,-5 0 0-15,-11 1 0 0,25-2 0 0,-12 2 0 16,-1-2 0-16,-12 2 0 0,18-2 0 15,-5 0 0-15,-13 2 0 0,22-1 0 16,-10-1 0-16,-1 0 0 0,1-1 0 0,1 1 0 16,-2-1 0-16,1 1 0 0,1-2 0 15,-1 3 0-15,-1-1 0 0,0 0 0 16,1-1 0-16,-1 1 0 0,-2-1 0 16,-9 3 0-16,22-3 0 0,-10-1 0 0,-1 2 0 15,-2-1 0-15,3 1 0 0,-1-1 0 16,-2-2 0-16,3 3 0 0,-3-1 0 0,4-1 0 15,-2 1 0-15,1-2 0 0,-2 1 0 16,0-1 0-16,1 2 0 0,-4-3 0 0,5 1 0 16,-4 0 0-16,1 0 0 0,-1 0 0 15,3 2 0-15,-3-3 0 0,-1 2 0 16,3-3 0-16,-2 3 0 0,-1-1 0 16,-1 0 0-16,2-1 0 0,-1 0 0 0,3 1 0 15,-5-1 0-15,4 2 0 0,-9 4 0 16,12-10 0-16,-6 3 0 0,0 2 0 0,2-2 0 15,-3 2 0-15,-1-2 0 0,2 2 0 16,-1-2 0-16,2 0 0 0,-4-1 0 16,1 1 0-16,2 0 0 0,-5-1 0 0,3-1 0 15,0 1 0-15,0-3 0 0,0 3 0 16,-2-1 0-16,0 1 0 0,-2-1 0 0,2 1 0 16,-1-1 0-16,-1-1 0 0,0 1 0 15,0-1 0-15,0 1 0 0,0-3 0 0,0 1 0 16,0-1 0-16,-1 0 0 15,1-1 0-15,0 1 0 0,-2 0 0 0,0 1 0 16,0 0 0-16,-2-2 0 0,3 2 0 16,-2 2 0-16,-1-3 0 0,0 2 0 0,3 0 0 15,-3 1 0-15,-2-1 0 0,3 0 0 16,-1 1 0-16,-3-1 0 0,2 0 0 0,-1 1 0 16,1-1 0-16,-1 0 0 0,0-1 0 15,-2 1 0-15,1-2 0 0,0 2 0 0,-4-3 0 16,2 2 0-16,0 1 0 0,-1-2 0 15,-1 2 0-15,0 1 0 0,-5-3 0 16,3 0 0-16,-5 3 0 0,2 1 0 16,-4 0 0-16,1 1 0 0,2 3 0 0,0-2 0 15,2 3 0-15,3-1 0 0,1 3 0 16,0-3 0-16,-1 2 0 0,4-1 0 16,1 1 0-16,7 2 0 0,-16-3 0 0,16 3 0 15,-13-2 0-15,13 2 0 0,-8-4 0 16,8 4 0-16,-9-1 0 0,9 1 0 0,-7-4 0 15,7 4 0-15,0 0 0 0,-16 0-582 16,16 0-350-16,-13 0-1 0,13 0 112 0,-20 0-853 16,20 0-1111-16</inkml:trace>
  <inkml:trace contextRef="#ctx0" brushRef="#br0" timeOffset="84965.96">25973 4511 4075 0,'0'0'-324'0,"0"0"39"15,0 0 58-15,0 0 48 0,0 0 40 16,0 0 35-16,-2 19 29 0,-7-11 23 0,6 3 18 16,-7 1 22-16,3-1 16 0,-1 3 11 15,-3 0 10-15,1-1 5 0,2-3 4 16,1 2 3-16,-1-5 0 0,3 3 1 16,-4-2-6-16,6-2-3 0,-3-1-5 15,3 1 0-15,3-6-3 0,-8 11-7 0,8-11 3 16,-5 5-12-16,5-5-27 0,0 0-23 15,-11 5-21-15,11-5-19 0,0 0-13 0,0 0-12 16,0 0-8-16,-11-15 1 0,10 7 11 16,1 8 1-16,-6-13 17 0,1 5 8 15,3 0 7-15,2 8 14 0,-1-13 15 0,1 8 23 16,0 5 8-16,-4-9 4 0,4 9 0 16,0 0 28-16,0 0 27 0,0 0 14 0,0 0 9 15,5-6 11-15,-5 6 14 0,0 0 5 16,0 0 1-16,34 8-3 0,-21-6-6 15,0 0-5-15,0 1-8 0,0-1-12 16,3-1-5-16,-1 1-7 0,-1 0-23 16,-1-2-34-16,1 1-46 0,-14-1-50 0,20 2-73 15,-12-2-86-15,-8 0-177 0,11 0-204 16,-11 0-135-16</inkml:trace>
  <inkml:trace contextRef="#ctx0" brushRef="#br0" timeOffset="87348.85">28010 5738 1686 0,'0'0'-54'0,"0"-10"19"0,0 10 4 0,0 0 21 16,-2-8 16-16,2 8 4 0,0 0 8 15,0-7-5-15,0 7-1 0,0 0-2 0,-2-6 1 16,2 6-1-16,0 0-2 0,0 0-4 16,0 0 4-16,0 0-1 0,-2-8-2 15,2 8 3-15,0 0-3 0,0 0 6 0,-17 18 0 16,5-7-2-16,-5 11 6 0,-3 7 7 16,-5 12 12-16,-4 10 0 0,-12 27 0 15,0 3-3-15,-9 12 0 0,1 9-7 16,-7 7 0-16,-3-5-4 0,4-1 1 0,-2-2-1 15,7-6 0-15,4-6-1 0,7-8-5 16,0-1-4-16,15-25 5 0,-1-2-4 0,4-5-15 16,-1-3-14-16,10-13-29 0,1-2-33 15,0-6-44-15,4-4-46 0,0-3-75 0,1-3-243 16,-1-4 7-16</inkml:trace>
  <inkml:trace contextRef="#ctx0" brushRef="#br0" timeOffset="90382.52">12011 8831 1300 0,'4'-5'-6'0,"-4"5"25"0,0 0 16 0,6-6 18 15,-6 6 15-15,0 0 12 0,3-5 5 16,-3 5 7-16,0 0-1 0,0 0 3 0,0 0 0 16,4-4 3-16,-4 4-1 0,0 0-4 15,0 0 2-15,0 0-4 0,0 0-2 0,0 0 14 16,0 0 11-16,0 0 7 0,0 0 4 15,0 0 7-15,-9 20 1 0,3-12-2 16,3 0-8-16,-4 2-4 0,1 5-4 0,-5-1-10 16,2 3-2-16,-1 1-9 0,-3 5-1 15,-1 4-4-15,3-5-5 0,2-3-7 16,-1 0-3-16,0 0-3 0,1-1-4 16,1-1 1-16,1-1-2 0,-1-1 2 0,3 1-3 15,-3-3-4-15,2 3-2 0,-2-3 0 16,3 2-6-16,-1-3-1 0,3 2-5 0,-4 1-4 15,2-1-5-15,-3 1-3 0,5 0-3 16,-5-1-2-16,3 0-4 0,0-1-3 0,1 1-2 16,-1 1 2-16,1-1-4 0,-2 0-2 15,5-1-3-15,-6 1 1 0,3-2-1 0,-1 1-3 16,1-1 3-16,2-1-1 0,-1-1 3 16,-3 2-3-16,1 1-4 0,2-1 0 15,-1 0 3-15,0 0-2 0,1 0-1 16,-1 0 2-16,0 2-4 0,1-2 1 0,-4-2 1 15,3 4-2-15,-1-2 0 0,1-1-3 0,1 1 1 16,-1 0 2-16,0-1-2 0,0-1-1 16,2 2 1-16,-4-2 0 0,2 1-2 15,3-1 1-15,-3 1-3 0,2-5 3 16,0 5-1-16,0-2-1 0,-1-2 0 0,1 3 3 16,-3 0-2-16,3 0 0 0,0-1-2 15,1-1 4-15,-3 1-5 0,2-2 3 0,0 1 0 16,0 2-3-16,-1 1 3 0,-1-4 1 15,2 3-1-15,-2 0-1 0,0 0 1 0,2-1 0 16,-2-1-1-16,2 3 0 0,-3-3 0 16,1 2-2-16,2 1 2 0,-1-1 0 15,-2-2-2-15,1 3 2 0,3-1 1 16,-5 0-2-16,4-3 4 0,-2 5-5 0,3-2 1 16,-5-1 2-16,4 2-4 0,-1-2 1 15,-2 0-1-15,1 2 4 0,0-2-1 0,3 1 0 16,-3 0-1-16,0 0 0 0,1 1-1 15,-2-3 4-15,1-1-1 0,2 1-3 0,-1-1 1 16,-1 0 1-16,2-2-2 0,0 0 4 16,2-5-1-16,-3 11 1 0,1-8-4 15,2-3 10-15,-4 10-1 0,4-10 2 0,-2 4 1 16,2-4 1-16,0 0-1 0,-3 8-1 16,3-8-1-16,0 0 0 0,-1 7 0 15,1-7-1-15,0 0 2 0,0 0 0 16,-4 6 0-16,4-6 5 0,0 0-3 0,0 0-3 15,0 0-1-15,0 0 1 0,0 0 2 16,-2 6-4-16,2-6 4 0,0 0 1 0,0 0-3 16,0 0-2-16,0 0 3 0,0 0-5 15,0 0-1-15,0 0-14 0,0 0-26 0,0 0-35 16,0 0-48-16,0 0-66 0,0 0-86 16,0 0-93-16,0 0-104 0,0 0-152 15,0 0-18-15,0-20 81 0,0 13-361 16,0 7-400-16</inkml:trace>
  <inkml:trace contextRef="#ctx0" brushRef="#br0" timeOffset="101731.96">27268 7931 2373 0,'0'0'-22'0,"0"0"42"16,10-4 37-16,-10 4 49 0,0 0 51 15,0 0 41-15,0 0 22 0,7-2 16 0,-7 2 5 16,0 0 4-16,0 0 0 0,0 0-9 16,0 0-4-16,0 0-2 0,0 0-13 15,0 0-12-15,0 0-5 0,0 0-18 0,0 0-7 16,0 0-5-16,0 0-5 0,0 0-2 16,0 0-11-16,0 0 2 0,0 0-5 15,0 0-12-15,0 0-16 0,0 0-10 16,0 0-13-16,-17-14-4 0,8 13-2 0,-3-3-12 15,0 2-4-15,0 0-6 0,-4-1-9 16,-3 0-3-16,2 3-6 0,-3-2-3 0,2 0-5 16,-2 0-5-16,2 2-2 0,-1 0-8 15,-1-1 4-15,5 1-6 0,-2 0 4 0,2 0-4 16,-1 0-3-16,3 0-1 0,-2 3-5 16,2-1 1-16,-3 1-3 0,-1 2 2 0,4-1-17 15,-2 1-1-15,-1 0 0 0,1 2 0 16,3 1 0-16,-1-2 0 0,2 2 0 15,-1 1 0-15,1-1 0 0,2 0 0 16,1-4 0-16,-2 5 0 0,3 1 0 0,0-3 0 16,-2 2 0-16,4 0 0 0,-1-1 0 15,1 2 0-15,1-1 0 0,-1 1 0 0,0 2 0 16,-1-1 0-16,3-1 0 0,-1 0 0 16,-2 2 0-16,3 0 0 0,-2-2 0 0,1 2 0 15,3-2 0-15,-3 3 0 0,0-3 0 16,0 2 0-16,3-2 0 0,-1 1 0 0,-2-1 0 15,1 2 0-15,1-1 0 0,1-1 0 16,-1 1 0-16,2-1 0 0,-2 2 0 16,0-1 0-16,0 1 0 0,2 0 0 0,-2-1 0 15,2 2 0-15,-2 0 0 0,2 0 0 16,0 1 0-16,-1-3 0 0,1 3 0 16,-2-2 0-16,2-1 0 0,0 2 0 15,-2 1 0-15,2-1 0 0,0 0 0 0,0-2 0 16,0 2 0-16,0-1 0 0,2-1 0 15,-2 1 0-15,2 0 0 0,-1 1 0 0,1-1 0 16,4 0 0-16,-4 0 0 0,1 2 0 16,2-2 0-16,1 1 0 0,-3-1 0 0,3 2 0 15,-1-2 0-15,4 0 0 16,-4 0 0-16,4 0 0 0,-1-2 0 0,2 0 0 16,-1 1 0-16,0-3 0 0,5-1 0 15,-3 1 0-15,2 0 0 0,5-4 0 0,-2 2 0 16,-2 0 0-16,4-4 0 0,-3 3 0 15,0-1 0-15,-2-2 0 0,0-1 0 0,3 3 0 16,-3-3 0-16,1 1 0 0,-1-2 0 16,1 2 0-16,-14-2 0 0,26 0 0 0,-15 0 0 15,4-2 0-15,1 0 0 0,-3 0 0 16,3-1 0-16,-2-2 0 0,6 1 0 0,-4-1 0 16,-2 1 0-16,2 0 0 0,1-3 0 15,-2 2 0-15,0 0 0 0,1 0 0 0,0-2 0 16,-2 3 0-16,1-4 0 15,-1 3 0-15,1 0 0 0,-1-2 0 0,-3 2 0 16,3 0 0-16,-3-1 0 0,0 1 0 16,0 0 0-16,-1-2 0 0,1 2 0 0,-4-2 0 15,5-1 0-15,-2 1 0 0,1-3 0 16,-1 1 0-16,-3-1 0 0,3 0 0 0,0-2 0 16,-3-1 0-16,0 1 0 0,4-1 0 15,-4 1 0-15,-1-1 0 0,1 1 0 0,-2-2 0 16,4 1 0-16,-4-1 0 15,1 1 0-15,-2 1 0 0,-1-4 0 0,3 3 0 0,-2-1 0 16,-2-1 0-16,2-1 0 0,-2 1 0 16,0-2 0-16,0 0 0 0,-2-3 0 15,0 2 0-15,-2-3 0 0,0-2 0 16,-2 0 0-16,0 0 0 0,-2 3 0 0,-1-1 0 16,-3 1 0-16,3 3 0 0,-3-1 0 15,-1 3 0-15,-3 2 0 0,3 4 0 0,-9-1 0 16,7 3 0-16,-4 2 0 0,-2 1 0 15,2 2 0-15,-2 0 0 0,2 2 0 0,-3 0 0 16,2 2 0-16,-1 0 0 0,2 2 0 16,-1-3 0-16,5 3 0 0,0-3 0 0,2 3 0 15,-3-2 0-15,4 1 0 16,-1-1-638-16,11-2-272 0,-12 0-1 0,12 0 105 16,0 0-869-16,0 0-1112 0</inkml:trace>
  <inkml:trace contextRef="#ctx0" brushRef="#br0" timeOffset="118876.37">31491 5888 4113 0,'0'0'-293'0,"0"0"55"15,0 0 56-15,0 0 48 0,0 0 48 16,-29-2 41-16,29 2 24 0,-34 3 21 16,15 1 10-16,-2 1 10 0,2-1 3 15,2-1 8-15,1-1 5 0,3-1 8 0,4 1 3 16,9-2 15-16,-15 4 1 0,15-4 6 15,-12 2-3-15,12-2-13 0,0 0 5 16,0 0-12-16,0 0-5 0,0 0-2 0,0 0-6 16,0 0-8-16,15-21 0 0,-15 21-3 15,9-7-22-15,-9 7-36 0,11-3-39 0,-11 3-40 16,0 0-35-16,9-2-44 0,-9 2-55 16,0 0-90-16,0 0-149 0,0 0-8 15,0 0-111-15,0 0-107 0</inkml:trace>
  <inkml:trace contextRef="#ctx0" brushRef="#br0" timeOffset="120042.96">11051 13851 1862 0,'0'0'88'0,"0"0"12"0,0 0 17 0,0 0 24 16,0 0 21-16,0 0 19 0,-8-4 14 15,8 4-7-15,0 0 5 0,0 0 8 0,11-11-5 16,-2 2-15-16,5-3-15 0,6-7-16 16,2-3-16-16,5-1-16 0,5-6-22 0,0 0-60 15,1 0-85-15,-7 5-94 16,1 3-89-16,-4 2-113 0,-1 4-129 0,-8 6-111 15,-3 8 57-15,-4 2-203 0,-1 8-223 0</inkml:trace>
  <inkml:trace contextRef="#ctx0" brushRef="#br0" timeOffset="120242.95">11271 14076 2409 0,'-3'10'283'0,"-1"-7"19"15,4-3 16-15,-2 9 18 0,2-9 5 16,0 0-2-16,0 0-21 0,0 0-5 0,0 0-25 15,0 0-26-15,0 0-29 0,32-22-21 16,-14 11-19-16,-3-1-24 0,2-1-51 0,-2-1-68 16,3 0-73-16,-4 2-65 0,2-1-70 15,-3 1-75-15,1 1-88 0,-3 1-84 16,-4 2-108-16,-3-1-199 0,3 1 40 16,-6 2 83-16,-1 6-353 0,0 0-422 0</inkml:trace>
  <inkml:trace contextRef="#ctx0" brushRef="#br0" timeOffset="121942.2">9600 12332 2729 0,'-2'10'74'16,"2"-4"33"-16,0-6 39 0,-2 6 23 16,2-6 0-16,0 0 0 0,0 0 2 15,0 0 6-15,8-34-1 0,0 3-11 0,5-7-4 16,5-13-10-16,4-2-9 0,1-8-11 16,2 0-11-16,7-14-9 0,-5 12-13 0,-4 2-8 15,1 0-12-15,-3 6-6 0,1 1-25 16,-6 7-33-16,-4 11-44 0,-3 3-48 0,1 8-65 15,-6 7-85-15,0 4-80 16,-4 2-112-16,0 5-155 0,-2 2-47 0,2 5 62 16,-10-2-292-16,10 2-335 0</inkml:trace>
  <inkml:trace contextRef="#ctx0" brushRef="#br0" timeOffset="122210.35">9743 11464 2573 0,'0'-19'98'0,"2"4"23"16,4 1 23-16,-3 1 7 0,8 0 16 16,-2 2 4-16,2-1 5 0,6 3 3 15,3-2 0-15,2 6-12 0,3 2-13 16,-4 1-8-16,-1 4-16 0,5 3-10 0,-1 2-12 16,-7 3-3-16,3 8-6 0,0 2-8 15,-4 6-7-15,-4 0-7 0,-6 1-12 16,-4-3-2-16,2 2-7 0,-4-1-7 0,-4 1-8 15,2-1-23-15,-4-2-40 0,3 0-18 16,-6-3-34-16,4 0-50 0,-1-5-59 0,-1-2-49 16,1-3-60-16,-4-1-81 0,5-3-109 15,-3-2-131-15,8-4 53 0,-7 0-303 16,7 0-347-16</inkml:trace>
  <inkml:trace contextRef="#ctx0" brushRef="#br0" timeOffset="122926.94">12003 11660 2165 0,'0'0'-55'0,"8"-4"22"15,-8 4 26-15,0 0 35 0,0 0 34 0,10 0 34 16,-10 0 33-16,0 0 26 0,0 0 28 15,0 0 11-15,0 0 6 0,5-5 13 0,-5 5-15 16,-2-9-13-16,2 9-15 0,-2-13-7 16,-1 1-2-16,-3-4-6 0,-2-5-8 0,-5-8-5 15,-2-3-11-15,-6-13-1 16,0 1-12-16,-6-5-10 0,-2-2-13 0,2-2-5 16,0 2-6-16,0 7-3 0,2 1-1 15,7 14 0-15,2 0 0 0,2 12-3 0,5 0-10 16,1 5-13-16,3 2-3 0,-2 3-7 15,4 4-8-15,3 3-2 0,0 0-5 16,0 0-1-16,-10 20-3 0,10-5 1 0,2 3-11 16,-2 1 4-16,2 4-3 0,-2-3 1 15,0-2-5-15,-2-1 3 0,2-2-2 16,0-3 1-16,0-1 3 0,0-3-3 16,0 0 10-16,-2-4 5 0,2-4-4 0,0 0-5 15,0 0-5-15,0 0 3 0,-13-26-1 16,7 5-2-16,-1-12-2 0,-1-5-3 0,-2 1 1 15,3 2-4-15,-1-1 1 0,5 11 2 16,-5 5-4-16,5 4 2 0,3 6-11 0,-1-1 2 16,1 3 0-16,1 4-2 0,-1 4-1 15,0 0 4-15,0 0-2 0,22 14 1 0,-10-3-1 16,-3 1-3-16,6 3-1 0,-3-2-20 16,1 0-15-16,1 0-30 0,-2-1-31 15,-1 0-39-15,0-3-44 0,-2-1-35 16,-2-1-36-16,2-2-43 0,-2-2-54 0,-7-3-65 15,0 0-69-15,17-8-124 0,-13 1 24 16,0 1-353-16,-2-2-418 0</inkml:trace>
  <inkml:trace contextRef="#ctx0" brushRef="#br0" timeOffset="123558.51">11094 9694 2644 0,'-15'15'134'0,"-1"-6"13"0,5-1 13 16,2-2 12-16,2 0 5 0,-2-4 14 0,4 2 19 15,5-4 1-15,0 0-14 0,0 0-22 16,-2-18-16-16,13-9-16 0,12-14-14 0,4-5-12 16,7-5-10-16,12-18-16 0,-2 1-10 15,-4 0-38-15,0-3-37 0,-7 14-51 0,-5-2-73 16,-3 4-72-16,-3 1-56 0,0 2-51 15,-10 5-49-15,-3 13-47 0,-5 6-66 16,-4 7-100-16,-4 4 46 0,-2 3-211 0,0 6-216 16</inkml:trace>
  <inkml:trace contextRef="#ctx0" brushRef="#br0" timeOffset="123842.07">11282 8816 2063 0,'1'-5'46'0,"3"-2"28"16,0 0 18-16,3-1 11 0,2 1 10 0,3 0 24 15,3 2 2-15,1 0 6 16,0 2-1-16,2 3 5 0,1 3-6 0,0 0-1 16,2 4-3-16,0 3-3 0,-4 2 1 15,2-1-9-15,-6 3 2 0,1 1-7 0,-5 1-11 16,3 0-10-16,-6 1-12 0,0 0-8 15,-3 1-10-15,-1-1-11 0,0-3-30 0,-2 0-30 16,-2-1-34-16,0 3-52 0,0-3-61 16,1 0-55-16,-3-3-72 0,-3-2-94 0,0-1-148 15,1 0-45-15,-3-2 55 0,6 1-226 16,3-6-223-16</inkml:trace>
  <inkml:trace contextRef="#ctx0" brushRef="#br0" timeOffset="140057.31">17189 11380 2601 0,'0'0'320'0,"-6"3"5"0,6-3 29 0,0 0 44 16,0 0 33-16,-4 7 9 0,4-7-8 16,0 0-9-16,0 0-14 0,0 0-18 0,0 0-30 15,0 0-43-15,36-23-24 0,-13 3-44 16,1 0-22-16,0-3-12 0,1 1-216 0,-1 0 0 16,-2 0 0-16,1-5 0 0,-3 4 0 15,1 3 0-15,-6 3 0 0,-3 1 0 0,-4 3 0 16,-1 1-135-16,-2 2-177 15,-2 3-76-15,1-1-61 0,-4 4-53 0,0 4-66 16,0 0-83-16,0 0-86 0,0 0 58 0,-25 23-603 16,11-5-742-16</inkml:trace>
  <inkml:trace contextRef="#ctx0" brushRef="#br0" timeOffset="140277.43">17312 11439 3718 0,'0'6'152'0,"0"-6"50"16,0 0 61-16,0 0 70 0,0 0 32 0,0 0 19 15,0 0-1-15,37-19-2 0,-22 7-33 16,3-1-17-16,4-8-30 0,3 1-28 0,0-1-26 16,-2 4-21-16,-1-2-32 0,-1 2-104 15,-1 3-90-15,-6 2 0 0,-2 3 0 0,1 1 0 16,-2 1 0-16,0 2-102 16,-4 0-157-16,0 0-58 0,-3 1-79 0,-4 4-68 15,8-3-75-15,-8 3-102 0,0 0-132 16,0 0 72-16,0 0-659 0,0 0-815 0</inkml:trace>
  <inkml:trace contextRef="#ctx0" brushRef="#br0" timeOffset="149854.03">14622 9003 2145 0,'9'-10'63'15,"1"2"-11"-15,-5 1 0 0,2 3-8 16,-4-1-12-16,-3 5-11 0,8-5-4 0,-8 5-2 16,11-1-6-16,-11 1-1 0,17 3 4 15,-6 0-20-15,7 6-30 0,7 6-52 0,2 6-68 16,-3 3-75-16,1 0-428 0,0 3-157 16</inkml:trace>
  <inkml:trace contextRef="#ctx0" brushRef="#br0" timeOffset="150038">15673 9509 2073 0,'4'4'131'0,"3"-2"-1"0,-7-2-13 16,5 4-16-16,-5-4-11 0,0 0-4 15,6 6-12-15,-6-6-22 0,5 5-41 0,1 0-59 16,4 4-83-16,-1 1-115 0,11 2-229 15,2 7-194-15,6 0-163 0</inkml:trace>
  <inkml:trace contextRef="#ctx0" brushRef="#br0" timeOffset="150189.87">16581 9827 1985 0,'14'3'93'0,"-5"-1"22"0,-4-1 30 15,-5-1 30-15,0 0 7 0,12 4 6 16,-12-4-7-16,0 0-17 0,0 0-22 0,0 0-29 15,0 0-61-15,0 0-73 0,0 0-94 16,11-7-112-16,-11 7-142 0,0-11-149 0,2 3 46 16,-2-4-145-16,2-1-115 0</inkml:trace>
  <inkml:trace contextRef="#ctx0" brushRef="#br0" timeOffset="150768.84">15528 6749 1675 0,'-3'-7'-31'16,"3"7"29"-16,-6-9 17 0,4 4 14 0,2 5 9 15,-1-8-1-15,1 8-5 16,-2-7-9-16,2 7-1 0,0 0-2 0,0 0 0 0,0 0 1 16,0 0-3-16,0 0-4 15,25 27 2-15,-12-1-20 0,2 8-44 0,4 11-66 0,0 8-114 16,2 7-301-16,0 7-31 15</inkml:trace>
  <inkml:trace contextRef="#ctx0" brushRef="#br0" timeOffset="150969.63">16581 7846 1682 0,'0'0'113'0,"0"0"11"0,0 0 7 0,3-8 0 0,-3 8-10 15,0 0-13-15,0 0-12 16,-3-9-11-16,3 9-9 0,0 0-15 0,0 0-50 16,0 0-33-16,0 0-50 0,0 0-67 15,0 0-84-15,0 0-163 0,0 0-259 0,17 3-143 16</inkml:trace>
  <inkml:trace contextRef="#ctx0" brushRef="#br0" timeOffset="154603.07">12847 8969 1844 0,'0'0'92'0,"6"-6"14"16,-6 6 1-16,5-6 12 0,-5 6 12 0,0 0 4 15,0 0 15-15,3-5 20 0,-3 5 12 16,0 0-4-16,0 0-5 0,2-8-13 0,-2 8-10 15,0 0-9-15,0 0-5 0,0 0-4 16,0 0-2-16,0 0-4 0,4-4 1 0,-4 4-2 16,0 0-4-16,0 0-5 0,0 0-3 15,0 0-10-15,0 0 4 0,0 0 16 16,0 0 3-16,0 0-3 0,0 0-14 16,18 14-5-16,-8-7-2 0,0 1-5 0,-1 2-10 15,7 4-3-15,-3 1-6 0,6 4-15 16,4 4-1-16,-3-1 0 0,3 3 0 0,2-2-8 15,4 8 8-15,-2-6 31 0,3 6-5 16,-1 2 10-16,-4-7-13 0,-1 0-2 16,-1-1-11-16,-2 4 11 0,2-3-5 15,-2 1-4-15,0-2-2 0,-2-2-3 0,2-1 2 16,-4-1-5-16,-4-5-7 0,1-1-7 0,-1-1 0 16,-3-5-8-16,-1 3-3 15,1-4 0-15,-3 1-5 0,1-3-4 0,-2 1-4 16,-1-1-3-16,-1-1 5 0,0 0-10 15,-1 0 4-15,-3-5-5 0,7 7 4 0,-3-4 0 16,-4-3-6-16,3 5-4 0,-3-5-5 16,4 7-8-16,0-1 0 0,-4-6 0 0,3 9 0 15,1-3 0-15,-2 0 0 0,3-2 0 16,-4 4 0-16,3 0 0 0,-2-2 0 0,4 3 0 16,-5-1 0-16,3 4 0 15,2-3 0-15,-5 2 0 0,4 1 0 0,1-2 0 0,-3 4 0 16,3-1 0-16,-1-1 0 15,-1 2 0-15,4-1 0 0,-2 1 0 0,1 0 0 0,-1 0 0 16,-1 0 0-16,2 1 0 16,0-1 0-16,-1-1 0 0,-1-1 0 0,3 2 0 15,-4-4 0-15,2 1 0 0,0-1 0 16,-3 1 0-16,3-3 0 0,-4 0 0 0,1 2 0 16,0-5 0-16,-1 5 0 0,2 4 0 15,-3-5 0-15,-1 2 0 0,0 3 0 0,0-2 0 16,0 0 0-16,-1 0 0 0,-1-1 0 15,0 0 0-15,2-1 0 0,0-1 0 16,-2-3 0-16,-1 3 0 0,3-4 0 16,0-5 0-16,-2 12 0 0,2-7 0 0,0-5 0 15,0 9 0-15,0-9 0 0,-1 9 0 16,1-9 0-16,0 8 0 0,0-3 0 0,0-5 0 16,1 12 0-16,-1-7 0 0,2 0 0 15,1 3 0-15,1-1 0 0,-1-1 0 16,1 0 0-16,4 4 0 0,-5-3 0 0,7 1 0 15,-2 2 0-15,1 1 0 0,3-1 0 16,1 0 0-16,-2 0 0 0,5 1 0 0,-3-1 0 16,1-1 0-16,0-1 0 0,0 0 0 15,1-2 0-15,1-1 0 0,-3-2 0 0,0-1 0 16,2 2 0-16,-1-4 0 16,1 0 0-16,1 0 0 0,-2 0 0 0,-3-2 0 15,5 2 0-15,-3-2 0 0,1 2 0 16,-3 0 0-16,-2 0 0 0,-9 0 0 0,20 0 0 15,-20 0 0-15,19 0 0 0,-10 0 0 16,-9 0 0-16,23 2 0 0,-10-2 0 0,3 0 0 16,1 2 0-16,-2-2 0 0,7 1 0 15,-8-1 0-15,8 2 0 0,-4-2 0 0,3 2 0 16,3 0 0-16,-6-1 0 0,3-1 0 16,0 2 0-16,-2 1 0 0,-2-1 0 0,1 0 0 15,-1-1 0-15,-2 1 0 0,0 1 0 16,-1-1 0-16,3 2 0 0,-3-3 0 0,-2 3 0 15,3-2 0-15,3 3 0 0,-2-4 0 16,-2 4 0-16,4 0 0 0,-2 0 0 16,2-1 0-16,0 1 0 0,0 0 0 15,1 1 0-15,4 0 0 0,-4 1 0 0,0-2 0 16,2 2 0-16,-4-1 0 0,6 2 0 16,-6-1 0-16,2-1 0 0,-4 0 0 15,5 0 0-15,-6-2 0 0,4 3 0 0,0-4 0 16,-4 2 0-16,6-1 0 0,-6 0 0 15,4 0 0-15,-1 2 0 0,-2-3 0 16,4 0 0-16,-2 0 0 0,-2 3 0 16,6 0 0-16,-1-1 0 0,-4-2 0 0,2 3 0 15,0-3 0-15,-4 1 0 0,6 0 0 16,-6 0 0-16,2 1 0 0,1-2 0 0,0 1 0 16,-2-1 0-16,5 1 0 0,-6-1 0 15,2-2 0-15,3 1 0 0,-2 2 0 0,2-3 0 16,0 0 0-16,0 2 0 0,3-3 0 15,-4 2 0-15,3-1 0 0,1-1 0 0,0 2 0 16,-3 0 0-16,2 0 0 0,0-2 0 16,-2 1 0-16,2-1 0 0,-2 4 0 0,0-4 0 15,3 1 0-15,-6 1 0 0,4 1 0 16,-1-3 0-16,-1 0 0 0,2 2 0 0,-2 0 0 16,4 0 0-16,-1-1 0 15,-5-1 0-15,7 2 0 0,-1 0 0 0,-4-2 0 16,3 1 0-16,1 1 0 0,-6 0 0 15,6 0 0-15,-5-1 0 0,2 1 0 0,-4 0 0 16,-2 0 0-16,5 2 0 0,-5-3 0 16,2 0 0-16,-2 1 0 0,3 0 0 15,1-1 0-15,-2 1 0 0,4 0 0 0,0-1 0 16,4-1 0-16,2 2 0 0,1-2 0 0,1 2 0 16,0 0 0-16,0-1 0 0,-4 1 0 15,2 0 0-15,-1 0 0 0,2-1 0 0,-4 1 0 16,3 0 0-16,-4-1 0 0,-1 1 0 15,5 0 0-15,-2 2 0 0,0-4 0 16,1 1 0-16,3 2 0 0,-2 0 0 16,0-2 0-16,4 2 0 0,-2-3 0 0,-4 4 0 15,4-3 0-15,2 1 0 0,0 1 0 16,-3-1 0-16,1 2 0 0,2-1 0 16,-2 0 0-16,-1 2 0 0,1-1 0 0,-3-1 0 15,11 4 0-15,-4-1 0 0,-5-2 0 16,9 0 0-16,-8 1 0 0,10 0 0 0,-1 1 0 15,-5-1 0-15,7-1 0 16,-10 0 0-16,8 0 0 0,0 1 0 0,-2-1 0 0,-8 0 0 16,-1 0 0-16,0 0 0 15,-1 1 0-15,1-2 0 0,-1 2 0 0,1-1 0 16,0-2 0-16,-2 4 0 0,4-2 0 16,-2-2 0-16,1 2 0 0,1 0 0 0,-2-2 0 15,2 1 0-15,-1-3 0 0,-1 4 0 16,0-4 0-16,-4 2 0 0,0 2 0 0,-2-4 0 15,-6 2 0-15,0 0 0 0,3-1 0 16,-16-1 0-16,16 0 0 0,-16 0 0 0,16 1 0 16,-16-1 0-16,11 3 0 0,-11-3 0 15,0 0 0-15,14 0 0 0,-14 0 0 16,0 0 0-16,0 0 0 0,0 0 0 16,0 0 0-16,-4-15 0 0,-6 6 0 0,-5-5 0 15,-8-3 0-15,-2-3 0 0,3-1 0 16,-5 1 0-16,2 3 0 0,1-3 0 0,-3 3 0 15,2 2 0-15,4 3 0 0,2 1 0 16,0 3 0-16,2-1 0 0,1 1 0 0,3 2 0 16,2 0 0-16,1 2 0 0,5-1 0 15,5 5 0-15,-15-7 0 0,8 4 0 0,7 3 0 16,-7-5 0-16,7 5 0 0,0 0 0 16,-7-6 0-16,7 6 0 0,0 0 0 15,0 0 0-15,0 0 0 0,23 13 0 16,-9-7 0-16,0 1 0 0,8 2 0 0,0-1 0 15,6 4 0-15,1 0 0 0,0 2 0 16,-3-1 0-16,-3 0 0 0,-6-3 0 0,1 1 0 16,-5 0 0-16,-2 0 0 0,-3-2 0 15,-2 6 0-15,-5 0 0 0,1 2 0 0,-4-1 0 16,-5 3 0-16,-3 10 0 0,-5 0 0 16,-2-2 0-16,-7 2 0 0,4-2 0 0,-3-2 0 15,4-3 0-15,6-7 0 0,2-2 0 16,0-3 0-16,4-2 0 0,2 0 0 0,-1-2 0 15,-1 0 0-15,4-1 0 0,-3-1 0 16,4 2 0-16,2-6 0 0,-9 7 0 0,4-4 0 16,-4 1 0-16,2-2 0 15,0 2 0-15,7-4 0 0,-14 3 0 0,6-1-234 16,8-2-617-16,0 0-88 0,0 0 98 16,-18-5-970-16,18 5-1240 0</inkml:trace>
  <inkml:trace contextRef="#ctx0" brushRef="#br0" timeOffset="165334.88">25937 3962 995 0,'-5'4'362'0,"-3"1"-85"0,1-2-37 16,2 3-20-16,-6-2-19 0,11-4-10 0,-13 6-9 15,1-3-3-15,5 0 6 0,7-3-3 16,-15 5-7-16,15-5-5 0,-12 6-7 16,12-6-6-16,-9 3-2 0,9-3-3 0,0 0 2 15,-9 3 4-15,9-3-2 0,0 0-7 16,0 0-1-16,0 0-5 0,0 0-8 16,30-23-7-16,-5 5-6 0,1-1-18 15,9-9-8-15,1 0-3 0,6-3 1 0,-3 0-3 16,8 4 2-16,-6-2-7 0,4 0 0 15,-6 1-6-15,1 5-13 0,-9 4-3 0,-5-1-1 16,1 3 0-16,-2-2-5 0,0 1 3 16,-2-1-2-16,-1 0-5 0,1 0 1 15,2-1-8-15,0 1-2 0,4-3-2 0,3-7 5 16,4 4 3-16,2-2-7 0,2 1-3 16,-1-2-10-16,0 5 2 0,-1-3-1 15,-5 7-5-15,-5 0-9 0,1 1 0 16,-2 4 1-16,-10-1-1 0,0 8-1 0,-5-5-6 0,1 4 4 15,-2 0-1-15,-1-3 6 16,5-3-5-16,-3 1-5 0,3-3-2 0,-1 3-1 16,-2-3 9-16,8-6-11 0,-2 2 2 15,4-1-2-15,-3 1-1 0,-1-1-3 0,0 5-5 16,-3 3 3-16,-1-1 0 0,0 1 6 16,0-1-10-16,1 1 5 0,-6 5-1 0,1-2 1 15,2-1 8-15,-5 4-4 0,3-2-8 16,-1-1 1-16,1 0 1 0,2 3-1 15,-3-5 4-15,7 0 6 0,-4 1-12 0,3-1 3 16,3-2 7-16,-2 2-14 0,-4-2 9 16,8 0 1-16,-5 1-1 0,0 1-2 15,-4-2-3-15,4 1 7 0,-3 5-3 16,-3-1 0-16,-1 1 10 0,2 2-5 0,-3-1 6 16,-1 0 4-16,-1 0 1 0,4 1 3 15,-4 0 1-15,1 0-5 0,-1 1 0 0,-1 0 17 16,3 1-7-16,-4 0 1 0,-3 4 1 15,10-9 8-15,-9 5 2 0,-1 4 3 0,8-4-1 16,-8 4 1-16,5-6-2 0,-5 6 7 16,5-5-5-16,-5 5 1 0,0 0-3 0,5-4-2 15,-5 4-5-15,0 0-10 0,0 0-20 16,0 0 0-16,6-4 0 0,-6 4 0 16,0 0 0-16,0 0 0 0,0 0 0 15,4-6 0-15,-4 6 0 0,0 0 0 0,0 0 0 16,0 0 0-16,0 0 0 0,0 0 0 15,0 0 0-15,0 0 0 0,0 0 0 16,0 0 0-16,0 0 0 0,0 0-242 0,0 0-171 16,0 0-148-16,-33 8-162 0,16 1-173 15,-2 3 84-15,-7 5-733 0,-1 3-990 0</inkml:trace>
  <inkml:trace contextRef="#ctx0" brushRef="#br0" timeOffset="167350">28583 3324 3899 0,'-1'-11'-186'0,"-2"5"47"15,3 6 42-15,-10-12 40 0,9 9 40 0,1 3 33 16,-10-9 33-16,5 4 30 0,5 5 0 0,-7-10 16 15,7 10 9-15,-2-8 5 16,2 8 9-16,0 0 5 0,-3-6 7 0,3 6 10 16,0 0 3-16,-2-6 3 0,2 6 0 15,0 0-3-15,0 0 3 0,0 0-3 16,0 0 4-16,0-11-3 0,0 11 5 0,0 0-11 16,0 0 5-16,0 0-8 0,0 0-13 15,0 0-9-15,0 0-15 0,0 0-17 0,0 0-8 16,0 0-2-16,0 0 8 0,0 0 5 15,0 0 1-15,-9 27-2 0,9-13 9 0,2 3 7 16,-2 2 3-16,1 5-2 0,3 2-1 16,0 8-5-16,-1 4-3 0,4-1-3 15,-3 2-5-15,-1 0 0 0,3-1-2 16,-2 3 1-16,-1-1-42 0,3-3-40 16,0 2 0-16,-2-1 0 0,-2 0 0 0,0-2 0 15,1-7 0-15,-1 5 0 0,2 0 0 16,0-2 0-16,-3-9 0 0,1 1 0 0,3 1 0 15,-3 0 0-15,2-3 0 0,-3 2 0 16,-1-3 0-16,4-1 0 0,-2 0 0 0,0-2 0 16,0 1 0-16,-1-2 0 0,3-1 0 15,-2-5 0-15,0 3 0 0,0-4 0 0,0 3 0 16,-2-5 0-16,0 0 0 16,2-3 0-16,-2-5 0 0,0 12 0 0,0-12 0 15,4 12 0-15,-4-12 0 0,2 6 0 16,-2-6 0-16,0 7 0 0,0-7 0 0,0 0 0 15,0 0 0-15,2 7 0 0,-2-7 0 16,0 0 0-16,0 0 0 0,0 0 0 0,0 0 0 16,0 0 0-16,0 0 0 0,0 0-155 15,-16-19-780-15,12 14-27 0,4 5 108 16,-2-5-943-16,2 5-1227 0</inkml:trace>
  <inkml:trace contextRef="#ctx0" brushRef="#br0" timeOffset="168383.78">29319 4638 4502 0,'0'0'-176'16,"0"0"63"-16,0 0 44 0,-23 4 53 0,23-4 52 15,0 0 58-15,0 0 42 0,0 0 27 16,0 0 15-16,-13-2 16 0,13 2 10 15,0 0 17-15,0 0 8 0,0 0-4 16,0 0-6-16,0 0-19 0,0 0-15 0,0 0-15 16,0 0-7-16,0 0-8 0,0 0-11 15,45-5-13-15,-29 3-9 0,2 2-10 0,3 0 4 16,10 0 0-16,12 2-1 0,2-1-4 16,0 1-9-16,3 2-10 0,-1-4-10 15,1 4-34-15,-5 0-48 0,0 0 0 0,-5-3 0 16,-9 3 0-16,-6-3 0 0,-5 3 0 15,-2-2 0-15,-1-2 0 0,-2 1 0 0,0-1 0 16,-13 0 0-16,22 1 0 16,-8 2 0-16,-2-3 0 0,-1 0 0 0,7 0 0 0,-3 0 0 15,6 0 0-15,0 0 0 16,0 3 0-16,2-3 0 0,-2 1 0 0,-3 1 0 16,6 0 0-16,-3 0 0 0,0 1 0 15,-1-3 0-15,0 4 0 0,5-3 0 0,0 1 0 16,-5 0 0-16,5 1 0 0,2-1 0 15,-2 0 0-15,0 0 0 0,0-1 0 16,2 1 0-16,4-1 0 0,-3 1 0 0,1 0 0 16,-2 0 0-16,0-1 0 0,-2-1 0 15,-4 2 0-15,-3 0 0 0,-2-2 0 0,-1 1 0 16,-1 1 0-16,-1-2 0 16,-2 2 0-16,-11-2 0 0,19 3 0 0,-19-3 0 15,18 2 0-15,-11 0 0 0,-7-2 0 16,0 0 0-16,21 2 0 0,-13-1 0 0,-8-1 0 15,0 0 0-15,18 2 0 0,-18-2 0 16,10 2 0-16,-10-2 0 0,0 0 0 0,13 1 0 16,-13-1 0-16,0 0 0 0,0 0 0 15,0 0 0-15,16-1 0 0,-16 1 0 0,0 0 0 16,0 0 0-16,0 0 0 0,4-7 0 16,-4 7 0-16,0 0-222 0,-11-12-601 15,11 12-143-15,-7-7 110 0,7 7-955 0,0 0-1238 16</inkml:trace>
  <inkml:trace contextRef="#ctx0" brushRef="#br0" timeOffset="169515.34">31625 5968 4741 0,'-6'-10'-157'0,"6"10"50"0,0 0 16 0,-5-5 50 16,5 5 39-16,0 0 33 0,-7-4 26 16,7 4 7-16,0 0-4 0,0 0-3 0,-13-4-2 15,13 4 6-15,0 0 9 0,0 0 8 16,-17 8 5-16,11 0 8 0,1 1 8 16,-5 1 7-16,0 2 4 0,-1 3 7 0,-5 10 12 15,2 0 3-15,-4 3 4 0,1 0 11 16,0-3 9-16,-2 3 8 0,0-1 2 0,-1 2 8 15,2 0-1-15,-3 0-1 0,1-2-2 16,2 2-5-16,-3 1-5 0,-1-2-9 0,4 1-10 16,-1 0-10-16,1-2-12 15,1 1-11-15,-2-1-93 0,2 0-15 0,0 2 0 16,0-4 0-16,-2 0 0 0,-1 0 0 16,4-1 0-16,-2 0 0 0,0 0 0 0,0 0 0 15,1 0 0-15,4-6 0 0,-5 5 0 16,1-4 0-16,5-3 0 0,-4 5 0 0,-4 1 0 15,2-1 0-15,-1 0 0 0,-3 1 0 16,2-1 0-16,1 3 0 0,-1-4 0 0,0 1 0 16,0-1 0-16,1 3 0 0,1-3 0 15,-2 1 0-15,5-6 0 0,0 1 0 16,2-1 0-16,-1 1 0 0,3-1 0 16,-5 1 0-16,5-1 0 0,0-1 0 0,-3 1 0 15,3 1 0-15,0-1 0 0,-3-1 0 16,3 1 0-16,-3 0 0 0,-3 9 0 15,0-5 0-15,-3 2 0 0,4 1 0 0,-5 0 0 16,0 1 0-16,2 0 0 0,-2 0 0 16,-2-2 0-16,2-1 0 0,2 2 0 0,2-4 0 15,0 2 0-15,2-3 0 0,5-2 0 16,-1-4 0-16,1 1 0 0,0 0 0 0,3 0 0 16,-1 1 0-16,0-1 0 15,3 0 0-15,-3 1 0 0,3-1 0 0,1 0 0 16,-3 0 0-16,6-2 0 0,-3 1 0 15,0-1 0-15,1-2 0 0,1 3 0 0,-2-4 0 16,4-7 0-16,-4 11 0 0,2-5 0 16,2-6 0-16,-1 8 0 0,1-8 0 0,-4 8 0 15,4-8 0-15,0 0 0 0,-5 9 0 16,5-9 0-16,0 0 0 0,-5 4 0 0,5-4 0 16,0 0 0-16,0 0-311 0,0 0-247 15,0 0-89-15,0 0-115 0,-13 0-54 0,7 3 85 16,-2 2-754-16,-3 2-932 0</inkml:trace>
  <inkml:trace contextRef="#ctx0" brushRef="#br0" timeOffset="170467.93">28813 8729 3673 0,'0'0'-245'0,"12"-2"41"16,-12 2 46-16,0 0 38 0,0 0 40 15,0 0 36-15,0 0 33 0,11 0 25 0,-11 0 15 16,0 0 14-16,0 0 8 0,0 0 9 16,0 0 10-16,0 0 15 0,0 0 5 0,0 0 14 15,0 0 3-15,0 0 7 0,0 0 1 16,0 0 7-16,0 0 1 0,0 0 6 15,0 0 3-15,0 0 4 0,0 0 2 0,0 0 2 16,0 0 1-16,0 0 0 0,0 0 1 16,2 11-4-16,-2-11 0 0,0 0-8 15,0 0-6-15,0 0-9 0,-13 8-2 16,13-8-10-16,-12 5-8 0,3-3 1 0,9-2-11 16,-21 3-1-16,8 1 4 0,-1-2-2 15,-1-1 2-15,-2 1-9 0,-2 1 3 0,-6 1-11 16,-1-3-6-16,-5 1-7 15,-7 2-3-15,-3-1 16 0,2 0-1 0,-1 1 8 0,-2 1-5 16,2-2 1-16,-2 1-7 0,3 1 3 16,2-1-5-16,-1 1 2 0,2 0 4 0,7-1-3 15,6 0-1-15,2-1-4 0,4-1-3 16,-2 2-7-16,4-1-4 0,-3 1-8 16,5-1-1-16,1 1-4 0,-1 0-2 15,1-2-6-15,1 1-12 0,4 0-16 0,0-1 0 16,-4 1 0-16,11-3 0 0,-14 6 0 15,14-6 0-15,-16 2 0 0,10 0 0 0,6-2 0 16,-11 4 0-16,11-4 0 0,-8 4 0 16,8-4 0-16,0 0 0 0,-9 4 0 0,9-4 0 15,0 0 0-15,0 0 0 0,-9 4 0 16,9-4 0-16,0 0 0 0,0 0 0 0,0 0 0 16,0 0 0-16,0 0 0 15,-11 4 0-15,11-4 0 0,0 0 0 0,0 0 0 0,0 0 0 16,0 0 0-16,0 0 0 0,0 0 0 15,0 0 0-15,0 0 0 0,0 0 0 0,0 0 0 16,0 0 0-16,-7 1 0 16,7-1 0-16,0 0-89 0,0 0-310 0,0 0-103 15,0 0-99-15,0 0-135 0,0 0-76 16,0 0 85-16,0 0-744 0,-6-13-919 0</inkml:trace>
  <inkml:trace contextRef="#ctx0" brushRef="#br0" timeOffset="171782.84">26409 8121 3768 0,'5'3'-150'0,"1"0"37"16,-6-3 34-16,10 6 45 0,-6-3 42 0,-4-3 39 16,7 7 34-16,-7-7 18 15,5 5 15-15,-5-5 12 0,2 3 8 0,-2-3 6 16,0 0 4-16,9 5 5 0,-9-5 6 16,0 0 4-16,0 0 0 0,0 0-1 0,0 0-7 15,0 0-6-15,0 0-10 0,0 0-3 16,0 0-5-16,-5-23-1 0,3 14-10 0,-2-3-2 15,1-4-2-15,-5-5-10 0,-6-5-3 16,3-3-12-16,-3-5 1 0,-9-7-10 0,-2-5-8 16,-4-3-11-16,-2-5-7 15,-10-18-4-15,-7-3 0 0,-2-7-7 0,1-7-12 0,-6-3 1 16,-5-3-10-16,7-4 6 16,-3 4-10-16,2 0-7 0,8 6 0 0,6 8 6 15,4 8-22-15,7 16 18 0,4 4-1 16,2 0-2-16,4 6-6 0,2 3 2 0,3 8 2 15,7 2 0-15,-8 1 6 0,5 4 2 16,5 6-8-16,-1 0 4 0,0 3 1 0,1 1-12 16,-2-3 13-16,2 5 3 0,-1 0-9 15,3 5 1-15,-1-3 1 0,0 3 1 0,2 2-3 16,1 3 1-16,-4 0 0 0,3-2 0 16,0 3 2-16,0 1 4 0,2 5-9 15,-3-11-3-15,3 11 8 0,-2-9-6 16,2 9-20-16,-2-6 22 0,2 6-6 0,-4-7 11 15,4 7-10-15,0-8 14 0,0 8-11 16,0-8-5-16,0 8 3 0,-1-6-1 0,1 6 6 16,0-9-10-16,0 9 10 0,0-8 6 15,0 8-6-15,-2-10-10 0,2 10 0 0,0-8 7 16,0 8-7-16,-2-9 7 0,2 9-5 16,0-8-1-16,0 8 9 0,-2-6-9 0,2 6 10 15,0 0-10-15,0-10 3 0,0 10 0 16,0 0 0-16,0 0 4 0,-2-5-4 0,2 5-13 15,0 0 10-15,-5-10 5 0,5 10-5 16,0-7 4-16,0 7 1 0,0 0-1 0,-1-7 4 16,1 7 3-16,0 0-4 15,-2-5 4-15,2 5-1 0,0 0 7 0,-9-3-8 16,9 3 2-16,0 0-4 0,-22 8 2 16,11 2 2-16,-3 7 6 0,0 5 2 0,-8 3 3 15,8 0 4-15,-2-3-6 0,7-2 6 16,-1-4 4-16,4-4-2 0,-2 0 13 0,7-4-8 15,-5-1 0-15,2-2 5 0,1 2 3 16,1-2-2-16,-2 1 2 0,4-6-6 0,-3 6-5 16,3-6-2-16,-1 7-9 0,1-7 1 15,-4 5 0-15,4-5-2 0,-4 5-12 0,4-5-16 16,-4 6-22-16,4-6-33 16,0 0-38-16,-3 4-38 0,3-4-41 0,0 0-50 15,0 0-53-15,0 0-64 0,2 8-60 16,-2-8-59-16,0 0-71 0,0 0-115 0,0 0-33 15,9 4 77-15,-9-4-482 0,0 0-564 16</inkml:trace>
  <inkml:trace contextRef="#ctx0" brushRef="#br0" timeOffset="173265.64">27063 9586 3362 0,'-9'-10'143'0,"4"2"-8"0,-1 2-3 16,4 3 0-16,2 3-7 0,0 0 58 15,-10 14 35-15,5 5 6 0,-5 11-17 16,5 4-16-16,-1 7-20 0,3 0-15 15,-2 0-18-15,1 1-17 0,4 1 11 0,0-3-15 16,0 1-7-16,0-10-13 0,0-6-13 16,2 0-33-16,0-3-27 0,0-5-34 0,-2 0-26 15,3-3-24-15,-1-2-15 0,-1-2-11 16,5-3-6-16,-2-4-4 0,-4-3 2 0,0 0 14 16,0 0 7-16,25-15 10 0,-16 5 6 15,-2-4 10-15,3 2 18 0,-2 0 22 0,1 2 15 16,-2-2 13-16,0 3 11 0,0 1 8 15,1 0 5-15,-1 4 10 0,1-3 6 0,2 3 5 16,1 0-2-16,-1 2-1 16,3-2 1-16,1 2-1 0,-1-2-4 0,-1 2 0 15,6-3 1-15,-3-3-2 0,2 1-3 16,3-2-4-16,2-8 1 0,1-3-10 0,-2-2 8 16,1-2-4-16,-6-2 0 0,2 0 8 15,-7 6-5-15,-2 3 2 0,-1 5-6 0,-2 1 5 16,-1 3-10-16,-3 2-7 0,-2 6 7 15,0 0-6-15,0 0-1 0,10 18 2 16,-12-3-7-16,2 4-1 0,0 5 1 0,-2 12-5 16,2-5-20-16,0-6 6 0,2 3 2 15,0-3-2-15,-1 0-13 0,4-3-25 0,-1-3-33 16,-2-2-34-16,3-1-47 16,-3-1-50-16,2-5-67 0,-3 1-64 0,3-6-74 15,-2 0-95-15,-2-5-138 0,10 2-55 16,-10-2 71-16,15-11-465 0,-8 3-552 0</inkml:trace>
  <inkml:trace contextRef="#ctx0" brushRef="#br0" timeOffset="173598.27">27793 9912 2955 0,'-13'12'93'0,"6"0"38"0,0 2 23 15,-2 0 31-15,4 2 30 16,-3-3 18-16,3 5 2 0,-1-3-3 0,2-1-10 15,2 3-9-15,2-2-15 0,0-1-21 16,2-2-13-16,2 0-17 0,4-1-13 0,-3-2-15 16,6-2-12-16,1-4-9 0,-1 1-18 15,5-6-20-15,3-3-17 0,2-2-8 16,-2-4-8-16,5-5 0 0,-4-1 0 0,-5 5 4 16,-3-6 0-16,-5 2 12 0,-2-6-2 15,-5 3 2-15,-1-2 5 0,-9-10 0 0,-3-1-4 16,-2 3-1-16,-3 5-9 0,7 4-6 15,-4 6-2-15,1 1-17 0,3 8-19 0,-1-1-32 16,-1 6-39-16,1 0-48 0,-1 4-59 16,2 1-66-16,-1 0-64 0,-1 2-51 15,6 3-67-15,-3-1-58 0,1 1-112 16,5-2-17-16,-2 3 67 0,6-3-354 0,0-1-390 16</inkml:trace>
  <inkml:trace contextRef="#ctx0" brushRef="#br0" timeOffset="173798.4">27899 9895 2418 0,'5'-3'80'0,"-5"3"88"0,6-4 51 16,-6 4 40-16,0 0 41 0,0 0 30 16,0 0 13-16,0 0 4 0,17 9-7 15,-9-4-10-15,-3 3-16 0,6 3-30 0,-4 1-26 16,2 2-22-16,1 3-27 0,1 4-22 16,-1-5-19-16,0 3-51 0,-1-1-57 15,-2-3-64-15,4 1-63 0,-4-3-64 16,0-1-65-16,4-2-87 0,-2-3-89 0,0-1-93 15,-3-2-95-15,3 0-152 0,1-2 54 16,-3-1-539-16,-7-1-661 0</inkml:trace>
  <inkml:trace contextRef="#ctx0" brushRef="#br0" timeOffset="174416.19">28223 9772 3112 0,'-4'-5'39'16,"0"1"73"-16,4 4 33 0,-8-6 34 15,8 6 37-15,-3-6 20 0,3 6 14 0,0 0 24 16,0 0 6-16,0 0-6 0,-6 18-15 16,6-5-14-16,0 1-14 0,2 3-12 15,-2 2-18-15,0 1-15 0,0 1-9 0,-2 3-15 16,2 3-10-16,-4-3-15 0,3 2-4 15,-1-3-10-15,0-5-9 0,0-1-5 0,-3 0-6 16,5-5 0-16,-3 1 4 0,3-5 8 16,-2 0 8-16,2-8-48 0,-2 9-75 15,2-9 0-15,0 0 0 0,0 0 0 16,4-25 0-16,-1 2 0 0,4 0 0 0,2-8 0 16,0-1 0-16,2 2 0 0,-2 7 0 15,-2 6 0-15,-1 3 0 0,-3 1 0 0,2 2 0 16,1 4 0-16,-3 4 0 0,-3 3 0 15,11-3 0-15,-11 3 0 0,0 0 0 0,18 8 0 16,-13-1 0-16,5 0 0 0,-5 3 0 16,4 0 0-16,-2 2 0 0,-2 2 0 0,3-2 0 15,-4 0 0-15,2-1 0 0,-2-2 0 16,-1 0 0-16,1 0 0 0,0-1 0 16,-2-1 0-16,-1-2 0 0,-1-5 0 15,7 7 0-15,-7-7 0 0,0 0 0 0,0 0 0 16,17-16 0-16,-8 3 0 0,1-3 0 15,3-1 0-15,-1 2 0 0,3 1 0 0,-6 4 0 16,1 2 0-16,-3 1 0 0,5 3 0 16,-4 4 0-16,-8 0 0 0,0 0 0 0,22 9 0 15,-14-1 0-15,-2 1 0 0,-1 3 0 16,1 2 0-16,-2 1 0 0,-3 2 0 0,6 0 0 16,-3-2 0-16,-1 2 0 0,-3-5 0 15,4 2-92-15,-4 1-204 0,2-3-65 16,-2-2-74-16,0-1-57 0,0 1-81 0,-2 0-100 15,2 1-84-15,0-5 79 0,-2 4-626 16,0 1-762-16</inkml:trace>
  <inkml:trace contextRef="#ctx0" brushRef="#br0" timeOffset="174831.36">28623 10133 3257 0,'0'-6'-139'0,"0"-3"60"0,0 2 47 16,2-1 46-16,0-5 54 0,0 4 52 0,-1-3 43 16,3 3 28-16,-2-2 22 0,0 5 8 15,0-1 2-15,0-1 2 0,-2 8-11 16,0-8-1-16,0 8 7 0,0 0 0 16,0 0-18-16,0 0-13 0,10 23-22 0,-8-10-21 15,-2 5-10-15,-2 0-14 0,0 1-23 16,0 0-32-16,-2 3-44 0,2 1-45 0,-2-1-51 15,0-5-67-15,0-2-72 0,1 3-78 16,-3-5-57-16,3-3-72 0,-6 2-73 16,4-5-110-16,-1-2-22 0,2-2 70 0,4-3-360 15,0 0-396-15</inkml:trace>
  <inkml:trace contextRef="#ctx0" brushRef="#br0" timeOffset="174998.22">28663 9765 2387 0,'0'-8'37'0,"0"0"65"16,-2 2 47-16,2 6 32 0,-2-9 18 16,2 9 0-16,0 0-5 0,-4-8-20 0,4 8-16 15,0 0-31-15,0 0-52 0,0-8-65 16,0 8-80-16,0 0-87 0,0 0-108 0,0 0-127 16,11 22-143-16,-4-11 42 0,-1 5-215 15,1-1-200-15</inkml:trace>
  <inkml:trace contextRef="#ctx0" brushRef="#br0" timeOffset="175281.24">28907 9597 1959 0,'-2'-33'123'0,"2"11"41"15,-4 3 35-15,4 4 27 0,-4 1 28 16,4 4 18-16,-1 0 0 0,-1 8 6 0,2 2 9 15,0 0 5-15,0 0 4 16,-8 34-3-16,7 0 1 0,-2 5-26 0,-1 6-21 0,0 10-25 16,2 2-17-16,-1 1-23 0,1-2-8 15,2-8-15-15,2-1-27 0,-2-3-35 0,0 3-34 16,-2-4-46-16,0-3-41 0,-2-2-39 16,4-2-44-16,-1-7-45 0,1-6-52 0,-2-4-74 15,2-3-74-15,0-3-72 16,0-3-91-16,0-3-129 0,3-3-15 0,-3-4 84 15,0 0-438-15,25-13-488 0</inkml:trace>
  <inkml:trace contextRef="#ctx0" brushRef="#br0" timeOffset="175947.97">29218 9351 2708 0,'0'-24'45'16,"0"5"67"-16,-3 6 52 0,1 1 34 15,2 2 22-15,0 1 10 0,0 9 18 16,0 0 23-16,0 0 17 0,0 0 14 15,-5 36 16-15,3 0-2 0,-2 9-16 0,2 12-20 16,-1 4-21-16,-1 1-30 0,0-1-22 16,0-1-22-16,0 2-16 0,0-2-33 0,3-3-16 15,2-11-46-15,-4 0-62 0,-1-5-50 16,-2 1-47-16,3-4-44 0,-2-2-44 0,0-9-43 16,-3 2-39-16,3-7-45 0,-1-4-23 15,1-8-20-15,-2-2-16 0,3-3-5 16,1-3 7-16,3-2 41 0,0 0 21 0,-13-13 36 15,8-1 45-15,0-4 55 16,1 0 56-16,-2-4 52 0,5 4 43 0,-1 3 44 0,-2 1 39 16,2 1 32-16,-2 4 24 0,2 1 25 15,0 0 25-15,2 8 22 0,-6-10 13 0,6 10 3 16,0 0 0-16,4-8 0 16,-4 8-17-16,10-3-16 0,-1-3-12 0,2-2-20 15,9 0-15-15,-3-1-12 0,14-9-14 16,-5-1-13-16,2 0-14 0,1-1-11 0,-2-1-18 15,1 2-16-15,-4 4-11 0,-10 1 2 16,4 4-2-16,-9 3-2 0,-1 2 7 0,2 2 10 16,-10 3 8-16,0 0 17 0,18 10 14 15,-13-3 23-15,-2 5 19 0,-3 6 5 16,2 3 0-16,-2 5 4 0,-2 1-4 16,4-2-10-16,-4 4-8 0,2-3-12 0,0-3-6 15,2 3-11-15,-2-7-8 0,4 0-5 16,0-2-7-16,-1-2-26 0,1-5-38 0,2 2 0 15,0-7 0-15,3 1 0 0,1-5 0 16,-10-1 0-16,23-3 0 0,-10-4 0 16,4-1 0-16,1-5 0 0,-3-2 0 0,4-5 0 15,-6 1 0-15,1-7 0 0,-5-3 0 16,-2 4 0-16,-1 4 0 0,-4 1 0 0,1 3 0 16,-6 3 0-16,1-1 0 0,-2 5 0 15,0 1 0-15,-5 4 0 0,-1 0 0 16,1 3-27-16,-6 2-101 0,15 0-37 15,-29 7-46-15,12 2-56 0,-2 0-78 0,-7 6-99 16,3 3-107-16,7-1-134 0,3-5-79 16,0 5 71-16,5-5-637 0,2-2-787 0</inkml:trace>
  <inkml:trace contextRef="#ctx0" brushRef="#br0" timeOffset="176514.48">29638 9866 3600 0,'2'-4'-16'0,"-2"4"61"16,0 0 59-16,0 0 55 0,0 0 45 0,0 0 21 16,0 0 16-16,0 0 9 0,0 0-2 15,5 23-1-15,-1-11-5 0,-4 1-19 16,1 4-20-16,-1 3-12 0,4-3-15 0,-2 1-15 16,0-1-16-16,0 0-12 0,-2 1-11 15,-2-3-10-15,2-1-4 0,0-2-1 16,-2-1-16-16,0 2-6 0,0-4-9 0,0-2-9 15,2 1-3-15,0-1-12 0,0-7-9 16,0 0-14-16,-1 9-22 0,1-9-12 0,0 0-11 16,0 0 3-16,9-31-1 15,-4 17-3-15,3-1-2 0,0-3-5 0,-1 5-3 0,1 1 12 16,-1 0-1-16,0 4-2 16,0 3 2-16,-1-1 3 0,1 2 11 0,-7 4 1 15,10-2 4-15,-10 2 18 0,13 6 4 16,-9 0 7-16,1-2-10 0,0 3-3 0,0-3 2 15,-3 4-1-15,2-2-4 0,2 0-15 16,-5 1-13-16,3-4-20 0,0 2-18 0,-4-5-23 16,4 8-14-16,-4-8-20 0,10 3-23 15,-10-3-21-15,0 0-22 0,14-7-13 0,-7 2-13 16,-2-2 1-16,3-2 6 0,-3-3 16 16,5-2 18-16,0-1 19 0,-1-3 20 15,0 1 22-15,1 0 30 0,0 5 21 16,-1-1 32-16,-3 4 24 0,2 2 25 0,-1 1 20 15,-1 0 15-15,-6 6 7 0,10 0 7 16,-10 0 8-16,0 0-5 0,11 12 0 0,-7-3-6 16,-3 1-10-16,3 2-10 0,-2 3-5 15,0-3-25-15,0 1-23 0,2-1-36 0,-4 0-43 16,4-2-48-16,-4-1-65 0,2-1-79 16,0 0-73-16,-2-4-94 0,2 3-113 0,-1-1-104 15,-1-6 53-15,6 12-424 0,-4-9-492 16</inkml:trace>
  <inkml:trace contextRef="#ctx0" brushRef="#br0" timeOffset="176680.98">30086 9747 2688 0,'0'-7'20'0,"0"-2"66"0,0 9 44 16,-1-9 21-16,1 9 1 0,-4-8 4 15,4 8-19-15,0 0-25 0,0 0-45 0,0-7-59 16,0 7-81-16,0 0-82 0,0 0-101 15,0 0-113-15,0 0-122 0,9-2 14 0,-9 2-165 16,18 9-138-16</inkml:trace>
  <inkml:trace contextRef="#ctx0" brushRef="#br0" timeOffset="176948.2">30429 9936 1973 0,'0'0'225'0,"0"0"58"0,0 0 37 16,0 0 20-16,0 0 27 0,0 0 28 0,0 11 17 15,0-11 2-15,-4 9-15 0,3 0-20 16,-3 2-25-16,2 0-28 0,-2 1-28 0,4 0-30 16,-1-1-26-16,1 1-22 0,0-2-23 15,1-1-20-15,-1-1-18 0,4 0-26 0,-2 0-24 16,0-1-19-16,-2-7-15 0,9 8-39 16,-9-8-36-16,10 4 0 0,-10-4 0 0,13 2-64 15,-13-2-50-15,0 0-32 16,20-2-36-16,-20 2-32 0,12 0-36 0,-12 0-35 15,16-2-40-15,-16 2-40 0,9 0-38 16,-9 0-47-16,11 4-57 0,-11-4-92 0,9 5-58 16,-7 0 61-16,-2-5-436 0,0 11-506 15</inkml:trace>
  <inkml:trace contextRef="#ctx0" brushRef="#br0" timeOffset="177348.32">28241 10994 2988 0,'-3'-8'116'15,"-1"1"10"-15,-3 2 0 0,-1 3 15 16,8 2 38-16,-26 14 48 0,-1 4 36 16,-2 15 12-16,-5 8 12 0,0 6 1 15,1 8 1-15,3 1-12 0,5 2-6 0,6 4-15 16,9-4-20-16,5-3-24 0,7-13-24 15,5 0-19-15,8 1-17 0,2-10-28 0,10 2-32 16,-4-10-38-16,6-4-55 0,0-6-61 16,3-3-74-16,-6-7-77 0,-1-2-102 0,-4-5-86 15,6-1-93-15,-2-3-117 0,7-6-116 16,-3 0 56-16,-3-2-589 0,2-3-721 0</inkml:trace>
  <inkml:trace contextRef="#ctx0" brushRef="#br0" timeOffset="177548.55">28618 11361 3277 0,'0'-5'-4'0,"0"5"56"0,0 0 32 15,0-12 45-15,0 12 44 0,0 0 39 0,0 0 30 16,0 0 5-16,0 0-7 0,0 0-21 16,11 24-19-16,-10-12-22 0,1 5-24 0,2 0-30 15,-2 3-46-15,0-3-58 0,0 6-72 16,-2-3-75-16,-2 0-107 0,2-1-97 0,0-4-109 15,-2 1-119-15,2-5-56 0,-2 0 55 16,-2-3-361-16,2-2-401 0</inkml:trace>
  <inkml:trace contextRef="#ctx0" brushRef="#br0" timeOffset="177714.19">28739 11122 2412 0,'0'-12'46'0,"-1"6"60"0,-1-1 39 15,2 7 27-15,-5-4 7 0,5 4-9 0,0 0-16 16,0 0-35-16,0 0-63 0,0 0-79 16,0 0-80-16,0 0-96 0,-4 19-98 0,8-9-138 15,3 4-51-15,0 1 61 0,0 5-116 16,5 10-45-16</inkml:trace>
  <inkml:trace contextRef="#ctx0" brushRef="#br0" timeOffset="178131.06">28886 11500 1614 0,'0'5'183'0,"-4"0"27"16,4-5 13-16,-2 5 7 0,2-5 20 16,0 0 7-16,-6 6-2 0,6-6-22 0,0 0-19 15,0 0-29-15,0 0-21 0,0 0-27 16,0 0-25-16,0 0-25 0,18-19-16 16,-16 11-15-16,1 2-2 0,-3-2-5 0,2-4-2 15,0 1-3-15,-2-3 7 0,-4-1-2 16,3-1 14-16,-7-3 9 0,2 1 1 15,-2-1 11-15,5 5 2 0,-1 2 6 16,-3 0 3-16,1 0-1 0,1 4-7 0,0-1-7 16,-1 4-4-16,6 5-8 0,-9-7-5 15,9 7-1-15,-5-8-6 0,5 8-4 0,0-5 3 16,0 5 3-16,0 0-1 0,7-11 1 16,-2 6 2-16,-5 5-4 0,18-8 5 0,-9 6 15 15,0 0 10-15,-9 2 16 0,24 0 8 16,-12 3 20-16,1 1 5 0,-2 3 1 0,3 0-4 15,-3 3-11-15,1 5-10 16,2 1-13-16,-3-1-3 0,1 4-17 0,-2-1-11 0,-1 0-26 16,0-1-33-16,0 2-48 15,0-1-58-15,-4-5-50 0,1 0-56 0,2 0-62 16,-4-5-85-16,1 1-92 0,-1-2-97 16,2 0-121-16,-3-2-76 0,-3-5 69 0,10 3-609 15,-10-3-735-15</inkml:trace>
  <inkml:trace contextRef="#ctx0" brushRef="#br0" timeOffset="178668.09">29347 11178 3399 0,'0'-6'-12'16,"0"6"49"-16,0 0 45 0,0 0 52 16,0 0 44-16,-25 21 37 0,16-5 19 0,-1 3 0 15,-3 8-6-15,-3 4-5 0,5 0-20 16,-2-2-2-16,5 0-2 0,1-3-15 15,3-5-21-15,-2-1-12 0,6-1-17 0,-1-6-21 16,1 1-36-16,0-4-29 0,0 1-32 16,1-3-29-16,3-3-34 0,-2 1-29 15,3-3-36-15,-5-3-36 0,0 0-26 0,24-2-27 16,-17-5-37-16,5-1-15 0,3-4 9 16,-2-2 23-16,-1-3 20 0,4-6 23 15,2 0 19-15,-5 3 21 0,-1 4 31 0,-5 3 28 16,1 1 31-16,-3 2 40 0,3 3 34 15,-6 2 39-15,-2 5 27 0,8-5 26 16,-8 5 28-16,0 0 13 0,0 0 8 0,3 19-4 16,-3-11-3-16,0 1-11 0,4 3-12 15,-4-1-11-15,2 0-11 0,0 0-7 0,-2-1-9 16,2-3-9-16,0 0-12 0,2-1-4 16,-4-6-4-16,8 11 7 0,-8-11-21 0,11 2-4 15,-11-2-8-15,0 0-7 0,23-10-8 16,-16 2-3-16,3 0 1 0,-2-2 4 0,-1-3 6 15,0 0 8-15,2-5 19 0,0 1 21 16,-3-3 31-16,1 6 5 0,-2 2 1 16,-4 2 4-16,5 0 2 0,-2 1 1 15,-3 1-11-15,1 0-6 0,-2 8-12 0,6-11-12 16,-4 7-9-16,-2 4-16 0,3-7-22 16,-3 7-29-16,4-7-34 0,-4 7-49 0,0 0-52 15,0 0-54-15,0 0-59 0,0 0-77 16,0 0-89-16,0 0-81 0,0 0-89 15,0 0-127-15,-11 25-16 0,7-12 75 0,2-1-533 16,4 4-640-16</inkml:trace>
  <inkml:trace contextRef="#ctx0" brushRef="#br0" timeOffset="178982.97">29627 11461 3341 0,'0'0'107'0,"0"0"41"15,0 0 30-15,0 0 36 0,0 0 35 0,0 0 35 16,0 0 5-16,0 0 2 0,-17-19-21 15,17 19-24-15,0 0-22 0,0-8-20 0,0 8-17 16,0 0-16-16,3-12-25 0,-3 12-11 16,1-8-17-16,-1 8-16 0,4-10-7 0,-4 10-20 15,2-8-12-15,-2 8-10 0,4-11-3 16,-4 11-5-16,3-9-3 0,-3 9-3 0,2-5-9 16,-2 5 6-16,0 0 2 0,0 0 8 15,0 0 3-15,0 0 1 0,0 0-1 0,0 0-9 16,0 0-4-16,6 22-5 15,-6-22-2-15,1 12-4 0,-1-7-11 0,0-5-23 16,2 9-28-16,-2-9-33 0,4 11-42 16,-1-6-39-16,-1-1-50 0,-2-4-65 0,3 9-84 15,-1-6-91-15,-2-3-103 0,6 8-124 16,-6-8-50-16,5 5 61 0,-5-5-573 16,8 1-691-16</inkml:trace>
  <inkml:trace contextRef="#ctx0" brushRef="#br0" timeOffset="179330.97">30287 10476 3465 0,'0'-12'38'0,"0"4"29"0,-4-1 22 0,4 9 24 15,0 0 50-15,0 0 46 0,-8 26 40 16,0 11 41-16,-4 17 33 0,-6 10 17 16,-11 30 2-16,1 6 4 0,-5 6-14 0,3 5-20 15,-2 7-20-15,-3 4-29 16,7 0-22-16,3 0-23 0,0 1-20 0,3-4-16 16,-1-8-63-16,-1-7-119 0,5-6 0 15,1-9 0-15,2-19 0 0,1-6 0 0,-1-2 0 16,0-8 0-16,0-6 0 0,-1-3 0 15,5-18 0-15,5-4-124 0,0-7-180 0,1-5-59 16,1-2-82-16,0-6-85 0,5-3-91 16,0 0-153-16,-7-20 38 0,7-1 81 0,0-7-583 15,5-11-699-15</inkml:trace>
  <inkml:trace contextRef="#ctx0" brushRef="#br0" timeOffset="179764">30692 11207 3220 0,'-3'-6'-18'16,"-5"3"65"-16,0-1 31 0,8 4 37 0,-20 6 26 15,2-1 42-15,-9 11 35 0,1 6 22 16,-9 7 9-16,-1 7-3 0,2 6-8 0,4-2-21 15,1 4-13-15,6-6-14 0,3 5-22 16,9-8-17-16,2-3-12 0,6-5-14 16,3-1-24-16,1-5-21 0,3 2-21 15,2-3-16-15,1-1-26 0,1 0-29 0,3-5-35 0,0-2-50 16,3-2-50-16,-3-3-59 16,3-2-75-16,1-4-58 0,5 1-57 0,-8-4-72 15,8 1-99-15,-1-6-46 0,2 0 52 16,7-9-363-16,1 0-405 0</inkml:trace>
  <inkml:trace contextRef="#ctx0" brushRef="#br0" timeOffset="179996.89">30904 11418 2503 0,'6'-11'14'0,"-5"7"54"0,6-3 35 16,-7 7 49-16,0 0 59 0,0 0 32 0,0 0 26 16,0 0 13-16,-10 30 4 0,0-1 6 15,-2 6 9-15,1 10-5 0,-3 4-9 16,-2 2-18-16,1 4-46 0,-2 0-20 15,4 4-11-15,-1-1-21 0,1-5-16 0,1 0-22 16,1-3-38-16,3-9-27 0,0-3-66 16,1-1-44-16,1-2-49 0,-1-3-48 0,3-8-49 15,-2-4-49-15,2-5-53 0,0-5-48 16,0 2-41-16,3-5-37 0,-1-3-38 0,2-4-68 16,-6 3-89-16,6-3 66 0,0 0-328 15,-12-28-356-15</inkml:trace>
  <inkml:trace contextRef="#ctx0" brushRef="#br0" timeOffset="180169.25">30698 11540 2319 0,'4'-2'15'15,"0"3"53"-15,-4-1 47 0,0 0 39 0,8 25 37 16,-8-16 9-16,2 5 15 0,1 4-5 16,-1-1-7-16,2 5-19 0,-1 1-18 0,1-1-18 15,3 1-21-15,-4 0-44 0,1 1-55 16,-2-5-76-16,3 3-99 0,-3-5-108 0,0 0-130 15,0 0-170-15,2-5 12 0,-4 1 55 16,0-2-194-16,1 2-177 0</inkml:trace>
  <inkml:trace contextRef="#ctx0" brushRef="#br0" timeOffset="180747.02">31116 11732 2089 0,'-6'13'183'0,"2"-7"35"0,1 4 19 16,1-3 19-16,-3 1 24 0,5-8 16 16,-5 10-3-16,1-3-16 0,4-7-21 0,-4 5-29 15,4-5-33-15,0 0-35 0,0 0-38 16,0 0-37-16,0 0-39 0,27-22-39 16,-16 7-45-16,1-3-38 0,-1-13-30 15,4-1-18-15,3-15-7 0,-1-6-5 0,-2-1 8 16,1-9 1-16,-3-7 8 0,-2-6 10 15,8-22 12-15,-1-5 6 0,4-3 7 16,1-10 6-16,4 0 1 0,-2-1 6 0,0 11 7 16,-1 8 17-16,-7 28 27 0,-6 13 17 15,-1 18 14-15,-4 16 46 0,-2 11 41 0,-6 9 33 16,2 3 31-16,0 0 23 0,-22 77 22 16,11-9 10-16,-6 26 18 0,2 7 12 0,3 5 8 15,5 2-23-15,5-6-10 0,2-22-21 16,3-5-25-16,8 0-17 0,-2-9-20 15,2-3-10-15,1-8-14 0,-1-7-18 16,-2-12-17-16,2-7-32 0,-2-6-24 0,-2-8-14 16,0-4-13-16,2-4-12 0,0-5-12 0,-2 1-11 15,-7-3-9-15,20-7 2 16,-9-3 1-16,-1-1 4 0,1-4 2 0,4-11 4 16,-3 5-3-16,-5 3 7 0,3 2 3 15,-4 3 11-15,1 3 9 0,-1 0 8 0,-2 5 7 16,-4 5 4-16,5-5 10 0,-5 5 9 15,0 0 20-15,0 0 17 0,10 21 9 0,-8-12-3 16,2 0-5-16,-2 1-7 16,0-4-8-16,0 2-8 0,-1 0-32 0,1-4-44 15,-2-4-51-15,4 11-61 0,-2-5-80 0,-2-6-93 16,8 4-118-16,-4 0-138 0,-4-4-182 16,3 6 67-16,1 0 75 0,-4-6-458 15,0 15-542-15</inkml:trace>
  <inkml:trace contextRef="#ctx0" brushRef="#br0" timeOffset="181030.92">30292 12100 3395 0,'-15'12'278'0,"5"-1"5"0,7 0-4 0,5-4 17 15,-2-7 25-15,23 10 33 0,2-6 26 16,14-2-12-16,15-4-23 0,11-3-32 15,5-5-29-15,3-4-33 0,-1-5-30 16,16-5-39-16,-22 0-39 0,-1-1-49 0,0 1-46 16,-6-7-41-16,-2 6-60 0,-9 1-45 15,-5 2-35-15,-10 5-22 0,-5 2-18 0,-3-1-20 16,-8 6-8-16,-3 1-8 0,-5 2-8 16,-3 1-15-16,-5 0-27 0,-1 1-23 15,0 5-27-15,-7-7-55 0,-4 4-78 0,-3 1-106 16,-4 2-89-16,-4 0 67 0,-3 4-371 15,-11 1-421-15</inkml:trace>
  <inkml:trace contextRef="#ctx0" brushRef="#br0" timeOffset="188528.83">23760 13410 1287 0,'-4'-9'240'0,"2"5"-70"0,-2-4-28 16,0 3-4-16,0-2 5 0,3 2-4 16,-3-2-3-16,0 0-10 0,4 7 3 15,-5-12 5-15,3 7-2 0,2 5-8 16,-9-10-12-16,9 10-6 0,-1-6 1 0,1 6-1 15,0 0 10-15,0 0 12 0,-21 9 8 16,9 5 10-16,-6 15 4 0,-3 12 6 0,-3 3 4 16,-1-1-8-16,7 4-8 0,0-2-3 15,7-7-9-15,3-1 0 0,4-3-7 0,6-4-18 16,5-7-9-16,4 6-5 0,3-4-10 16,2-8-5-16,2-5-3 0,-2-3-3 15,6-6-2-15,-4-3-1 0,9-5-11 16,3-5-5-16,5-4-4 0,-2-6-3 0,3-6-1 15,-4-6-6-15,-1 1-8 0,-4-4 0 16,-9 4-1-16,-2-2-1 0,-5-1-4 16,-6 0-7-16,4 0 2 0,-9 3-19 0,0 6 1 15,-2-1-5-15,-8-6 5 0,2 6-17 16,3 9-20-16,-6 5-27 0,2 6-26 0,2 0-31 16,-4 8-29-16,11-2-44 0,-31 12-47 15,14 0-42-15,-6 9-44 0,2 2-51 0,4-3-55 16,6-1-95-16,1-3-93 0,4-1 54 15,0 0-282-15,5-3-331 0</inkml:trace>
  <inkml:trace contextRef="#ctx0" brushRef="#br0" timeOffset="188746.95">23909 13488 2327 0,'5'-6'23'0,"-5"6"38"16,9-6 33-16,-9 6 44 16,0 0 53-16,0 0 28 0,0 0 14 0,22 17 7 15,-19-5-2-15,3 3-6 0,-1 5-15 16,4 3-13-16,2 8-18 0,0 1-11 0,3 0-21 15,-1-1-10-15,1 1-18 0,-1-3-24 16,2-3-13-16,0-1-3 0,1-6-12 0,-7-3-4 16,2-1-9-16,-1-5-5 0,-1 0-8 15,1-3-15-15,-3-2-37 0,1-3-42 16,3 0-49-16,-11-2-80 0,20-5-97 16,-9-1-95-16,-2-2-121 0,3-2-189 15,-1-2 57-15,3-4-427 0,-5 1-519 0</inkml:trace>
  <inkml:trace contextRef="#ctx0" brushRef="#br0" timeOffset="189179.4">24764 13466 2903 0,'0'0'-10'15,"-14"-1"24"-15,14 1 40 0,0 0 52 16,-14 0 61-16,14 0 36 0,0 0 29 0,-18-1 11 15,18 1 5-15,0 0-1 0,0 0 9 16,0 0 29-16,0 0-11 0,0 0 6 0,0 0-27 16,0 0-15-16,55-2-25 15,-19-3-18-15,0-1-22 0,7 2-19 0,-7-4-15 16,-6 4-11-16,-5-1-17 0,0 3-4 16,-3-2-20-16,-2 2-22 0,-6 1-35 0,-3-2-37 15,0 3-44-15,-11 0-25 0,18-4-52 16,-18 4-40-16,14-2-52 0,-14 2-56 15,10-2-92-15,-10 2-84 0,0 0-118 0,0 0-177 16,0 0 61-16,0 0-554 0,0 0-702 16</inkml:trace>
  <inkml:trace contextRef="#ctx0" brushRef="#br0" timeOffset="189728.46">25356 12728 3739 0,'-7'-23'129'0,"1"6"25"16,1 5 23-16,-2 2 22 0,6 3-4 0,1 7-6 15,0 0 101-15,0 0 41 0,0 0-4 16,-2 46-8-16,4-5-8 0,4 17-5 16,-2 10-1-16,-2-1-14 0,-1 6-28 0,3-1-24 15,0 3-17-15,-1-2-17 0,-1-3-205 16,5-3 0-16,-2-6 0 0,-1-5 0 15,0-13 0-15,-2-7 0 0,-1-7 0 16,1-7 0-16,0-3 0 0,0-6 0 0,-2 1 0 16,0-4 0-16,0-1 0 0,0-3 0 15,0-6 0-15,0 0 0 0,0 0 0 0,0 0 0 16,0 0 0-16,12-29 0 0,-6 9 0 16,5-9 0-16,1 3 0 0,-3 4 0 0,-2 3 0 15,2 2 0-15,5 1 0 0,-3 5 0 16,1 1 0-16,1 2 0 0,-2 4 0 0,1 4 0 15,3 0 0-15,1 6 0 0,1 3 0 16,0 3 0-16,4 5 0 0,-4 0 0 16,1 5 0-16,-9-1 0 0,-2-1 0 15,0 5 0-15,-7-2 0 0,0 4 0 0,-5-1 0 16,-2 3 0-16,-3 3 0 0,1-5 0 16,-1-5 0-16,1-4 0 0,-2-3 0 0,-1 0 0 15,2-3 0-15,-2-3 0 0,-1-2 0 16,2-2 0-16,-1-1 0 0,-1-3 0 0,1 2 0 15,12-3 0-15,-32-10 0 0,14 0 0 16,-2 1 0-16,5-4 0 0,0 1 0 0,2-2 0 16,3 2 0-16,0-3 0 0,3 4-15 15,0-3-777-15,7 1-182 0,0 3 79 0,3-6 106 16,3 3-818-16,5-5-1048 16</inkml:trace>
  <inkml:trace contextRef="#ctx0" brushRef="#br0" timeOffset="190062.46">26039 13493 4224 0,'0'0'-4'0,"0"0"43"16,-36 7 15-16,36-7 43 0,0 0 56 15,-12 3 52-15,12-3 46 0,0 0 40 0,-4 6 24 16,4-6 8-16,0 0-5 15,23 11-13-15,-4-9-16 0,6 1-23 0,17 1-2 16,9-1-12-16,17-1-21 0,2 1-22 16,4 0-100-16,2-1-109 0,7 0 0 15,-4 0 0-15,-6 1 0 0,-6-1 0 0,-19 1 0 16,-3-3 0-16,-15 2 0 0,-5 0 0 16,-4-2 0-16,-8 1 0 0,0-1 0 0,-1 0 0 15,0 0 0-15,-12 0 0 0,14 0 0 16,-14 0 0-16,0 0 0 0,10 0 0 0,-10 0 0 15,0 0 0-15,0 0 0 0,0 0-216 16,0 0-435-16,0 0-200 0,0 0-54 16,-42 6 97-16,25-3-811 0,3 2-1058 15</inkml:trace>
  <inkml:trace contextRef="#ctx0" brushRef="#br0" timeOffset="190995.64">27746 13314 4331 0,'0'0'-115'0,"-2"-14"24"0,2 14 35 16,-3-10 62-16,-1 3 56 0,-4 0 39 0,8 7 27 16,-15-3 15-16,15 3 15 0,-29 5 17 15,3 11 11-15,-16 13 11 0,4 6-3 0,-1 8 15 16,1 7 10-16,2 0-1 0,8 3 7 16,5 0 2-16,6 0-14 0,7-3-15 0,4-7-7 15,6-2 6-15,6-3-11 0,6-2-19 16,1-4-10-16,3-3-14 0,0 0-14 15,2-10-36-15,-2-3-93 0,0-2 0 16,-1-5 0-16,-1-3 0 0,0-2 0 0,-2-2 0 16,3-2 0-16,-1-2 0 0,-1-2-42 15,0-2-215-15,3 2-63 0,-5-1-79 0,3-2-87 16,-5 0-86-16,2-3-118 0,-1 2-108 16,-1-3 78-16,1 2-609 0,-2 0-785 15</inkml:trace>
  <inkml:trace contextRef="#ctx0" brushRef="#br0" timeOffset="191264.98">27999 13793 4111 0,'-9'0'192'0,"9"0"-2"0,0 0 33 15,-15 3 62-15,15-3 39 0,0 0 18 0,0 0-1 16,0 0-15-16,0 0-26 0,0 0-27 16,51 0-28-16,-26-2-26 0,2-1-17 15,9 0-34-15,-2-5-19 0,2 2-46 0,-5 1-55 16,4-2-70-16,-5-2-85 0,-4 2-83 16,-5 2-77-16,-3 0-92 0,-3-1-116 15,-1 0-128-15,-3 0-185 0,-2 4 7 16,-1-2 90-16,1-2-587 0,-9 6-738 0</inkml:trace>
  <inkml:trace contextRef="#ctx0" brushRef="#br0" timeOffset="191794.83">28933 13728 3867 0,'-7'2'106'0,"7"-2"2"16,0 0 38-16,-4 6 57 0,4-6 34 15,0 0 12-15,0 0-3 0,21 5-12 16,-7-5-5-16,0 0-16 0,6-2-22 0,3-1-20 16,4-3-16-16,5 0-12 0,2-4-20 15,-2 0-10-15,-1-3-6 0,-2 3-12 0,-3-3-8 16,-5 0-9-16,-6 4 0 0,-4-2 6 15,0-1 8-15,-4 0 5 0,0-2 1 0,-3-1-8 16,-4 1-6-16,-4 0-9 0,-1-3-6 16,-4 0-9-16,-5 0-6 0,-9 0-6 15,-1 3-6-15,-9 6-6 0,0 6-4 16,-7 4 0-16,3 6-13 0,-3 4-19 0,-5 7 0 16,8 7 0-16,2 1 0 0,7 4 0 15,6-2 0-15,10 3 0 0,1 1 0 16,6 2 0-16,5 2 0 0,2-1 0 0,6 0 0 15,1 2 0-15,10 6 0 0,2-5 0 16,8 2 0-16,3-7 0 0,2-4 0 0,7-2 0 16,-1-6 0-16,-6-6 0 15,-2-3 0-15,-7-4 0 0,-6-2 0 0,0-2 0 0,-2-2 0 16,-2 1 0-16,-1-4 0 16,-1-2 0-16,-1 0 0 0,-1-1 0 0,-4-2 0 15,6 1 0-15,-6-2 0 0,-2 0 0 16,-1 1 0-16,0-2 0 0,-2 2-506 0,-2 5-409 15,0-13-24-15,0 7 104 0,0 6-864 16,0 0-1134-16</inkml:trace>
  <inkml:trace contextRef="#ctx0" brushRef="#br0" timeOffset="192062.14">29728 13859 4740 0,'0'0'155'15,"-11"0"36"-15,11 0 84 0,0 0 45 16,0 0 20-16,0 0 3 0,0 0-1 0,0 0-17 16,0 0-21-16,34-3-37 0,-15 3-26 15,2-2-24-15,2 2-86 0,2-3-131 0,2 3 0 16,-2-4 0-16,1 3 0 0,-2-1 0 15,1-2 0-15,0 0-167 0,-2-2-245 0,1-1-148 16,-6-1-177-16,1 1-143 0,-4 0 86 16,1 0-784-16,-3 1-1021 0</inkml:trace>
  <inkml:trace contextRef="#ctx0" brushRef="#br0" timeOffset="192761.18">30361 13822 4632 0,'0'0'11'0,"0"0"28"0,7 3 49 16,-7-3 57-16,0 0 39 0,0 0 21 16,18 2-11-16,-18-2-15 0,13-2-16 15,-13 2-19-15,21-3-19 0,-10-1-10 16,1 1-11-16,-1-1-9 0,3 1-14 0,-3 0-6 15,0-1-9-15,-1-1-1 0,0 0-12 16,-1 2-3-16,1-3-8 0,-3 0-3 16,1 2-2-16,-1 1-5 0,-7 3-1 0,10-7-6 15,-10 7 2-15,10-5-8 0,-10 5-6 16,7-4 1-16,-7 4-8 0,0 0 2 0,6-6-2 16,-6 6-5-16,0 0 4 15,0 0-2-15,8-4-2 0,-8 4 12 0,0 0-6 0,0 0 8 16,0 0 11-16,0 0 4 15,0 0 13-15,0 0 4 0,0 0 5 0,0 0 7 16,0 0-3-16,-8-13 7 0,8 13-1 16,0 0 5-16,0 0-2 0,0 0 3 15,0 0-2-15,0 0-5 0,0 0 4 0,0 0 22 16,0 0 14-16,0 0-85 0,0 0-16 16,-19 27 0-16,13-12 0 0,1 4 0 0,-2 1 0 15,-2 9 0-15,2 7 0 0,3 5 0 16,-1 2 0-16,4 1 0 0,2-2 0 0,4 3 0 15,1-2 0-15,-3-6 0 16,5-2 0-16,-6-8 0 0,-1-5 0 0,1-2 0 16,0-8 0-16,-2 2 0 0,3-2 0 0,-1-3 0 15,-2-2 0-15,0-7 0 0,0 0 0 16,-5 7 0-16,5-7 0 0,0 0 0 16,0 0 0-16,-13-32 0 0,10 9 0 0,-1-13 0 15,0-1 0-15,2-10 0 0,2-13 0 16,6-5 0-16,1-5 0 0,11-23 0 0,-2-4 0 15,7 0 0-15,6 5 0 0,3 6 0 16,-5 26 0-16,2 3 0 0,0 13 0 16,-3 6 0-16,-4 11 0 0,2 3 0 0,-3 7 0 15,-5 5 0-15,4 5 0 0,-5 3 0 16,-2 4 0-16,0 0 0 0,5 6 0 16,-1 2 0-16,0 1-111 0,-1 8-436 15,-5 0-86-15,2 9-138 0,-8-3-97 0,0 1 74 16,-10 14-725-16,0 1-965 0</inkml:trace>
  <inkml:trace contextRef="#ctx0" brushRef="#br0" timeOffset="192948.04">30533 13946 4454 0,'-14'4'19'0,"3"0"38"16,5-3 64-16,6-1 73 0,-9 5 73 0,9-5 30 15,0 0 3-15,0 0-28 16,0 0-25-16,0 0-29 0,0 0-21 0,20-14-31 0,-2 7-48 15,-2-3-86-15,8 2-95 16,4-2-93-16,3-1-105 0,-6 1-134 0,3-4-151 16,5 4-206-16,-7-2 14 0,1 4 90 15,-7-1-508-15,5 4-624 0</inkml:trace>
  <inkml:trace contextRef="#ctx0" brushRef="#br0" timeOffset="193178.24">31186 13887 3120 0,'-13'3'173'15,"2"-3"36"-15,11 0 20 0,-14 2 34 16,14-2 48-16,0 0 63 0,-6 5 23 0,6-5-6 0,0 0-30 16,0 0-34-16,0 0-35 15,36 7-29-15,-16-7-53 0,0 0-80 0,3-4-113 16,2 0-129-16,2 0-119 0,7-3-125 15,-2-2-126-15,1-1-210 0,-3 0-87 16,1-2 76-16,-3-3-560 0,3 1-722 0</inkml:trace>
  <inkml:trace contextRef="#ctx0" brushRef="#br0" timeOffset="193627.88">31887 13150 3551 0,'-4'-13'44'0,"-1"2"20"0,3 3 13 15,0 4 57-15,2 4 38 0,0 0 86 16,0 0 68-16,0 0 40 0,-13 33 9 16,8-8-1-16,0 12-4 0,-4 15-7 0,1 3-12 15,-2 1-16-15,1 2-21 0,0-2-17 16,-1 0-31-16,0-2-112 0,5 2-154 0,3-11 0 16,2-3 0-16,0-2 0 0,2-10 0 15,-2-2 0-15,0-4 0 0,0-3 0 0,0-3 0 16,2-6 0-16,-2 2 0 15,0-3 0-15,1-2 0 0,-1 0 0 0,0-9 0 16,0 9 0-16,0-9 0 0,0 0 0 16,0 0 0-16,0 0 0 0,13-25 0 0,-13 11 0 15,-1-4 0-15,-3-2 0 0,-2-2 0 16,-1 1 0-16,-2 4 0 0,-7 3 0 0,-2 4 0 16,2 3 0-16,-2 5 0 0,-2 4 0 15,1 3 0-15,-1 2 0 0,2 3 0 0,0 2 0 16,0 9 0-16,2-1 0 0,3 6 0 15,1 3 0-15,6-3 0 0,5-3 0 16,1-5 0-16,1 5 0 0,1-5 0 16,2 5 0-16,4-4 0 0,3-1 0 0,0-3 0 0,5-1 0 15,-1-1 0-15,1-3 0 16,-2-4 0-16,4-2 0 0,-1-1 0 0,-4-3 0 16,4-1-307-16,-1-5-524 0,0-2-126 15,2 1 92-15,7-10-914 0,0 2-1209 0</inkml:trace>
  <inkml:trace contextRef="#ctx0" brushRef="#br0" timeOffset="193861.31">32055 13900 5249 0,'-19'2'55'0,"8"-2"40"16,11 0 58-16,-18 2 84 0,18-2 41 0,-7 3 20 15,7-3 5-15,0 0-13 0,-2 7-23 16,2-7-25-16,0 0-25 0,17 7-30 16,-4-3-54-16,-2-3-71 0,5 2-95 0,2-3-130 15,0 0-132-15,3 0-122 0,-2 0-162 16,2-3-257-16,-1 0-10 0,-2-1 97 0,1 4-662 16,1-2-862-16</inkml:trace>
  <inkml:trace contextRef="#ctx0" brushRef="#br0" timeOffset="194310.99">32464 13759 4152 0,'0'0'52'0,"-5"-8"23"0,5 8 56 15,0 0 66-15,0 0 49 0,0 0 35 16,17 20 3-16,-11-11-10 0,1 4-16 0,2-1-21 15,0 8-21-15,0-3-22 16,-5 4-18-16,1-1-14 0,0 3-12 0,-5-4-5 16,0-1-4-16,-2 1-8 0,-1-2-4 15,-2 4-12-15,-4-5 0 0,-1 2-8 16,-4-5-18-16,0 2-2 0,-8 2-54 0,1-5-35 16,1-3 0-16,-3-2 0 0,0-3 0 15,1-4 0-15,6-2 0 0,0 1 0 0,1-6 0 16,1-1 0-16,3-11 0 0,10-4-28 15,2-12-87-15,9-2 14 0,7-5 8 0,3 11 6 16,0 1 14-16,3 8 19 0,0 4 34 16,-3 4 27-16,0 7 28 0,-3 1 27 0,4 5 17 15,0 1 14-15,2 5-2 0,-3 0-2 16,3 2 0-16,8 4-63 0,-6-1-26 16,-4-2 0-16,-4 1 0 0,2 1 0 15,1-1 0-15,4 9 0 0,6-1 0 16,2 1 0-16,9 5 0 0,-10-6 0 0,-6-3 0 15,-7-2-254-15,-4 1-197 0,-5-5-112 16,-5 3-136-16,-1-2-189 0,-6 0 81 0,-6 4-733 16,-7-1-985-16</inkml:trace>
  <inkml:trace contextRef="#ctx0" brushRef="#br0" timeOffset="195226.77">24156 15061 4342 0,'-27'-4'-162'0,"4"-2"23"16,7 3 32-16,2 1 42 0,3 0 32 15,-1-1 49-15,4 2 39 0,1-2 20 16,7 3 14-16,-12-5 12 0,12 5-5 0,0 0-1 15,0 0 3-15,0 0 9 0,39-3 8 16,2 3 0-16,11 0 2 0,18 1-7 0,14-1-9 16,10 0-9-16,31 0-2 0,9-1-10 15,10-1-5-15,9 0-1 0,11-3-11 0,16 4-4 16,4-3-7-16,60 6-1 0,-5-11-8 16,4 9-3-16,-7 5-3 0,-48-6-4 0,-4 2-6 15,58-1 1-15,-61 4-4 0,4-1-4 16,-6 4-2-16,-6 0-1 0,-1-1-1 15,-10 0-1-15,-6 2 0 0,-6-4-2 16,1 1-1-16,-8-2-1 0,-3 1 1 0,-9-1 0 16,-5-3 2-16,-5 0 5 0,-4-2 8 15,-26 1 1-15,-1 1-8 0,0-1-4 16,-3 1 1-16,1-3-2 0,-3 3-2 0,1 3-1 16,0-2-2-16,-2 0-2 0,0 3-4 15,4 0 1-15,-1 0 1 0,2 0 2 0,24 1-5 16,0 3 0-16,3-2-1 0,1 3-2 15,6-2-1-15,-5 0 1 0,0 2-1 0,-4-2 0 16,1 1 4-16,-7-3-4 0,-18-1-10 16,17 4-1-16,-19-2 4 0,-2-2-1 0,-3-1 0 15,-7 1 4-15,-4-1 1 16,-5-1 7-16,-19-4-10 0,-5 4 4 0,-6-4 18 16,-10 4 26-16,-7-2 19 0,2-2 13 15,-6 2 9-15,-4 0 2 0,3-2-3 0,-15 2 1 16,20-1-10-16,-20 1-14 0,17 0-4 15,-17 0-3-15,11-3-5 0,-11 3-11 16,0 0-14-16,15-1-38 0,-15 1-40 0,10 0-62 16,-10 0-77-16,0 0-77 15,0 0-109-15,0 0-113 0,0 0-172 0,0 0-96 16,0 0 65-16,0 0-495 0,0 0-657 0</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11-16T02:57:22.741"/>
    </inkml:context>
    <inkml:brush xml:id="br0">
      <inkml:brushProperty name="width" value="0.05292" units="cm"/>
      <inkml:brushProperty name="height" value="0.05292" units="cm"/>
      <inkml:brushProperty name="color" value="#FF0000"/>
    </inkml:brush>
  </inkml:definitions>
  <inkml:trace contextRef="#ctx0" brushRef="#br0">1782 4578 764 0,'0'0'402'0,"7"-6"-97"15,-7 6-63-15,0 0-28 0,0 0-39 0,4-5-14 16,-4 5-29-16,0 0-9 0,2-10 0 15,-2 10-17-15,1-7-10 16,-1 7 4-16,0-9-2 0,0 9 3 0,-5-13-5 16,1 6 9-16,-3 0-1 0,-2 2-4 15,0 0-2-15,-2 1-5 0,-3 1-12 0,1 3-12 16,13 0 1-16,-32 3-18 0,13 3-4 16,-3 4-5-16,-2 6-5 0,-1 5 3 15,2 2-5-15,4 1-9 0,2 1 0 0,0 2-3 16,7-5 1-16,3-3-10 0,3-4 1 15,4 4-5-15,0-5 15 0,4 1-14 16,3-1 2-16,6-2 5 0,3 1-12 0,5-3 7 16,10-3-1-16,3 1 3 0,2-2-5 15,0 0 12-15,-2 0-16 0,-5 1 4 16,-4-2 11-16,-4 2 20 0,1 1 35 16,-4-1 37-16,-2 3 36 0,-4 2 43 0,0-2 37 15,-4-1 12-15,-3 6 6 0,-3-1 2 16,-2 3 2-16,0-1-1 0,-5 5-11 15,-2 0-12-15,0-2-17 0,-1-2-11 0,-3 2-13 16,-3-4-15-16,3-1-18 0,-4-4-12 16,4-1-90-16,-5-3-52 0,1-2 0 0,1 0 0 15,3-4 0-15,11 0 0 0,-25-4 0 16,14-1-116-16,4 0-221 0,-2-3-87 16,6 0-91-16,-1-4-96 0,4-2-139 0,4-3-53 15,1-5 87-15,9-7-617 16,6 0-789-16</inkml:trace>
  <inkml:trace contextRef="#ctx0" brushRef="#br0" timeOffset="319.04">2017 4611 3414 0,'-4'-6'-60'0,"4"6"66"16,0 0 42-16,0 0 33 0,0 0 2 15,0 0 70-15,0 0 27 0,0 0 3 16,-5 26 6-16,7-15-9 0,1 4-9 15,4-1-6-15,0-1-23 0,4 1-8 16,-3 0-13-16,6-2-5 0,0 0-7 0,0-5-4 16,1-1-4-16,-1-1 0 0,1-3-2 15,0-2-3-15,-15 0-1 0,29-5 0 16,-16-3 1-16,1 2-1 0,-1-2-2 0,-2-3-7 16,-1-1-11-16,-3 2-4 0,-1-3-8 15,0-3-8-15,-5-1-6 0,-1 0 4 0,-1-5-18 16,-5-3-13-16,-3-8-18 0,-3-2-20 15,1 4-31-15,-2 2-37 0,3 8-38 16,2 4-57-16,1 3-57 0,3 6-66 0,0 1-71 16,-2 2-73-16,2 2-102 0,4 3-155 15,-5-4 49-15,5 4-432 0,0 0-558 16</inkml:trace>
  <inkml:trace contextRef="#ctx0" brushRef="#br0" timeOffset="800.26">2178 3984 3048 0,'-10'-4'79'0,"4"0"53"15,6 4 30-15,-9-5 5 0,9 5-5 0,0 0 1 16,0 0 34-16,0 0 10 0,2 24-12 16,5-6-17-16,7 11-15 0,1 0-7 0,2 3-12 15,0-1-15-15,2-1-13 16,-2 3-13-16,1-2-9 0,1 0-7 0,-4-4-6 15,-1 0-10-15,-3 2-5 0,0-7-5 16,-3-5-6-16,-2-2-1 0,-1-1-7 16,-1-4 0-16,0 1 0 0,-3-3 16 0,3-1 34 15,-1-2 28-15,-3-5 2 0,0 0-7 16,0 0 1-16,0 0-11 0,0 0-5 0,-8-33-14 16,6 20 1-16,0 1-4 0,2 0-9 15,0-1-5-15,0 4-11 0,2 0-6 16,1 1-4-16,4 2-10 0,0 2-5 0,3 0 1 15,-10 4-8-15,19 0-4 0,-19 0-9 16,22 6 7-16,-10-2-2 0,-3 3-2 16,3 2 9-16,0 1 15 0,-5 1 15 15,0 2 21-15,-2-1-47 0,0 2-34 0,-3 3 0 16,-2-5 0-16,2 3 0 0,-4-2 0 16,0-1 0-16,2 1 0 0,-1-3 0 15,-3 2 0-15,-1-4 0 0,3 0 0 0,-3-4 0 16,-1 0 0-16,6-4-202 0,-11 1-238 15,11-1-106-15,-14-7-138 0,11-3-192 0,1-2 68 16,6-5 81-16,-1-5-602 0,11-5-786 16</inkml:trace>
  <inkml:trace contextRef="#ctx0" brushRef="#br0" timeOffset="1217.04">2863 4013 3450 0,'-11'-8'-81'16,"6"3"60"-16,5 5 45 0,-12-7 46 16,6 4 30-16,6 3 27 0,-9-6 5 0,9 6 7 15,0 0 1-15,-14-4-8 0,14 4-13 16,0 0-9-16,0 0-13 0,-22 10-6 16,14-4-10-16,-2 5-6 0,1-1-5 0,-3 5-5 15,5-1-9-15,1 0-6 0,-1 0-6 16,3-3 1-16,2 2-7 0,-1-1-5 15,3-2-3-15,3-1-4 0,-1-1 0 16,4 1-1-16,-1-1 0 0,4 1 2 0,2-1 8 16,2-1 3-16,-1 0-1 0,4 0 2 15,0 0 5-15,-1 0 6 0,0 0-2 16,-2 0 11-16,0 1 20 0,-1-1 20 0,-1 1 17 16,1 4 17-16,-6-6-1 0,1 3 11 15,-3 1 6-15,0 0-5 0,-1 0-1 0,-3 1-14 16,0-3-12-16,0 3-7 0,-3-2-12 15,-1 2-10-15,-2-2-9 0,-1-1-10 16,-1-1-35-16,-3-2-62 0,0-1-65 16,-3-3-81-16,14-1-84 0,-27-3-96 15,16 1-120-15,0-2-123 0,1 0-209 0,4-3 61 16,4-2 91-16,2-4-494 0,6 1-614 16</inkml:trace>
  <inkml:trace contextRef="#ctx0" brushRef="#br0" timeOffset="1816.21">3062 4045 2893 0,'0'0'-36'16,"0"0"72"-16,2-6 42 0,-2 6 48 15,0 0 31-15,0 0 21 0,0 0 27 16,0 0 9-16,0 0-2 0,0 0-4 16,0 0 1-16,0 0-6 0,2-9-6 0,-2 9-24 15,5-11-17-15,-3 5-16 0,-2 6-13 16,6-12-9-16,-5 4-10 0,2 2-7 15,-3-3-12-15,-3 1-10 0,3 8-7 0,-3-17-7 16,1 9-6-16,2 8-11 0,-6-8-11 16,6 8-4-16,-7-4-4 0,7 4-3 0,0 0-4 15,0 0-3-15,-25 14-1 0,18-4-4 16,-1 3 1-16,2 1 3 0,0-2-4 16,1 5-1-16,1 0-5 0,2-2-1 0,2 0 0 15,0-1 2-15,2-3 6 16,2 4-1-16,1-3 10 0,3 0 6 0,0-4 2 0,5-1-1 15,-2-4-10-15,3-2-2 16,5-2 0-16,3-6-9 0,7-6-26 0,2-6-33 16,-1 0-50-16,4-11-39 0,1-5-36 15,-4-4-27-15,-5 0-6 0,-3-5 16 16,-4 0 23-16,-4-3 12 0,-7 6 26 0,-4-2 5 16,-4-3 24-16,-4-14 33 0,-10-3 11 15,-7-2 28-15,-1-20 10 0,-15 6 7 0,-6 1 1 16,-4 5 2-16,-1 7-4 15,10 21 17-15,2 6 3 0,2 13 9 0,6 6-3 16,-1 7-1-16,7 7 6 0,1 2 11 16,3 8 8-16,1 2 9 0,2 3 1 0,2 6 9 15,2 3 4-15,4 2-1 0,7 4 16 16,5 13 10-16,8 10 4 0,8 3 4 16,8 1-7-16,16 13-7 0,9-6-6 0,3-2-8 15,8-2-1-15,-1-4-5 0,6-7 0 16,-14-10-11-16,1-3-3 0,0-4-24 0,-3-4-47 15,-7-4-51-15,-8-4-68 0,-5-4-69 16,-7-7-76-16,-5-3-80 0,-4-6-101 16,-2-5-148-16,5-8-20 0,-5-4 52 0,-5 1-316 15,-5 1-383-15</inkml:trace>
  <inkml:trace contextRef="#ctx0" brushRef="#br0" timeOffset="1999.96">3247 3696 2761 0,'-16'7'232'0,"7"-1"36"0,1-2 19 0,5-4 20 16,3 0 14-16,0 0 12 0,0 0-17 15,0 0-24-15,0 0-21 0,16-29-30 16,9 7-33-16,0-2-87 0,9-5-105 0,1 0-100 16,-3 0-104-16,2 1-117 0,-5 7-100 15,-1 2-141-15,-1-1-155 0,0 3 67 0,-8 3-424 16,-4 4-531-16</inkml:trace>
  <inkml:trace contextRef="#ctx0" brushRef="#br0" timeOffset="4099.97">1467 5929 1437 0,'-44'27'76'0,"3"-1"-41"0,-4 1-11 15,9-2-7-15,11-9 27 0,8-5 26 16,4-5-5-16,5-6-7 0,8 0 6 16,0 0 0-16,19-29 16 0,16-5 4 0,23-19 7 15,21-13-4-15,12-11 2 0,35-36-6 16,8-1-3-16,10-12-3 0,5 5 6 16,15 0 13-16,3 0-2 0,3-5 14 15,-1 1 16-15,1 4 22 0,-10 14 12 16,-11 6-2-16,-13 7-9 0,-36 30-16 0,-8 6-13 0,-10 11-10 15,-25 11-10-15,-10 10-9 16,-7 3-9-16,-13 7-6 0,-4 5-11 0,-7 1-4 16,-5 3-13-16,-2 1-12 0,1 2-12 15,-4 0-35-15,-6 4-49 0,0 0-67 16,7-1-75-16,-7 1-85 0,0 0-136 0,0 0-181 16,-7 17 41-16,7-17-240 0,-9 15-292 15</inkml:trace>
  <inkml:trace contextRef="#ctx0" brushRef="#br0" timeOffset="6282.68">1963 6245 2116 0,'7'-4'27'0,"-7"4"39"0,7-2 26 15,-7 2 14-15,0 0 22 0,0 0 15 16,0 0 14-16,8-8 4 0,-8 8-14 16,0 0 10-16,2-9 3 0,-2 9-2 0,0 0-1 15,0 0-13-15,0 0-14 0,-11-12-14 16,11 12-7-16,-15-2-18 0,15 2-7 15,-25 6-10-15,11 0-9 0,-6 5-3 16,-5 4-5-16,-2 5-10 0,0 4-3 0,0-1-6 16,-3 10-2-16,1 0-8 0,9-4-2 15,1-4-4-15,3-1-7 0,8-3-4 16,1-6-1-16,7-1 6 0,2-1-5 0,3-2 3 16,7 1-2-16,7-4-4 0,11 4 0 15,6-5 4-15,3 1 2 0,5-4-9 0,4 0 6 16,-3 0-1-16,-1 2-1 15,-2-1-1-15,-4 1-1 0,-4 4 6 0,-9 0 11 16,-4-1 38-16,-4 4 46 0,-2 0 41 16,-3 4 31-16,-7-4-3 0,0 4 10 15,-2 1 7-15,-6-2-15 0,1 2-10 0,-5 0-14 16,-2 2-15-16,0-4-15 0,2 1-11 16,-5-3-11-16,0 1-11 0,-1-6-12 0,0-1-51 15,-1-6-77-15,1 0-76 0,2-2-77 16,-3-2-94-16,3-3-108 0,-1-2-103 15,3 0-185-15,1-2-80 0,6-4 71 0,2 3-548 16,0-4-710-16</inkml:trace>
  <inkml:trace contextRef="#ctx0" brushRef="#br0" timeOffset="6966.74">2412 6638 3190 0,'-2'4'-35'0,"2"-4"52"0,0 0 36 15,0 0 31-15,0 0 18 0,0 0 15 16,0 0 2-16,0 0 14 0,0 0 9 16,0 0 2-16,0 0-14 0,0 0-12 0,10-18-10 15,-6 7-11-15,-1-4-9 0,1-3-7 16,-2 1-10-16,0 0 3 0,-2-1-5 0,2-2 2 16,-1 3 3-16,-1 2 7 0,-1 0 5 15,-1 3 11-15,0-2 7 0,0 2-4 16,2 3-4-16,0 3-12 0,0 6-13 15,-4-14-6-15,4 14-14 0,0-9-3 0,0 9-2 16,0 0-7-16,0 0-1 0,0 0-7 16,0 0 7-16,0 0-1 0,0 0-1 15,23 24-2-15,-15-15-4 0,1-2 0 16,3-1-3-16,1 1-2 0,1-2-3 0,1-1 9 16,0-2-11-16,2-2-2 0,1-2-1 15,-4-2 3-15,2-1 3 0,-1-4-3 0,2 0-1 16,-4-2 2-16,-1-3-4 0,-4 3-3 15,-1-3 2-15,0 0 7 0,0-1 3 16,-3-1 7-16,-4 2-3 0,3-2 11 0,-3 5 13 16,0-3 10-16,0 4 13 15,0 1-3-15,0 1-12 0,0-1 0 0,0 9-14 16,0-10-9-16,0 10-9 0,2-7-3 16,-2 7-2-16,0 0-3 0,0 0 3 0,0 0-8 15,0 0 6-15,23 15-5 0,-15-10-1 16,-1 1-5-16,0 0-10 0,4-4 2 0,-2 2-5 15,-9-4-18-15,19 2-23 0,-19-2-20 16,22-8-17-16,-10 0-16 0,1-4-11 16,-1-3-10-16,3-11 3 0,-2 0 1 0,-3-1-1 15,-2 3 9-15,-3 0 1 16,-3 0 9-16,0-3 11 0,-4-12 9 0,-2 0 7 16,-1-3 6-16,-3 2 8 0,-5-11 7 15,1 5-2-15,1 9 8 0,1 6 8 0,3 7 0 16,1 7 6-16,3 3 1 0,-4 4-4 15,3 1-1-15,1 3-2 0,-1 0 6 16,4 6-3-16,-4-5 4 0,4 5-10 0,0 0-20 16,0 0-28-16,0 0-33 0,0 0-53 15,-11 16-62-15,11-9-61 0,0-7-84 0,0 11-121 16,0-2-120-16,2 0 38 16,-2-1-267-16,0 1-331 0</inkml:trace>
  <inkml:trace contextRef="#ctx0" brushRef="#br0" timeOffset="7698.42">2831 5794 2445 0,'-7'-6'98'0,"7"6"51"0,-6-6 13 16,6 6 26-16,0 0 13 0,-9-5-16 0,9 5-19 15,0 0-26-15,0 0 35 0,0 0 21 16,0 0-6-16,15 36-5 0,-6-20-3 0,7 12-1 16,0 0-13-16,-2-3-1 0,1 2-15 15,-1 2-9-15,-1-4-3 0,-6-5 11 16,1-3 3-16,0-3 5 0,-3-2 7 16,-1-1 1-16,0-1-2 0,0-1 6 15,0-2 15-15,0-2 2 0,-4-5 14 0,3 10 9 16,-3-10 1-16,0 0-16 0,0 0-24 15,0 0-94-15,0 0-78 0,0-27 0 0,0 9 0 16,-3-1 0-16,1 1 0 0,0 1 0 16,0 1 0-16,0 3 0 0,2 1 0 0,-2 1 0 15,2 2 0-15,2 0 0 0,-2 9 0 16,6-10 0-16,1 5 0 0,-7 5 0 16,15-5 0-16,-3 5 0 0,-12 0 0 0,23-1 0 15,-12 1 0-15,-11 0 0 16,22 0 0-16,-13-2 0 0,-9 2 0 0,17 0 0 15,-17 0 0-15,13-2 0 0,-13 2 0 16,11-5 0-16,-2-2 0 0,-4-5 0 0,1-4 0 16,1-2 0-16,0-1 0 0,2-2 0 15,-2-1 0-15,2 3 0 0,-2-1 0 0,0 5 0 16,-1 1 0-16,-1 1 0 0,1 3 0 16,-1 1 0-16,2 1 0 0,2 2 0 15,0 0 0-15,2 2 0 0,-2 2 0 0,0-3 0 16,-9 5 0-16,21-1 0 0,-21 1 0 15,23 0 0-15,-15 0 0 0,1-2 0 0,-9 2 0 16,19-2 0-16,-19 2 0 16,13-2 0-16,-6-1 0 0,2-2-286 0,-2-2-454 15,5-3-188-15,-2-1 58 0,3-2 87 16,1-1-776-16,4-6-1002 0</inkml:trace>
  <inkml:trace contextRef="#ctx0" brushRef="#br0" timeOffset="7982.79">3808 5348 4233 0,'0'0'-17'0,"-5"15"71"0,-1 0 69 0,-5 2 50 16,-8 16 47-16,-8 12 56 0,-5 5 23 15,-13 18 14-15,-9 7 8 0,-5 3 0 16,-8 9-6-16,-8 7-7 0,-27 29-11 16,20-26-13-16,-30 28-17 0,-4-3-16 15,1-6-98-15,25-28-153 0,1-2 0 0,1 1 0 16,4-3 0-16,10-6 0 0,8-6 0 15,6-11 0-15,20-19 0 0,7-7 0 0,11-9 0 16,1-3 0-16,7-6 0 0,3-5 0 16,4-4 0-16,1-1 0 0,2-2 0 0,0-2 0 15,4-3 0-15,-6 6 0 16,6-6 0-16,0 0-412 0,0 0-170 0,0 0-138 16,0 0-162-16,20-14 78 0,-15 7-825 0,3 1-1069 15</inkml:trace>
  <inkml:trace contextRef="#ctx0" brushRef="#br0" timeOffset="12214.98">2860 7927 4212 0,'0'0'-59'16,"-10"-12"62"-16,5 5 70 0,-1 2 59 0,0-1 37 15,6 6 12-15,-9-7-4 0,9 7-20 16,0 0-21-16,0 0-9 0,0 0 8 16,0 0-4-16,13 29-14 0,4-1-25 0,4 2-4 15,4 6-14-15,-1 1-8 0,1 1-3 16,2-1-8-16,-6-8-6 0,-4 3-2 0,2-4-5 15,-4 1-3-15,-1-4-11 0,-5-4-40 16,0-3-49-16,0-1-46 0,-4-1-72 16,-1-6-52-16,0 1-58 0,-2-3-77 15,-2-3-112-15,0-5-124 0,0 0-62 16,0 0 72-16,0 0-345 0,-25-18-415 0</inkml:trace>
  <inkml:trace contextRef="#ctx0" brushRef="#br0" timeOffset="12630.79">2875 7977 2513 0,'-10'-15'4'0,"3"4"44"0,1 3 24 16,1-2 17-16,5 4 12 0,-4-2 4 0,4 8 14 16,0-9 9-16,0 9 7 0,7-8 4 15,1 3-1-15,4 2 3 0,1 1-6 16,0 2-7-16,-13 0-6 0,32 4-10 16,-13-1-3-16,3 2-4 0,-2 2-3 15,-1 1 1-15,-1 1-17 0,0 2 5 0,-4 2 0 16,3 1 3-16,-3 2-4 0,4 5 0 15,-2 4-2-15,-3-6 1 0,-3-2-5 0,-1 0-10 16,1-2-6-16,-2-1-9 0,-3 0-4 16,3-2-6-16,-3 0-3 0,3-2-7 15,0 4-3-15,1-1 1 0,1-4-9 0,0 3-4 16,-1-2-2-16,6 5-2 16,0-3-2-16,-2-1 0 0,3 1-1 0,-3-4-3 0,-1 4 1 15,3-3-3-15,-1-1 4 16,-5 2-2-16,2 0 10 0,-3-1 22 0,2 1 32 15,-7 0 47-15,-1-1 14 0,2 3 12 16,-4-2-1-16,-2 2 2 0,-2 1-8 0,-3 1-9 16,-1-3-12-16,-4 0-11 0,1 1-13 15,-3-3-19-15,2-2-46 0,-4 0-62 16,1-1-68-16,-1-4-76 0,3 0-68 0,0 0-79 16,0 0-86-16,13-2-62 0,-22-7-90 15,15 0-58-15,1-7-27 0,5-1-22 0,-1-3-533 16,5 0-661-16</inkml:trace>
  <inkml:trace contextRef="#ctx0" brushRef="#br0" timeOffset="12964.96">3306 8170 3005 0,'17'-24'-161'0,"-2"0"48"0,3 4 45 16,-2 4 39-16,-2 3 32 15,-3 1 39-15,2 6 30 0,1-2 23 0,1 3 29 16,-3 1 12-16,-1 2 15 0,-11 2 20 16,27 6 15-16,-16 1 13 0,1 2 9 0,-1 7-7 15,0 0-1-15,-3-3-4 0,-2 3-1 16,-2 3-3-16,-1-3-13 0,-3 2-3 0,0 0-25 15,-1 0-13-15,-1-3-16 0,-2 1-11 16,0-2-8-16,-1-5-2 0,-4-1-16 16,2-4-10-16,7-4-9 0,-23-10-22 0,3-9-8 15,0-6-7-15,4-6 3 16,5 2-5-16,0 0-5 0,3 5-6 0,6 3-3 0,0 8-4 16,4-2-4-16,5 4-1 15,0 0-5-15,2 3 5 0,5 2-1 0,1 2 1 16,1 1-4-16,-2 3 3 0,4 0 0 15,2 0-4-15,0 3-13 0,-1-1-16 16,1 2-22-16,-4 0-31 0,-1-3-33 0,2 2-35 16,-4 0-25-16,-1-3-35 0,-1 1-33 15,-11-1-29-15,18-1-60 0,-11-2-68 0,-1-3-73 16,-1 0-82-16,1 1-40 0,-1-7-375 16,-3-1-448-16</inkml:trace>
  <inkml:trace contextRef="#ctx0" brushRef="#br0" timeOffset="13165.88">3681 7736 2446 0,'-4'-10'-85'15,"2"4"48"-15,-1 6 46 0,3 0 44 16,0 0 36-16,0 0 25 0,0 0 28 16,-4 26 19-16,6-15-1 0,0 1 5 0,1-2 2 15,1 4-8-15,2 1-1 0,0-3-11 16,2 0-12-16,-1 0-7 0,0-2-14 0,4-3-9 16,-2 0-11-16,4-3-8 0,-3-2-14 15,-10-2-42-15,27-4-53 0,-13-3-69 16,4-3-84-16,-1-4-62 0,4-8-57 0,0-5-82 15,-2-2-126-15,2-12-46 16,-2-2 66-16,-8-7-155 0,0-3-136 0</inkml:trace>
  <inkml:trace contextRef="#ctx0" brushRef="#br0" timeOffset="13382.76">3711 6692 1665 0,'-22'-27'41'16,"3"8"59"-16,1 4 37 0,5 3 39 15,1 2 35-15,1 4 4 0,2 2-5 0,0 1-2 16,9 3-17-16,0 0-8 0,-25 17 7 15,18 4 2-15,7 5 0 0,3 14 9 16,6 16 3-16,4 3 1 0,7 4-31 0,8 17-12 16,5-3-14-16,3-4-16 0,2 0-12 15,1-4-13-15,-9-13-12 0,0-2-37 16,-1-4-50-16,2 1-62 0,-6-8-64 16,0-2-56-16,-7-11-74 0,0-2-64 0,-6-10-72 15,0-4-75-15,-7-4-108 0,3-5-14 16,-6-3-313-16,-2-2-376 0</inkml:trace>
  <inkml:trace contextRef="#ctx0" brushRef="#br0" timeOffset="13566.99">4016 7475 2343 0,'0'-6'56'0,"0"6"70"0,-7-12 50 16,5 7 30-16,0-3 18 0,0 0 14 0,1 0-7 16,-1-5-20-16,0 5-21 0,2-2-19 15,0-2-18-15,0 1-17 0,0-1-29 16,2 0-60-16,-2 4-50 0,0-3-70 0,3 0-44 15,-3-1-54-15,0 6-50 0,0-5-32 16,0 3-31-16,0 2-19 0,0 6-16 0,-3-9-11 16,3 9-12-16,0 0-406 0,0 0-239 15</inkml:trace>
  <inkml:trace contextRef="#ctx0" brushRef="#br0" timeOffset="13713.63">3971 7291 1980 0,'-4'8'-19'0,"1"-1"52"0,3 0 45 0,0-7 42 16,0 14 32-16,3-6 25 0,-1 2 13 15,2 1 11-15,3 1 5 0,1 1-12 0,2 3-9 16,3-1-15-16,-1-5-14 15,-1 0-18-15,2 2-2 0,3-4-19 0,-4-2-13 16,2 0-9-16,-1-3-21 0,1-3-43 16,-14 0-56-16,26-6-76 0,-10-2-92 15,-2-3-103-15,-1-3-136 0,-4-2-153 0,8-7 42 16,-4-5-254-16,1-2-285 0</inkml:trace>
  <inkml:trace contextRef="#ctx0" brushRef="#br0" timeOffset="14130.89">4145 6389 2173 0,'-25'-14'125'16,"-4"0"60"-16,-3 3 38 0,3-1 43 0,6 6 36 15,2-1 30-15,4 3 9 16,3 0 0-16,1-2-21 0,1 2-47 0,12 4-24 16,0 0-29-16,-14 14-12 0,14 1-3 15,9 16-3-15,8 16 4 0,5 8-8 16,12 19-18-16,0 2-13 0,4-3-18 0,0 1-11 15,3-1-10-15,-7-1-31 0,-2-15-34 16,-1-4-54-16,-7-2-57 0,0-3-52 0,-2-3-54 16,-1-3-47-16,-4-11-37 0,-2-6-51 15,-4-5-40-15,-2-4-15 0,-2-7-13 0,-3-3-16 16,-1-4-5-16,-3-2 2 0,0 0 36 16,0 0 38-16,-3-24 54 0,-10-1 75 15,-1-3 74-15,-4-1 88 0,0 0 71 16,-3 0 83-16,2 3 58 0,0 3 55 15,5 3 50-15,1 7 43 0,2 2 37 0,3 1 19 16,-2 1-4-16,3 2-10 0,1 2-18 16,-2 0-29-16,4 0-30 0,4 5-34 0,-9-9-32 15,9 9-28-15,-5-7-27 0,5 7-39 16,-2-8-54-16,2 8-69 0,0 0-102 0,5-12-104 16,3 8-102-16,1-1-114 0,5 2-119 15,-1 1-152-15,4-1-185 0,-2 3 75 16,5 2 84-16,-3 1-571 0,0 0-720 0</inkml:trace>
  <inkml:trace contextRef="#ctx0" brushRef="#br0" timeOffset="14563.94">4482 7122 3335 0,'-4'6'91'16,"-2"-2"87"-16,6-4 40 0,-8 9 22 16,8-9 12-16,-1 5 6 0,1-5-9 0,0 0-3 15,0 0-41-15,0 0-13 0,0 0-16 16,0 0-7-16,0 0-24 0,0 0-11 15,0 0-8-15,15-22-22 0,-9 12-5 0,1-1-12 16,2-2-10-16,-3 0-9 0,2-2-6 16,-2 2-7-16,-1-1-4 0,-3 2-3 0,0 0-1 15,-6 0-7-15,1-2-4 16,-3 0-3-16,-6 1 0 0,-3-3 7 0,-2 5-3 16,-2-1 1-16,0 0-6 0,1 3-3 15,-2 1 9-15,4 6-6 0,-2-2-11 0,4 4-2 16,1 2 0-16,-1 0 5 0,1 0-4 15,4 3 19-15,-1 0-2 0,3-3-2 0,-1 0 3 16,8-2 1-16,-12 3-2 0,12-3 1 16,0 0 3-16,0 0-1 0,0 0-7 15,0 0 1-15,21-17-6 0,-1 5 3 0,-2 2-6 16,3 3 0-16,3-2-3 0,-1 3-6 16,1 3 0-16,-5 1-2 0,2 4-5 0,-2 0 0 15,2 2 2-15,0 4-2 16,-4 0-3-16,2 1-13 0,-4 3-23 0,-1-2-37 0,-3 1-40 15,-1 1-29-15,1-2-50 16,-5 1-65-16,-1-2-71 0,-1 2-114 0,-2-4-117 16,3-1-167-16,-4-1-59 0,-1-5 85 15,0 0-580-15,0 0-735 0</inkml:trace>
  <inkml:trace contextRef="#ctx0" brushRef="#br0" timeOffset="15481.59">4622 6699 3788 0,'-11'-10'116'16,"6"5"45"-16,-4 0 34 0,9 5 18 15,-9-6 4-15,9 6-6 0,0 0-5 0,0 0 17 16,0 0 5-16,0 0 10 16,0 0-1-16,-3 18-5 0,3-18-17 0,7 17-16 15,-2-7-18-15,2 0-18 0,0 2-16 16,-1 0-11-16,-1 0-14 0,1-2-10 16,0 1-17-16,-2-3-7 0,0 2-7 0,0 1-8 15,-3-1-9-15,1-2-24 0,-2-1-26 16,0-7-28-16,-3 14-25 0,1-8-37 0,2-6-14 15,0 0-20-15,0 0-11 0,-25-20 6 16,17 3 7-16,1-5 13 0,0 0 8 0,2 0 9 16,1 1 11-16,2 4 8 0,1 3 6 15,-1 1 5-15,5 1 19 0,-1 4 20 16,4 2 17-16,0 3 16 0,-6 3 1 16,19-2-1-16,-19 2-2 0,30 5-2 15,-12 0 3-15,4 0-5 0,1-1-12 0,0 1-22 16,0 0-24-16,-2-3-24 0,-4 1-33 15,3-1-24-15,-6-2-27 0,2 0-25 0,-5-2-35 16,0-3-52-16,-1 0-33 0,0-4-17 16,-5-1-6-16,-1-2 26 0,-1-5 15 0,0 1 28 15,-6-3 35-15,-2-2 32 0,-6-10 42 16,0 4 51-16,-1 5 55 0,1 3 51 16,-1 4 68-16,2 1 31 0,-1 4 23 0,1 1 9 15,1 4 3-15,3 2 6 16,1 1 11-16,5 2 4 0,0 0 0 0,0 0 1 15,0 0-4-15,-10 14-9 0,10-14-16 16,3 15-10-16,2-8-15 0,2 0-13 0,-3 1-7 16,3-3-12-16,4 1-7 0,0-3-11 15,-11-3-23-15,21-3-36 0,-6-3-40 16,-1-4-27-16,6-9-25 0,1-8-28 0,-3-2-23 16,-2-5-15-16,0-11-15 0,-7 4 6 15,-1-13-10-15,-3-2-6 0,-7-6 11 0,-5-4 18 16,-4-4 13-16,-14-22 10 0,-5 0 15 15,-10-1 10-15,-3 2 26 0,0 12 45 0,-1 13 52 16,9 22 38-16,3 7 26 16,-2 10 12-16,7 13 10 0,4 10 9 0,4 6 19 15,0 8 10-15,-2 11 11 0,2 10 5 16,5 16-1-16,5 5 10 0,7 5 4 16,6 1 3-16,7 3-5 0,5-1-12 0,5 2-17 15,5-1-19-15,15 10-7 0,-7-21-12 16,6 1-14-16,0-9-11 0,0-3-38 0,-2-4-37 15,-2-5-42-15,-9-9-21 0,-4-4-7 16,-4-6-6-16,-6-3 4 0,-4-5-5 0,1-3-15 16,-10 0-6-16,13-15 4 0,-9 5 9 15,0-4 8-15,-2-3 6 0,-1-2 10 16,-1 2 3-16,-1 3 14 0,-1 2 21 16,2 2 9-16,0 0 4 0,-2 3-2 15,2 7 12-15,2-11 20 0,-2 11 9 0,0 0 3 16,0 0-3-16,0 0 7 0,0 0-12 15,0 0-1-15,25 20-4 0,-20-15-13 0,2-2-1 16,-7-3-9-16,13 7-33 0,-13-7-37 16,14 3-50-16,-14-3-50 0,20-5-70 0,-11 0-64 15,3-2-47-15,-1-1-44 16,-2 1-24-16,0-3-22 0,-2 2 15 0,1 3-4 16,-5 1 5-16,1 0 46 0,-4 4-510 15</inkml:trace>
  <inkml:trace contextRef="#ctx0" brushRef="#br0" timeOffset="15583.96">5126 6036 2173 0,'0'0'-104'0,"5"-6"53"16,-5 6 41-16,0 0 33 0,0 0 30 0,4-4 15 15,-4 4 8-15,0 0 3 16,0 0-7-16,0 0-13 0,0 0-11 0,0 0-36 16,6-5-40-16,-6 5-61 0,0 0-67 15,0 0-84-15,6-4-435 0,-6 4-171 16</inkml:trace>
  <inkml:trace contextRef="#ctx0" brushRef="#br0" timeOffset="15883.49">5665 6092 2075 0,'-15'26'185'0,"-8"12"76"0,-6 4 57 0,-7 9 43 16,-18 19 31-16,-8 5 25 0,-10 5-2 16,-11 9-11-16,-41 35-32 0,-16 13-34 0,-17 12-46 15,-16 14-29-15,-10 9-22 0,-12 2-21 16,-4 1-15-16,8-3-8 0,6-12-26 0,16-8-13 15,22-13-5-15,19-19-6 0,42-38 2 16,16-11-12-16,11-15-12 0,20-16-14 0,9-8-27 16,11-8-84-16,4-7 0 15,5-3 0-15,5-2 0 0,1-4 0 0,4-1 0 16,2-3 0-16,-2-4 0 0,7 5-38 16,-7-5-178-16,0 0-54 0,22-5-43 15,-13-2-66-15,2-2-72 0,-1-1-92 0,1-5-120 16,0-3-115-16,1 2 74 0,-1-5-601 15,0-6-762-15</inkml:trace>
  <inkml:trace contextRef="#ctx0" brushRef="#br0" timeOffset="21413.42">19512 2159 3321 0,'-14'-2'-155'0,"14"2"59"15,-18-4 50-15,8 1 38 0,10 3 39 16,-13-2 41-16,13 2 31 0,0 0 36 0,-18-3 15 16,18 3 8-16,0 0 16 0,-9-4 6 15,9 4 1-15,0 0-5 0,0 0 1 16,0 0-12-16,-9-3-7 0,9 3-13 0,0 0-10 15,0 0-10-15,0 0 8 0,0 0-8 16,0 0-2-16,45 3-22 0,-20 1-2 0,13 1-12 16,2 0-7-16,7 0-2 0,14-1-12 15,0 2-12-15,4 1-3 0,4 0-7 16,0-2 4-16,-5 2-6 0,5-2-10 16,-5-3 0-16,-4 3-8 0,-12-3 2 15,-5 0-3-15,0-2-1 0,-6 3 1 0,-2-3-9 16,-9 2 3-16,-3-2 0 0,2 0-1 15,-2 0-1-15,0 0 2 0,2 0 0 0,-2 0-8 16,-1 0 1-16,7 0 0 0,-5 1 1 16,5 1-2-16,2-2-6 0,-3 0 2 15,1 2 2-15,1 0-7 0,-1 0 10 0,2-2-7 16,-1-2-4-16,0 4 5 16,-3-4 4-16,2 2-5 0,-2 0 1 0,0-2-3 0,-5 2-1 15,-1-2 7-15,-2 0-8 16,2 2-4-16,0-3 3 0,-4 3 0 0,2-2 5 0,-2 1-5 15,2-3 0-15,-2 2-5 16,3-1 7-16,-2 1 10 0,2-1-12 16,-2 3 0-16,3-3-4 0,4-1-4 0,-1 1 8 15,1-1-4-15,-5 2-4 0,-1 1 4 16,1-1 8-16,-6 2-9 0,-1-2 1 0,1 1 0 16,-1-1 0-16,-13 2 4 0,20-2-2 15,-20 2 3-15,14-2-5 0,-14 2 9 0,14-1-6 16,-14 1 0-16,0 0 8 0,15-2-3 15,-15 2 2-15,0 0 25 0,14-3 2 16,-14 3 16-16,0 0 9 0,9-2 3 16,-9 2-7-16,6-7-8 0,-5 0-5 15,4 0-1-15,-1-3-11 0,-1-2 1 0,3-3-3 16,0-6-4-16,-3-2-1 0,6-10-6 16,-2-6-3-16,-2-2-7 0,7-11 6 0,-2-4-5 15,1 0-9-15,0 1 1 0,-3 3 7 16,1 10-3-16,-1-1-4 0,-3 4-3 15,2 5 3-15,-2 1-2 0,-5 8-4 0,4 3 6 16,-2 5 2-16,0 1 2 16,0-1-3-16,-2 5-4 0,0-1-2 0,1 3-1 0,-1-2 5 15,0 1 0-15,0 1-5 16,0 2 6-16,0-1-4 0,0 0 4 0,2 0-1 16,-2 3-3-16,0-3-1 0,0 1 2 15,2 1 2-15,-2 7-4 0,0-14 2 16,0 8 1-16,0 6 0 0,0-12 3 0,0 7 0 15,0 5-1-15,0-12-7 0,0 8 4 16,0 4 4-16,0-8-5 0,0 8-2 0,-2-8 4 16,2 8 0-16,0-6 0 0,0 6 1 15,-2-7-4-15,2 7-1 0,0 0 1 0,0 0 0 16,-3-9-2-16,3 9 4 0,-9-4-4 16,9 4 3-16,-20-3 6 15,7 3 1-15,-1-2 4 0,1 0 8 0,-4 0 3 0,-2-1 4 16,2 3-1-16,-3 0 3 15,0-2 0-15,3 2-1 0,-5-2-4 0,4 2 2 16,-5 0-3-16,1 0 3 0,0 0-3 16,-1 0-1-16,2 0 1 0,-2 2-1 0,1-2 4 15,0 0-1-15,-3 2 3 0,2-2 0 16,1 0 0-16,-5 0-3 0,4 0 1 16,-5 3-7-16,-10-1-1 0,6 0-13 0,-9 0-1 15,-3 0 0-15,-4-2 0 0,-1 0 0 16,-2 1 0-16,-12-1 0 0,-2 3 0 0,-3-6 0 15,-3 2 0-15,-1-3 0 0,-3 2 0 16,5 0 0-16,-1-1 0 0,0-3 0 16,7 0 0-16,-1 1 0 0,4 0 0 15,10 3 0-15,7-1 0 0,0-1 0 16,7 4 0-16,12 0 0 0,0-2 0 0,3 0 0 16,3 2 0-16,4 0 0 0,-1-2 0 15,5 0 0-15,0 2 0 0,-1 0 0 0,12 0 0 16,-15-2 0-16,15 2 0 0,-15 0 0 15,15 0 0-15,-17-2 0 0,17 2 0 16,-12 0 0-16,12 0 0 0,-13 0 0 0,13 0 0 16,-16 0 0-16,16 0 0 15,-12 0 0-15,12 0 0 0,-13 0 0 0,13 0 0 16,-14 0 0-16,14 0 0 0,-11 0-1 16,11 0-2-16,0 0 3 0,-16 0-4 0,16 0 1 15,0 0 3-15,-11 0-1 0,11 0-1 16,0 0-3-16,0 0 6 0,0 0 2 0,0 0 0 15,-12 0-8-15,12 0 8 0,0 0-3 16,0 0-1-16,0 0 2 0,0 0-6 16,0 0 5-16,0 0-4 0,0 0 7 0,0 0-2 15,-9-3-5-15,9 3 8 0,0 0-5 16,0 0 5-16,0 0 0 0,0 0-4 0,0 0 4 16,0 0 0-16,0 0-2 15,0 0-1-15,0 0-4 0,0 0 6 0,0 0-2 16,0 0-1-16,0 0 0 0,0 0-3 15,0 0-1-15,0 0-5 0,0 0 5 16,0 0-3-16,0 0-6 0,0 0 2 0,-10 7-1 16,10 1 6-16,0 1 1 0,-1 3 0 15,-1 5 4-15,-2 3-4 0,-1 1 4 0,2 6 2 16,-3 5-4-16,1 4 5 0,-3 0-4 16,0-2 7-16,-1 2 2 0,-1-2 1 15,1 2 3-15,3-3 2 0,-4 0 4 0,5-2-2 16,-1-4-3-16,0-5-12 0,0 0 0 15,1-1 0-15,-1 1 0 0,3 1 0 0,-3-1 0 16,1 1 0-16,2-4 0 16,-1 5 0-16,0-4 0 0,3-2 0 0,-3 3 0 15,2-2 0-15,-2 0 0 0,2 0 0 16,1 3 0-16,-1-3 0 0,-3 3 0 16,3-2 0-16,2-1 0 0,-2-1 0 0,1-1 0 15,1 1 0-15,-4-1 0 0,4-2 0 16,-4-3 0-16,4 0 0 0,0 0 0 0,-2-2 0 15,2-1 0-15,0-1 0 0,0-1 0 16,0-7 0-16,-1 10 0 0,1-10 0 0,0 9 0 16,0-9 0-16,0 0 0 0,-2 10 0 15,2-10 0-15,-2 7 0 0,2-7 0 16,0 0 0-16,-4 8 0 0,4-8 0 16,0 0 0-16,0 0 0 0,0 7 0 15,0-7 0-15,0 0 0 0,0 0 0 0,0 0 0 16,-3 7 0-16,3-7 0 0,0 0 0 15,0 0-139-15,0 0-496 0,0 0-182 0,0 0-127 16,0 0 101-16,11-21-794 0,-11 21-1075 16</inkml:trace>
  <inkml:trace contextRef="#ctx0" brushRef="#br0" timeOffset="23162.87">24653 2793 4089 0,'-3'-4'-218'0,"3"4"61"16,-10-8 59-16,7 3 43 0,-2 0 32 15,-1 0 23-15,6 5 39 0,-5-13 28 0,-1 8 33 16,5-2 15-16,1 7 20 16,-6-10 11-16,6 10 2 0,-4-8-1 0,4 8-15 0,0 0-12 15,-4-7-15-15,4 7 4 16,0 0 11-16,0 0 13 0,-10 19 17 0,7-9 3 15,-3 5 1-15,3 2 5 0,-4 2 11 16,1 2-13-16,3 0-9 0,1 0-3 16,-4-4-13-16,5 1-7 0,-3-1-15 0,2 1-11 15,0-4-9-15,-1 1-3 0,2-3-14 16,-1-1-8-16,0-3-8 0,0 2-5 0,2-2-5 16,-4-1-19-16,4-7-27 0,-2 10-52 15,2-10-43-15,0 9-59 0,0-9-67 16,0 0-72-16,0 0-63 0,0 0-68 0,0 0-80 15,0 0-117-15,12-21-111 0,-6 10 57 16,1-3-428-16,3-3-572 0</inkml:trace>
  <inkml:trace contextRef="#ctx0" brushRef="#br0" timeOffset="23612.26">24558 2501 2803 0,'-7'-10'-130'0,"-2"1"49"0,0 3 30 0,2 0 27 16,-1 3 24-16,8 3 22 0,-17-5 16 16,17 5 15-16,-21 4 16 0,6 2 12 15,-5 6 32-15,-5 5 20 0,-7 12 13 0,2 4 25 16,1 5 15-16,1 3 26 0,0 0 5 16,3 6-3-16,2 0 0 0,3 1-28 15,5 2 0-15,6 2 3 0,5-11 0 16,4 3-8-16,4-3-12 0,7 6-10 0,9-3-2 15,4-3-15-15,11-5-18 0,1-1-5 16,7-6-12-16,5-5-10 0,5-3-7 0,2-4-12 16,1-7-11-16,-8-5 1 0,-1-3-7 15,3-6-7-15,3-3-8 0,2-4-1 16,-3-5-8-16,-2-3-1 0,-3-5-7 16,-5-5 4-16,0-6-5 0,-6-2 5 15,-4-3-3-15,-5-6 16 0,-6-3 4 0,-12-4-2 16,-3-6-2-16,-10-5-5 0,-9 0-6 15,-4 2-5-15,-19-11-10 0,3 18 0 0,-18-3-7 16,2 21-5-16,-9 4 2 0,-6 10-33 16,-6 5-32-16,-2 9-28 0,2 5-31 0,4 7-39 15,-2 4-47-15,5 5-58 0,4 1-65 16,9 6-76-16,1 2-76 0,15-4-102 0,6 2-175 16,1 2 57-16,6 0-457 0,4-2-618 15</inkml:trace>
  <inkml:trace contextRef="#ctx0" brushRef="#br0" timeOffset="25030.84">25560 2863 2872 0,'-5'-14'-110'0,"5"14"64"0,0-11 54 0,0 11 50 16,0-13 46-16,0 5 49 0,0 1 34 15,0 7 30-15,0-14 17 0,0 14 10 0,0-10-5 16,0 10-9-16,0-9-18 16,0 9-25-16,0 0-20 0,0 0-5 0,0 0 1 15,0 0 11-15,-18 21-3 0,13-6-6 16,-3 4-16-16,3 0-6 0,-3 3-17 0,4-1-5 16,-2 2-9-16,5-1-18 0,-1-3-4 15,2 0-6-15,-2 1-5 0,4-3-3 0,0-3-7 16,-1 0-5-16,-1-3 1 0,6 0-6 15,-2-1-12-15,2-2-3 0,1-2-1 16,1-1 0-16,-1-2-11 0,-7-3-4 0,21 0 0 16,-9 0 2-16,-12 0-1 0,26-5-3 15,-14 3-10-15,-1 0 0 0,2-1 5 16,-2 0-9-16,0 1 2 0,-11 2-6 0,21-3-1 16,-12 1-1-16,-9 2-5 0,21-2-3 15,-10 2 4-15,-11 0 0 0,25 2 0 16,-14 0 0-16,7-2 2 0,-5 0 3 0,-13 0 6 15,29 0 12-15,-15 2 18 0,-2-2-3 16,-12 0 4-16,25-4 10 0,-14 2-2 0,1-1 4 16,0 0 2-16,-2-1-2 15,-1-1-3-15,-2 0-2 0,1 0-3 0,-2-2-40 16,2-2-8-16,-5 1 0 0,3-3 0 0,-2 0 0 16,-3-5 0-16,5 1 0 0,-1-7-5 15,-4 4-127-15,1-1-52 0,2 4-54 16,-2 1-51-16,0 3-80 0,-1-1-91 0,-1 6-65 15,2 0-87-15,-2 6-182 0,0 0 50 16,0-5-562-16,0 5-763 0</inkml:trace>
  <inkml:trace contextRef="#ctx0" brushRef="#br0" timeOffset="25446.79">26208 2948 3333 0,'2'8'-125'16,"-2"-8"65"-16,5 10 58 0,-5-10 50 0,1 7 38 15,-1-7 40-15,0 0 28 0,4 8 19 16,-4-8 17-16,6 8 4 0,-6-8 0 0,7 6-3 16,-1-2-9-16,-6-4-13 15,12 3-26-15,-12-3-15 0,13 2-10 0,-13-2-11 16,0 0-13-16,21-3-8 0,-21 3-7 16,16-6-10-16,-4 0-2 0,-4 2-7 15,-3-4-8-15,4-3-2 0,-4-1-9 0,1 1 1 16,-3-2-9-16,-1 0 3 0,-2 2 8 15,0 3-17-15,-2-2-5 0,-3 2-6 0,-2 1 0 16,-4 3-4-16,0 2 2 0,11 2-4 16,-27 2 2-16,10 2-2 0,-2 3-4 15,0 3 7-15,2 0-3 0,0 7 2 16,4-3 0-16,3 1 0 0,1 2 4 0,3-3 0 16,2 3-3-16,4-4 2 0,2 1 0 15,2 2-3-15,1-1 0 0,5-1 4 16,2-4-5-16,2 2-2 0,4-2-11 0,-5-3-33 15,4-2-40-15,-2 1-55 0,5-4-51 16,-6-2-61-16,0 2-69 0,8-2-72 0,-8-2-118 16,2 1-196-16,2-3 35 0,0 0 76 15,0-2-311-15,0 4-378 0</inkml:trace>
  <inkml:trace contextRef="#ctx0" brushRef="#br0" timeOffset="25847.09">27151 2923 2306 0,'-5'-6'-41'0,"-3"0"40"0,1 3 39 16,-3-3 27-16,-1 4 26 0,0 0 24 16,-3 0 15-16,14 2 17 0,-34 4 9 0,12 1 13 15,-8 7 12-15,1 1 4 0,5 3 5 16,1 2 1-16,4 3-6 0,6-4-2 15,1-1-9-15,4 1-5 0,5-2-14 0,-1 2-11 16,4-3-9-16,0 3-12 0,4-2-11 16,1-1-11-16,4-2-13 0,2 2-41 0,2-4-55 15,4-2-79-15,3 1-88 16,2-1-105-16,-3-5-120 0,10-3-158 0,-2 0-113 16,-1-3 59-16,10-5-322 0,-3 1-415 15</inkml:trace>
  <inkml:trace contextRef="#ctx0" brushRef="#br0" timeOffset="26546.81">27533 2921 2524 0,'0'-8'79'15,"0"8"67"-15,0 0 49 0,0 0 29 0,0-8 0 16,0 8-14-16,0 0 32 0,0 0 21 16,0 0 3-16,0 0 0 0,0 0-30 15,-6 34-10-15,6-21-9 0,0 3-17 16,-1-1-14-16,-3 4 3 0,2-2 1 15,-5 2-6-15,0 0-6 0,3-4-13 0,-3 0-14 16,0-2-4-16,-4 0-11 0,0-2 1 16,4-1-14-16,-7-2-10 0,3-1-11 0,1-1-11 15,-1-2-9-15,11-4-7 0,-21-4-8 16,9-2-7-16,1-4-15 0,3-2-21 0,1-2-16 16,-1-4-9-16,6 1-4 0,1-1-3 15,2 1-2-15,-1 0 3 0,2 3-4 0,2 1-2 16,-2 2 3-16,3 0 8 0,1 6-11 15,0-1-4-15,-6 6 2 0,17-2 8 16,-17 2 3-16,19 4 2 0,-6 3 2 0,3-1-2 16,-1 2-1-16,1 5-2 15,-2-1 6-15,4 2-2 0,-5-2 2 0,-1-2-5 16,-1 0 5-16,0-1-5 0,-5 0 14 16,2-3-7-16,-3-1 5 0,1 1 6 0,-6-6 14 15,10 6 6-15,-10-6 2 0,9 4-6 16,-9-4-2-16,0 0-8 0,0 0 3 0,17-12-5 15,-11 1-1-15,4 0-5 0,-1-1-3 16,3-2 2-16,-1-1-3 0,-4 4 0 16,4 1-4-16,-6 2 4 0,1 1-4 0,-1 2-8 15,-5 5 3-15,0 0 7 0,0 0 5 16,20 15 1-16,-19-5-8 0,3 4-4 16,0 0 0-16,-2 3 0 0,1 0 0 0,-3 0 0 15,4-3 0-15,0 1 0 0,0-1 0 16,0-4 0-16,-2 0 0 0,2-3 0 15,-1 1 0-15,5-6 0 0,-8-2 0 0,15 7 0 16,-5-7 0-16,-10 0 0 0,25-3 0 16,-14-1 0-16,4 0 0 0,-4-3 0 0,7 1 0 15,-5-1 0-15,1 0 0 0,-1 3 0 16,1-4 0-16,-1 2 0 0,-1 0 0 0,1 1 0 16,-2 1 0-16,1-2 0 15,-3 3 0-15,2-1 0 0,-1-1 0 0,-3 2 0 16,1 2 0-16,-3-4 0 0,6 2-442 15,-2 0-141-15,2-1-134 0,1 1-190 0,-1 1 77 16,0 1-773-16,-11 1-1042 0</inkml:trace>
  <inkml:trace contextRef="#ctx0" brushRef="#br0" timeOffset="27294.86">28482 3060 4376 0,'-6'-5'-14'0,"6"5"88"16,-9-8 75-16,9 8 56 16,-6-5 33-16,6 5 16 0,0 0 4 0,-6-7-14 15,6 7-6-15,0 0-36 0,0 0-19 16,0 0-23-16,0 0-12 0,0 0-15 0,0 0-8 16,0 0-15-16,0 0-7 0,0 0-9 15,0 0 1-15,0 0-14 0,-6 22-7 0,6-22-4 16,-1 7-2-16,1-7-10 0,-2 7-10 15,2-7 5-15,0 0-4 0,-2 7 15 16,2-7 23-16,0 0 9 0,0 0-28 0,0 0-68 16,0 0 0-16,0 0 0 0,25-28 0 15,-14 18 0-15,-1 0 0 0,3-2 0 0,-2 1 0 16,1 3 0-16,-5 1 0 16,4 2 0-16,-2 1 0 0,0 2 0 0,-9 2 0 15,0 0 0-15,29 6 0 0,-18-1 0 16,1 2 0-16,1 0 0 0,-2 1 0 0,1 1 0 15,-1 1 0-15,1-3 0 0,-5 0 0 16,4-1 0-16,-3 0 0 0,-2-1 0 16,2 2 0-16,-1-4 0 0,-7-3 0 0,9 5 0 15,-9-5 0-15,0 0 0 16,20 0 0-16,-20 0 0 0,17-3 0 0,-8-2 0 16,1 1 0-16,0-1 0 0,-3 2 0 15,-7 3 0-15,13-7 0 0,-4 3 0 0,-9 4 0 16,9-3 0-16,-9 3 0 0,0 0 0 15,0 0 0-15,15 2 0 0,-15-2 0 16,10 8 0-16,-7-1 0 0,3 2 0 0,-1-1 0 16,3 1 0-16,0 1 0 0,0 2 0 15,1-2 0-15,1 0 0 0,1-2 0 0,2 0 0 16,1-1 0-16,2-1 0 0,2 0 0 16,3-2 0-16,1-4 0 0,3-2 0 0,2-2 0 15,0 3 0-15,0-5 0 0,-2 1 0 16,5-4 0-16,-6 1 0 0,-3-1 0 0,1 0 0 15,-8-2 0-15,4-1 0 16,-3-3 0-16,-1 1 0 0,-5-2 0 0,-2 3 0 16,0 1 0-16,-3 1 0 0,-3-2 0 15,-1 2 0-15,-1 0 0 0,-5 2 0 16,-2-1 0-16,-2 2 0 0,-1 4 0 0,-3-1 0 16,2 1 0-16,-2 2 0 0,1 2 0 15,-1 2 0-15,-1 0 0 0,1 2 0 0,1-1 0 16,0-3 0-16,3 4 0 0,1 0-24 15,2 0-412-15,0-2-100 0,2 4-128 0,5-6-246 16,-4 6 75-16,4-6 86 0,0 0-624 16,2 9-827-16</inkml:trace>
  <inkml:trace contextRef="#ctx0" brushRef="#br0" timeOffset="27844.96">29480 3175 3614 0,'-11'4'-24'0,"11"-4"38"15,-10 0 40-15,10 0 48 0,0 0 25 0,0 0 8 16,0 0 15-16,-11 1 6 16,11-1 7-16,0 0-7 0,0 0 1 0,0 0-21 15,0 0-14-15,27 12-13 0,-22-10-7 16,-5-2-10-16,22 2-9 0,-11 0-11 15,-11-2-5-15,27-4-3 0,-14 1-8 0,2 0-2 16,1-5 4-16,-1-1-13 0,-4 0-4 16,4-4 3-16,-4 0 0 0,2-3-4 0,-4-1 7 15,-2-2 2-15,-1 1 0 0,0-5 3 16,-2 3 5-16,-2 1 13 0,0 2 1 0,-2 0-11 16,0 5-4-16,-2 0-10 0,-2 3-6 15,-1 1-7-15,-2-2 3 0,0 5 1 16,7 5-4-16,-11-6-3 0,11 6-4 15,-13-3-1-15,13 3 11 0,0 0 9 0,0 0 7 16,0 0 17-16,0 0 4 0,0 0-2 0,0 0-10 16,35-3 1-16,-16 3-8 15,2 3-7-15,-2-3-5 0,2 1-5 0,-2 1-5 0,2 1-6 16,-4 0-2-16,3 0-4 16,-4 5 3-16,-2 1 3 0,1 1 2 0,-1 2 6 15,-5 0-1-15,0 3 11 0,-1 1 2 16,-2 1-4-16,0-2-5 0,-3 2 0 0,-1 2-5 15,2-2 1-15,-2 0-9 0,-2-1-2 16,2 1-32-16,0-5-56 0,-1-2-66 16,-1 1-71-16,0-3-66 0,2 1-69 0,5-1-81 15,0-2-102-15,4-4-124 16,3 0-165-16,3 1 66 0,4-3-584 0,6-5-785 16</inkml:trace>
  <inkml:trace contextRef="#ctx0" brushRef="#br0" timeOffset="28198.85">30304 3113 3350 0,'0'0'-103'16,"0"0"62"-16,0 0 54 0,0 0 55 0,-23-6 58 16,23 6 45-16,0 0 34 0,0 0 25 15,0 0 10-15,0 0 12 0,0 0 2 0,-8-4-14 16,8 4 0-16,0 0-22 16,0 0-15-16,0 0-32 0,0 0-15 0,12-12-4 15,-12 12-22-15,9-7-10 0,-3 2-9 16,-1 0-10-16,-1-3-4 0,3-1-12 15,-6-1-7-15,1 0-9 0,-4-3-11 0,-1 1-7 16,-7-1-15-16,-7-3-8 0,-8 3 1 16,-6 1-6-16,-3 4-10 0,4 8-1 0,3 2 3 15,-11 4-1-15,4 2 18 0,4 3 11 16,1 1 1-16,8 3 5 0,5-3 19 16,3 3 1-16,4-1 12 0,0 1 5 15,8 1 0-15,1-3-5 0,1 3-7 0,8-3-4 16,4 1-5-16,2 0-9 0,2-1-16 15,2-3-40-15,8 1-64 0,-3-3-79 0,-3 0-85 16,-3-4-77-16,-3 4-80 0,0-4-76 16,-3 1-83-16,-3-5-109 0,-6 4-150 15,2 2 70-15,-5-6-573 0,-16 10-764 16</inkml:trace>
  <inkml:trace contextRef="#ctx0" brushRef="#br0" timeOffset="29111.1">26138 3505 3614 0,'0'-9'-23'15,"2"1"45"-15,-2 8 42 0,0-9 37 16,0 9 10-16,0-8-1 0,0 8 1 15,0 0 26-15,0 0 15 0,0 0 3 16,-2 29-3-16,0-9 3 0,-2 2-2 0,3 2-15 16,-3 2-8-16,0 8-14 0,-1 0-12 15,2-1-6-15,1-4-13 0,-4-5-2 0,5-2-12 16,-3-1-7-16,2-2-9 0,-2-2-16 16,1-3-15-16,-2-2-22 0,1 0-20 0,1-4-23 15,-3 1-27-15,2-4-34 0,-1-1-33 16,5-4-25-16,0 0-15 0,-20-4-6 15,13-3 6-15,2 0 13 0,-6-5 10 0,6-1 9 16,-4-3 14-16,1 3 20 16,2-2 5-16,-2 2 14 0,5 3 15 0,-1-2 19 15,0 4 8-15,2-1 14 0,1 1 3 16,1 0 8-16,1-1 6 0,5 3 5 0,3-6 7 16,9 1 0-16,0 2 0 0,14-7 2 15,6 2 0-15,10-1-3 0,4-3 7 16,4 0-3-16,1-1 0 0,-3 0-5 0,2-1-3 15,-4-1 3-15,-3-4 0 0,-5 0-6 16,-4-1 9-16,-12 5-1 0,-3-2-2 0,-4 3 5 16,-6 0-4-16,-5 5 2 0,-4 4 9 15,-4-2 5-15,-2 6 5 0,0 7 1 0,-8-12-2 16,-2 7 10-16,-3 2-8 16,-1 3 11-16,14 0-1 0,-36 5-3 15,16 3-3-15,-9 8 7 0,-1 4-5 0,1 2 12 16,-1 9-7-16,-1-2 5 0,10 1 2 15,3-1-10-15,6-3 0 0,4-2 6 0,3-6-3 16,0 1-9-16,3-5 2 0,2-2 4 16,2 0-1-16,0-2-7 0,3 1 10 0,0-5-6 15,1 1-11-15,1-2 4 0,0-1 7 16,5 1-6-16,-12-5 6 0,19 2-6 16,-9-1 3-16,-10-1 10 0,20 3 2 15,-9-2 8-15,-11-1 6 0,16 5 6 16,-6 3 10-16,-2-4 7 0,1 7-7 0,-2-1-3 15,3 0 0-15,-2 1-9 0,-3 1-7 16,3 2-1-16,-4-3-4 0,2 1-5 0,-2 0-4 16,-1-3-25-16,1-1-16 0,0 1-52 15,-1-3-39-15,-1 0-39 0,3-1-37 0,-1 0-61 16,-4-5-85-16,5 3-105 0,-5-3-178 16,0 0 52-16,0 0-265 0,18-8-310 15</inkml:trace>
  <inkml:trace contextRef="#ctx0" brushRef="#br0" timeOffset="29812.36">26841 3688 2170 0,'0'0'27'0,"0"0"32"0,0 0 25 16,0 0 38-16,16 3 36 0,-16-3 40 16,9 5 19-16,-4 0 14 0,1 3 0 0,0 2-3 15,2-2-9-15,-3 7-8 0,3-2-4 16,-3 0-7-16,2 2 2 0,-5-4-26 0,-1 1-6 15,-1-1-7-15,0-1-15 0,0 2 0 16,-3-3-8-16,-6-1-4 0,4 0-2 16,-4 1-17-16,-5 0-10 0,1-4-12 0,-5 0-10 15,2-2-8-15,0-3-12 16,-1-2-1-16,0 1-12 0,0-6-9 0,0-3-11 16,6-5-6-16,-1 1-10 0,6-5 5 15,2 2-10-15,2-1-4 0,4 3-4 0,2 0-1 16,0 3-1-16,-2 1 2 0,4 2 4 15,0 3 11-15,-1 1 10 0,-5 5 2 0,13-6 13 16,-5 6 7-16,-8 0-4 0,22 3 7 16,-11 0-7-16,2 0-4 0,-4 0-1 15,3 2-5-15,-3-1 4 0,0 1-6 0,2 1-5 16,-4-5-1-16,-7-1-1 0,11 8-3 16,-5-7-6-16,-6-1-4 0,10 4 5 15,-10-4-8-15,0 0-21 0,13 4 3 16,-13-4-9-16,0 0 4 0,0 0 6 0,23-8 0 15,-18 5 3-15,4-3-8 0,0 2 2 16,-4-2 9-16,-5 6 5 0,11-6 2 0,-11 6 11 16,11-3 7-16,-11 3 13 0,0 0 22 15,14 12-1-15,-5-5-5 0,-2 3 2 16,0 2-9-16,3 1-4 0,-2-2-6 0,-2 3 3 16,1-2-6-16,-2 0 1 0,3-3-7 15,-2 0 4-15,0-2 11 0,-1-2 9 0,-1 1 5 16,-4-6-46-16,16 7-11 0,-7-7 0 15,-9 0 0-15,31-5 0 0,-14 0 0 16,3-2 0-16,2-3 0 0,5-2 0 16,-7 3 0-16,-3 2 0 0,-1 2 0 0,-5 0 0 15,-2-1 0-15,2 4 0 0,-2-2 0 16,-9 4 0-16,15 0 0 0,-15 0 0 16,0 0 0-16,19 4 0 0,-12-2 0 0,4 2 0 15,-2 2 0-15,2 0 0 0,3 1 0 16,0-1 0-16,6 4 0 0,3-3 0 0,-5 0 0 15,7-3 0-15,2 1-71 16,9 2-347-16,6-1-141 0,-2-1-176 0,2 2-153 0,1-3 84 16,-6 5-800-16,-1 2-1044 0</inkml:trace>
  <inkml:trace contextRef="#ctx0" brushRef="#br0" timeOffset="30647.82">28259 3788 4236 0,'-2'-17'-106'0,"0"2"56"0,1 1 64 15,-1 4 72-15,0 0 39 0,-3 1 28 16,1-3 24-16,1 4 13 0,-5 2-4 16,3-1 1-16,-7 3 6 0,-1 0-2 0,-6 6 6 15,-4 4 7-15,-14 5-6 16,0 5 1-16,-7 7-5 0,3 2-4 0,9 3-9 0,2 3-12 15,7-4-11-15,6 2-15 16,-1 0-9-16,11 0-6 0,5-4-10 0,2-4-10 16,4 1-10-16,3-2-7 0,11 3-11 15,-3-5-61-15,8-1-19 0,3-3 0 0,-1-8 0 16,-2-2 0-16,1-4 0 0,0-2 0 16,2-1 0-16,9-5 0 0,-5-6 0 0,1 3 0 15,-5-4 0-15,1-5 0 16,-2 2 0-16,-6-5 0 0,-4-1 0 0,1 1 0 15,-5-7 0-15,-5 8 0 0,-5-3 0 16,1 2 0-16,-4 0 0 0,-3 0 0 16,-2 3 0-16,-7-5 0 0,1 6 0 0,-3 8 0 15,-1 0 0-15,0 6 0 0,-2 1 0 16,0 4 0-16,0 5 0 0,-4 3 0 0,-2 5 0 16,0 3 0-16,8 0 0 0,-2 5 0 15,7-2 0-15,1-1 0 0,8-1 0 0,1-3 0 16,4 2 0-16,1 0 0 0,5 1 0 15,4-3 0-15,3 0 0 0,2-4 0 0,3-3 0 16,2-1 0-16,3-4 0 0,0 0 0 16,5-4 0-16,-3-1 0 0,7-4 0 15,-2-2 0-15,1 1 0 0,-8-1 0 0,-5 2 0 16,-3 2 0-16,-4 0 0 0,5 2 0 16,-7-2 0-16,-1 1 0 0,-1 2 0 15,-9 2 0-15,0 0 0 0,18 7 0 16,-12 0 0-16,-5 1 0 0,-1 1 0 0,2 2 0 15,0 0 0-15,-2 1 0 0,0 0 0 16,2 0 0-16,0 1 0 0,-2-3 0 0,2-1 0 16,-2-3 0-16,0-6 0 0,1 14 0 15,1-8 0-15,-2-6 0 0,16 5 0 0,-16-5 0 16,20-5 0-16,-4 1 0 16,1-4 0-16,0 0 0 0,3-1 0 0,-2 0 0 15,0 0 0-15,-5 3 0 0,-1 0 0 16,-3 2 0-16,0 1 0 0,-1-1 0 0,-8 4 0 15,12-2 0-15,-12 2 0 0,0 0 0 16,0 0 0-16,16 6 0 0,-9-3 0 16,-7-3 0-16,7 12 0 0,-3-6 0 0,-1-2 0 15,5 4 0-15,-2-4 0 0,2 3 0 16,-5-1 0-16,7-2 0 0,0 0 0 0,-10-4 0 16,16 6 0-16,-4-6 0 0,-2 0 0 15,3-4 0-15,4 2-36 0,-2-2-495 0,-1-2-142 16,0-1-155-16,-1 3-40 15,-4 0 87-15,-2 2-741 0,-7 2-966 0</inkml:trace>
  <inkml:trace contextRef="#ctx0" brushRef="#br0" timeOffset="31293.69">29061 3935 3990 0,'0'0'-114'0,"-7"6"62"0,7-6 59 0,0 0 60 16,-10 2 45-16,10-2 51 0,0 0 34 16,0 0 23-16,0 0 12 0,0 0-14 15,0 0-5-15,0 0-17 0,0 0-14 0,33-10-15 16,-24 7-19-16,3-2-15 0,-5 0-8 16,4-1-14-16,0-1 5 0,-4 2 7 0,0-2 4 15,-1-1 4-15,-1 1-3 0,-1-2-6 16,-4 1-14-16,0 8-12 0,-5-15-11 0,-5 8-12 15,-3 0-7-15,-4 3-2 0,-3 1-11 16,0 3-6-16,-8 0-1 0,4 4 6 16,-1 4 6-16,2 1-1 0,-1 3 6 15,7 3 10-15,4 1 5 0,1 2 8 16,4 1-62-16,3 0-24 0,1-4 0 0,4 4 0 16,2-5 0-16,4 1 0 0,-1 0 0 15,2-2 0-15,6 3 0 0,-1-5 0 0,4-2 0 16,1-4 0-16,2 1-31 0,2-3-358 15,0-2-123-15,0-1-135 0,2-4-178 0,1 2-11 16,1-2 92-16,4 0-687 0,7 0-881 16</inkml:trace>
  <inkml:trace contextRef="#ctx0" brushRef="#br0" timeOffset="31794.88">29457 4168 4163 0,'-9'2'27'0,"2"-2"62"0,7 0 69 0,0 0 42 16,0 0 23-16,0 0 8 0,0 0-8 15,0 0-7-15,0 0-30 0,-2-14-13 16,2 14-18-16,20-15-19 0,-10 6-15 0,5-1-7 16,-1-2-12-16,8-5-12 15,1-1-7-15,2 2-14 0,0-5-18 0,0-4-20 16,2 2-21-16,3-12-17 0,1 5-14 15,-1-3-5-15,-8 7 0 0,2 1-4 0,-5 4-5 16,-6 3-2-16,-1 7-12 0,-7 1-1 16,3 3 3-16,-4 1 2 0,-3 5 6 0,-1 1 1 15,0 0 6-15,0 0 6 0,0 0 1 16,-21 17 3-16,12-7 4 0,2 2 12 16,1 0 20-16,0 1 21 0,6 2 15 0,-4 2 17 15,4-2 18-15,2-1 12 0,0 6 16 16,-2-4 14-16,6 3 8 0,-4-2 7 0,-2-3 12 15,2 4 1-15,-2 2 7 0,0-4-2 16,-2 0 3-16,0-1-1 0,-4 1-64 16,2-1-98-16,-4-1 0 0,1-4 0 15,-2 2 0-15,-1-1 0 0,0-3 0 0,-4 1 0 16,5-4 0-16,-4 2 0 0,-1-6 0 16,3 3 0-16,-4-4 0 0,2 0 0 0,-3-2 0 15,-1-1 0-15,2-4 0 0,2-2 0 16,2 1-198-16,-1-6-269 0,2 2-64 0,9 0-69 15,2 0-96-15,3 0-124 0,4-1 73 16,5 1-658-16,2-1-858 0</inkml:trace>
  <inkml:trace contextRef="#ctx0" brushRef="#br0" timeOffset="32094.96">29860 3931 3673 0,'7'-3'-69'0,"3"-1"58"0,-10 4 60 16,7-4 43-16,-7 4 19 15,0 0 21-15,0 0 24 0,0 0 25 0,0 0 14 16,8 10-1-16,-8-10 0 0,2 13-4 15,0-3-17-15,-2-1-9 0,0 0-9 16,0 1-10-16,0-1-13 0,0 1-5 0,2-1-18 16,-2 1-6-16,2-4-4 0,0 3-10 15,-1-1-8-15,-1-8-4 0,8 12-13 0,-2-9-3 16,-6-3-9-16,11 6-2 0,-3-6-19 16,-8 0-1-16,16 2-7 0,-16-2-11 15,18-6 0-15,-10 1 0 0,3-1-5 0,-1-4 4 16,0-3-1-16,-3 1 0 0,2 0-3 15,-3-1 3-15,1-1 0 0,-4 2-1 16,1 3-7-16,-2-1-17 0,-4 2-33 16,-4 3-32-16,0-1-47 0,-3 2-58 0,-2 2-61 15,-5 2-83-15,1 0-83 0,-3 6-116 16,-5-2-221-16,5 5 70 0,-2-1 74 0,8 2-402 16,1-3-483-16</inkml:trace>
  <inkml:trace contextRef="#ctx0" brushRef="#br0" timeOffset="32362.23">30298 3662 3016 0,'-4'-20'103'0,"1"2"79"0,-1 7 55 15,2 0 41-15,-2 4 15 0,4 0 2 0,0 7-18 16,-4-10-35-16,4 10-15 0,0 0 15 15,0 0-9-15,0 0-13 0,-21 28-15 0,13-8-19 16,-3 11-17-16,-2 0-17 16,1 5-19-16,-1-1-10 0,1 2-20 0,-3-2-57 15,4 2-69-15,-3 1-71 0,3-3-83 16,1-2-90-16,3 0-103 0,3-6-99 16,0-6-136-16,3-5-136 0,1-2 67 0,0-3-531 15,1 1-668-15</inkml:trace>
  <inkml:trace contextRef="#ctx0" brushRef="#br0" timeOffset="32877.82">30321 4202 3327 0,'0'9'66'0,"0"-9"82"0,0 0 62 16,0 0 61-16,0 0 30 0,0 0 35 0,0 0-7 16,0 0-24-16,0 0-28 0,0 0-23 15,0 0-25-15,0 0-23 0,21-19-19 16,-13 9-22-16,3-1-11 0,3-4-15 15,-1 0-16-15,2-8-5 0,4-1-20 0,-2-2-8 16,0 3-8-16,-5 3-2 0,-3 0 4 16,0 5 2-16,0 1 6 0,-6 4-4 15,3 1-3-15,0 2-8 0,-5 0-9 0,3 2-12 16,-4 5-7-16,0 0-38 0,0 0-11 16,0 0 0-16,0 0 0 0,-20 22 0 0,10-8 0 15,0 2 0-15,1 3 0 0,-3 8 0 16,3-6 0-16,2-3 0 0,3 3 0 15,-1-5 0-15,1-1 0 0,4-3 0 0,0 0 0 16,4-1 0-16,1-3 0 0,0-1 0 16,5-2 0-16,-3-4 0 0,-7-1 0 15,19 0 0-15,-19 0-20 0,27-8-31 16,-14-1 8-16,3-1 1 0,-1 0 4 0,8-9 13 16,-8 2 1-16,2 5-2 0,-3-2 23 15,-3 1 21-15,0 7 14 0,-3 0 9 0,-2-3 3 16,-1 4-3-16,1-1-4 0,-6 6 1 15,0 0-17-15,0 0-21 0,0 0 0 0,0 0 0 16,0 0 0-16,2 23 0 0,-4-14 0 16,0 4 0-16,-2-3 0 0,4 1 0 0,0-3 0 15,-1 1 0-15,2-1-82 0,-1-8-139 16,4 13-59-16,0-3-72 0,1-3-77 16,7-4-72-16,-2 0-109 0,1-1-159 0,3 0 21 15,-2-2 84-15,2-4-538 16,5 0-667-16</inkml:trace>
  <inkml:trace contextRef="#ctx0" brushRef="#br0" timeOffset="33397.87">31300 3418 3345 0,'-3'-31'11'0,"1"3"43"0,-2 6 78 0,0 4 55 16,4 3 46-16,-3 0 18 0,0 6 7 15,-3 4 8-15,6 5 17 0,-13-2 8 16,13 2 3-16,-24 16-9 0,4 9-14 15,-6 10-20-15,1 7-14 0,0 5-22 0,2 3-18 0,5 1-18 16,-2 3-20-16,1 2-14 16,4-4-16-16,1-3-15 0,1-1-32 0,1-11-36 15,3-1-55-15,0-3-63 0,0-4-55 16,0-3-47-16,4-7-40 0,-1-5-35 16,3-3-18-16,1-1-12 0,0-2-11 0,0-4-18 15,2-4-6-15,0 0 4 16,0 0 12-16,0 0 20 0,0 0 31 0,0 0 23 15,15-22 26-15,-10 14 24 0,2-3 37 16,-2 3 33-16,-1 2 41 0,0-4 39 0,-1 5 29 16,1 0 25-16,-4 5 28 0,4-8 23 15,-2 3 26-15,-2 5 19 0,3-7 24 0,-3 7 13 16,5-5 3-16,-5 5-3 0,6-5-3 16,-6 5-3-16,11-7-13 0,-1 3-9 15,1 1-16-15,4-3-12 0,0-1-9 0,9 1-16 16,-4 1-3-16,3 0-12 0,-5-1-4 15,-4 3 2-15,0 1-9 0,-1 0 24 0,-13 2 20 16,19 4 17-16,-9 1 16 16,-3 2 2-16,-3 2 4 0,-1 2-2 0,0 3-6 15,-1 0-16-15,-4 3-10 0,-1-2-10 16,0 5-18-16,-1-4-36 0,-1 1-64 0,1 0-59 16,-2-5-56-16,3 1-50 0,1-3-47 15,-3 0-43-15,1-2-40 0,4 0-45 0,-1-1-60 16,1-7-80-16,-4 2-99 0,4-2-71 15,0 0 55-15,0 0-367 0,0 0-463 16</inkml:trace>
  <inkml:trace contextRef="#ctx0" brushRef="#br0" timeOffset="33532.58">31411 3851 2490 0,'15'-22'-67'0,"-3"6"54"16,-5 1 37-16,-1 5 32 0,-2-3 29 16,-3 3 20-16,3 1 5 0,-4 1 5 15,2-1-11-15,-2 0-7 0,0 3-35 16,0 6-52-16,3-15-60 0,-3 9-88 15,0 6-145-15,0 0-236 0,2-8 37 0,-2 8-99 16,0 0-80-16</inkml:trace>
  <inkml:trace contextRef="#ctx0" brushRef="#br0" timeOffset="34084.87">31558 3889 1688 0,'-28'-2'106'0,"14"2"24"0,1 4 29 0,-1-3 50 15,-1 4 43-15,-3 0 41 0,4 2 21 16,-6 2 10-16,4-1-15 0,0 1-20 16,-2 3-23-16,9-2-18 0,-2 3-20 0,4-3-23 15,-2 2-17-15,6-4-18 16,1 2-11-16,2 1-18 0,0-11-9 0,5 13-8 16,4-5-24-16,0-2-9 0,2 0-13 15,1-3-15-15,1 0 0 0,-2-1-10 0,5-1-6 16,-16-1-8-16,25-3-3 0,-12 0-2 15,-1-2-6-15,1-2 4 0,-2-4 1 16,1 2 19-16,-5-6 14 0,-1 1 2 0,-3 2 6 16,1-5 6-16,-4 5 11 0,0-1-7 15,-2 2 6-15,-2 4-10 0,3-4-5 0,-5 2 3 16,-1 4 2-16,-4-1 3 16,11 6-4-16,-16-2 2 0,16 2-3 0,-21 2-4 15,10 2-9-15,-1 1-7 0,2 0-6 16,3 4-1-16,0-1-30 0,5-2-21 0,0 2 0 15,2-8 0-15,5 17 0 0,5-8 0 16,1-1 0-16,4 0 0 0,5 0 0 0,0-6 0 16,0 1 0-16,5 0 0 0,-2 0 0 15,-3-2 0-15,1-1 0 0,-4 0 0 16,-3 1 0-16,-1-1 0 0,-13 0 0 16,21 2 0-16,-8 0 0 0,-5 2 0 15,1 0 0-15,2-4 0 0,0 6 0 0,-2 0 0 16,0-1 0-16,1 1 0 0,-1 0 0 15,2 2 0-15,2-1 0 0,-4-2 0 0,4 4 0 16,-1-3 0-16,1 0 0 0,2-1 0 16,0 1 0-16,-3-4 0 0,-1 0 0 0,0 0 0 15,-1-2-370-15,3 3-549 0,-5-1-38 16,-8-2 99-16,0 0-872 0,0 0-1163 0</inkml:trace>
  <inkml:trace contextRef="#ctx0" brushRef="#br0" timeOffset="35060.28">26306 4431 4742 0,'0'-11'-53'15,"0"11"27"-15,-6-6 50 0,6 6 30 16,0 0 17-16,0 0 23 0,0 0 29 0,0 0 13 15,0 0 13-15,0 0-6 0,-19 27-7 16,17-15-9-16,0 1-11 0,2 3-10 0,2 1-7 16,0 2-16-16,2-2-2 0,-1 3-2 15,7-3-13-15,0-1-6 0,1-1-2 16,-2-5-5-16,5 2-6 0,1-6 0 16,1-2-6-16,-2-1-7 0,4-3 0 0,0-2 0 15,2-3-8-15,-3 2 0 0,2-4-4 16,-3 2 9-16,-2-2 12 0,2 1 17 15,-5 2 16-15,1-2 18 0,-3 3 12 0,1-1 3 16,-3 2 1-16,-1 0-6 0,-6 2-7 16,13-4-6-16,-13 4-14 0,10-2-4 0,-10 2-5 15,15-2-3-15,-15 2 1 0,22 4-4 16,-10-2-35-16,1 0-27 0,-1 0 0 0,5-2 0 16,-1 2 0-16,0 0 0 15,4-2 0-15,-3 2 0 0,-4-4 0 0,3 2 0 16,-3-4 0-16,0 4 0 0,1-6-158 15,-1 2-115-15,-1 0-76 0,1-3-95 0,-1-1-102 16,-3-2-120-16,2 0-156 0,-4-1 69 16,3-2-669-16,3-1-872 0</inkml:trace>
  <inkml:trace contextRef="#ctx0" brushRef="#br0" timeOffset="35409.87">27241 4391 3693 0,'5'5'-75'16,"-5"-5"66"-16,0 0 76 0,0 0 59 0,0 9 37 15,0-9 32-15,0 0 26 0,1 12 19 16,-1-7 12-16,0-5 1 0,6 9 6 16,-4-5-10-16,-2-4-10 0,9 13-15 15,-3-10-12-15,0 2-18 0,-6-5-19 16,15 5-16-16,-6 0-16 0,-9-5-12 0,21 0-14 16,-10 0-10-16,-11 0-12 0,25-6-14 15,-13 2-12-15,-1-1-11 0,1-3-8 0,-4 2-14 16,-3 0-6-16,-3-3-11 0,2 0-4 15,-4 9-9-15,-6-13-21 0,1 9-5 16,5 4 0-16,-21-3 5 0,5 3 2 0,-1 3 0 16,-2 4 4-16,0 2-2 0,-7 4 3 15,4 3 7-15,9-4-4 0,-2 3 7 16,2 0-4-16,3 2 0 0,0 1 0 0,5-4 7 16,1-1-6-16,4 1 6 0,2-2-16 15,2 1-38-15,3-4-46 0,0 1-58 16,7 0-67-16,3-2-90 0,4-1-102 0,-1-2-137 15,5-3-202-15,-1 1-22 0,2 1 81 16,17-4-551-16,0 8-704 0</inkml:trace>
  <inkml:trace contextRef="#ctx0" brushRef="#br0" timeOffset="36160.21">28469 4588 3306 0,'0'-6'-59'15,"0"6"38"-15,-2-10 45 0,2 10 50 16,-4-5 38-16,4 5 17 0,0 0 2 16,-2-10 0-16,2 10-7 0,0 0-8 0,0 0-9 15,0 0 16-15,0 0 24 0,0 0 8 16,0 0-1-16,-23 25 11 0,16-14-4 0,-5 5 5 15,1 0 10-15,-9 5-4 16,2 0 9-16,-5-2-6 0,-2 1 4 0,2-2-1 16,-6-1-5-16,2-4-5 0,-1-1-7 15,2 0-6-15,1-5-10 0,2-1-1 0,3-2-6 16,4-3-6-16,0-1-6 0,-1-4-6 16,2 1-9-16,2-6-8 0,4 0-14 0,-2-2-9 15,10-7-40-15,1 0-40 0,3-4 0 16,7-9 0-16,7 2 0 0,-1 0 0 15,0 9 0-15,2 3 0 0,-5 6 0 0,1 3 0 16,-1 6 0-16,-2 2 0 16,-11 0 0-16,28 6 0 0,-10 5 0 0,5 7 0 15,-5 3 0-15,4 1 0 0,-5 2 0 16,-2-6 0-16,-6 0 0 0,3-3 0 0,-4 1 0 16,-1-4 0-16,0 0 0 0,-4-4 0 15,3 2 0-15,-2-3 0 0,-3-2 0 0,5 2 0 16,-6-7 0-16,5 7 0 0,-5-7 0 15,0 0 0-15,0 0 0 0,0 0 0 0,25-12 0 16,-17 5 0-16,4-3 0 0,-1 1 0 16,1-2 0-16,-1 4 0 0,0 0 0 15,1 2 0-15,-5 1 0 0,-7 4 0 0,18 0 0 16,-18 0 0-16,18 7 0 0,-8 0 0 16,2 1 0-16,-3 3 0 0,0 2 0 0,5-2 0 15,-3 1 0-15,5 2 0 16,-3-3 0-16,1 1 0 0,-1 0 0 0,0-5 0 15,0 1 0-15,2-4 0 0,1 2 0 16,0-2 0-16,-2-4 0 0,4 0 0 0,-3 0 0 16,2-2 0-16,0 0 0 0,0-2 0 15,2 0 0-15,-2-1 0 0,1 0 0 0,-3 1 0 16,1-1 0-16,-4 1 0 0,-1 0 0 16,2 1 0-16,-2-1 0 0,0-1 0 15,1 1 0-15,-1 1 0 0,1 0-399 16,-1 0-90-16,2 3-61 0,-3-4-83 0,1 2-92 15,3 2-59-15,-3 0 72 0,2 2-614 0,-13-2-783 16</inkml:trace>
  <inkml:trace contextRef="#ctx0" brushRef="#br0" timeOffset="48242.3">14357 1941 573 0,'-13'3'301'16,"5"-3"-48"-16,8 0-27 0,-15 2-32 15,15-2-20-15,-18 1-19 0,18-1-14 16,-11 2-10-16,11-2 0 0,-14 2 0 15,14-2-8-15,0 0-7 0,0 0-12 0,-16 2-8 16,16-2-4-16,0 0-12 0,-8 3-6 16,8-3 30-16,0 0 18 0,0 0 5 0,0 0 14 15,0 0-5-15,24 12-3 0,-11-12-4 16,-1 2 1-16,4-1-12 0,1-1-7 16,2 0-8-16,-2 0-4 0,-2 0-2 0,7 0-7 15,-7-1-4-15,-2 1-10 0,2 0-4 16,-15 0-6-16,21-2-5 0,-10 2-4 15,-11 0-10-15,18 0-4 0,-18 0-5 0,0 0-1 16,20 0-7-16,-20 0-2 16,0 0-4-16,16 0-5 0,-16 0-15 0,0 0-14 15,0 0-27-15,13 0-29 0,-13 0-51 16,0 0-51-16,10-2-49 0,-10 2-55 0,0 0-85 16,0 0-146-16,0 0-143 0,13-2 62 15,-13 2-248-15,0 0-318 0</inkml:trace>
  <inkml:trace contextRef="#ctx0" brushRef="#br0" timeOffset="48658.14">15133 1968 2216 0,'0'0'-13'0,"-16"2"40"16,16-2 25-16,-11 1 19 0,11-1 18 15,0 0 21-15,0 0 4 0,-14 2 4 16,14-2-5-16,0 0-6 0,0 0 9 15,0 0 2-15,0 0 10 0,0 0 5 0,0 0 5 16,0 0-11-16,0 0-12 0,38 5-15 16,-20-5-10-16,1 0-7 0,2 0-10 0,-4 0-3 15,4-2-9-15,-6 2-6 0,3 0-8 16,-5 0-4-16,-13 0-3 0,23 0-12 16,-23 0-2-16,18 0-13 0,-18 0-17 0,14 0-21 15,-14 0-29-15,0 0-38 0,17 0-32 16,-17 0-35-16,0 0-49 0,14 0-67 15,-14 0-102-15,0 0-180 0,9 0 3 0,-9 0-187 16,0 0-233-16</inkml:trace>
  <inkml:trace contextRef="#ctx0" brushRef="#br0" timeOffset="48947.91">15956 1955 2052 0,'-16'1'48'0,"16"-1"49"0,-11 3 22 0,11-3 19 16,0 0 29-16,0 0 21 0,0 0 5 15,0 0 0-15,0 0-9 0,0 0-8 16,0 0-18-16,0 0-16 0,0 0-12 0,0 0-16 15,0 0-10-15,0 0-37 0,47 0-45 16,-33 0-50-16,-14 0-59 0,25-3-50 0,-12 3-63 16,0 0-70-16,1-1-100 0,1 1-151 15,-1-2-33-15,-5 2-169 0,5-2-215 16</inkml:trace>
  <inkml:trace contextRef="#ctx0" brushRef="#br0" timeOffset="49246.86">16729 2085 2049 0,'-12'2'92'16,"1"0"58"-16,11-2 39 0,-11 3 22 15,11-3 18-15,0 0 30 0,-5 5 41 0,5-5 28 16,0 0 16-16,0 0-13 0,0 0-32 15,27 5-24-15,-16-3-27 0,-11-2-22 16,25 0-23-16,-13 0-22 0,4 0-22 16,-16 0-13-16,27-2-20 0,-16 2-12 0,-11 0-18 15,21 0-30-15,-21 0-37 0,15 2-38 16,-15-2-45-16,16-2-52 0,-16 2-63 16,9 0-60-16,-9 0-94 0,0 0-96 0,11-2-119 15,-11 2-164-15,0 0 7 0,5-5-464 16,-5 5-624-16</inkml:trace>
  <inkml:trace contextRef="#ctx0" brushRef="#br0" timeOffset="55539.93">8840 4209 2442 0,'-2'-12'329'16,"0"6"12"-16,0-3-33 0,2 9-26 15,-3-16-15-15,-1 10-1 0,2-3-8 16,2 0 3-16,-2 2 27 0,2 7 8 0,-2-11-1 15,2 11-25-15,0-11-23 0,0 11-27 16,0 0-26-16,-1-8-21 0,1 8-14 0,0 0 0 16,0 0-8-16,-5 29-13 0,1-12-12 15,0 3-5-15,3 4-16 0,-3-1-8 0,-2 1-10 16,5 0-8-16,-5 0-8 0,3-1-9 16,-1 0-7-16,1-2-11 0,-1 1-44 15,0-5 0-15,3-1 0 0,-3-4 0 16,2-1-40-16,0 0-119 0,0-3-67 15,2-1-86-15,0-7-127 0,-1 5-136 0,1-5-141 16,0 0-125-16,0 0 87 0,-5-24-650 16,7 13-857-16</inkml:trace>
  <inkml:trace contextRef="#ctx0" brushRef="#br0" timeOffset="55773.94">8594 4084 3691 0,'-15'0'-99'0,"3"1"45"0,12-1 38 16,-18 0 23-16,18 0 27 0,-10 3 24 16,10-3 16-16,0 0 35 0,0 0 42 15,0 0 31-15,0 0 9 0,0 0-9 0,0 0-20 16,57-21-14-16,-25 9-16 0,4-1-16 16,3-1-9-16,6-4-46 0,3 3-55 15,-12 1-60-15,0 0-70 0,0 2-87 0,1 2-71 16,-13 3-101-16,-4 2-112 0,-3 2-141 15,-7 3 53-15,-3 0-259 0,-7 0-326 0</inkml:trace>
  <inkml:trace contextRef="#ctx0" brushRef="#br0" timeOffset="55979.36">8685 4473 2434 0,'-9'12'87'0,"2"-1"36"16,0-5 28-16,6-1 44 0,-3 0 37 15,4-5 25-15,-6 6 12 0,6-6-15 0,0 0-7 16,0 0-10-16,0 0-19 0,0 0-20 16,20 6-24-16,-20-6-19 0,22-6-37 0,-5 0-49 15,-2 3-57-15,5-2-82 0,1-2-96 16,2 1-98-16,8-5-101 0,-4-1-131 16,4-2-169-16,-8 3 56 0,-4 3-342 15,0 0-429-15</inkml:trace>
  <inkml:trace contextRef="#ctx0" brushRef="#br0" timeOffset="56373.05">9012 4300 2640 0,'-4'-10'32'0,"4"10"44"0,-4-6 19 16,4 6 13-16,0 0 31 0,0 0 30 0,4-12 24 16,-4 12 19-16,0 0 25 0,0 0-2 15,25 14 1-15,-14-4 12 0,0 1-8 0,1 3-9 16,1-3-5-16,-2 3-1 15,-3 0-5-15,2-3-19 0,-3 2-7 0,1-2-3 16,-2 0-11-16,-1-3-10 0,-1 3-3 16,2-4-4-16,-5-2 0 0,6 1 5 15,-7-6 11-15,6 8 0 0,-6-8-14 0,0 0-18 16,0 0-17-16,0 0-98 0,0 0-32 16,11-29 0-16,-10 15 0 0,5-1 0 0,-1-1 0 15,2 3 0-15,0-1 0 0,1 0 0 16,-1 3 0-16,3-1 0 0,-2 4 0 0,1 2 0 15,1 0 0-15,1 3 0 0,0 1 0 16,3 0 0-16,-14 2 0 0,27 2 0 16,-14 2 0-16,3 0 0 0,-2-1 0 0,0 1 0 15,-1 2 0-15,-2-2 0 16,1 0 0-16,-3 0-101 0,-1 0-162 0,2 1-54 16,-3-3-64-16,-1 2-78 0,1-1-99 15,-7-3-139-15,11 3-102 0,-11-3 81 0,0 0-608 16,14-4-782-16</inkml:trace>
  <inkml:trace contextRef="#ctx0" brushRef="#br0" timeOffset="56622.47">9686 4036 3446 0,'0'0'-89'0,"-19"6"56"0,9 0 39 0,-1 3 40 16,-4 5 38-16,-4 6 27 15,-2 2 15-15,5 4 11 0,3-1 6 0,2-2-8 16,5-3-11-16,-2 1-10 0,6-4-7 16,2 1-12-16,0-3-10 0,4 3-5 0,0-5-7 15,2 1-9-15,2-5-17 0,-1 1-28 16,2 0-42-16,2-3-58 0,-2-4-79 16,2 0-93-16,-1-1-133 0,3-2-183 0,3-2-38 15,-5 1 63-15,2-3-237 0,-1-1-271 16</inkml:trace>
  <inkml:trace contextRef="#ctx0" brushRef="#br0" timeOffset="57107.75">9915 4199 2319 0,'0'0'122'0,"0"0"30"0,-27 15 19 15,27-15 26-15,0 0 21 0,0 0 8 16,0 0 3-16,-12 2 5 0,12-2 1 0,0 0 2 15,0 0-1-15,0 0 6 0,0 0-18 16,0 0-9-16,0 0-23 0,0 0-9 0,0 0-22 16,0 0-10-16,34-9-16 0,-34 9-2 15,7-8 2-15,-1 1 0 0,-6 7-6 16,1-12-11-16,-1 3-7 0,0 0-12 16,-1-4-5-16,-7 1-10 0,3 2-5 0,-2 0-7 15,2 1-12-15,-3 1-9 0,-2 2-4 16,4 0-11-16,-3 2-1 0,9 4-6 15,-13-1-5-15,13 1-5 0,-12-2 8 0,12 2-9 16,0 0 0-16,-11-4-6 0,11 4 4 16,0 0-1-16,0 0 2 0,0 0-4 0,22-22 3 15,-8 9-7-15,8 3 4 0,1-3-1 16,2 3-8-16,-1 2 1 0,-3 2-3 0,-5 3-3 16,4 1 3-16,-1 2-4 0,-4 2 3 15,3 1 6-15,-4 2-2 0,2 2 3 16,-3 2 9-16,1 0-4 0,-1 4-7 15,-2 1 10-15,1-3-9 0,-3 5 6 16,0-4-9-16,2 2 1 0,-4-5 4 0,-2 1-9 16,1 0-29-16,0-3-33 0,-4 1-48 15,2-3-50-15,2 1-58 0,-6-6-75 0,5 6-113 16,1-4-125-16,-6-2-131 0,0 0-143 16,15-15 82-16,-9 4-596 0,1-1-775 0</inkml:trace>
  <inkml:trace contextRef="#ctx0" brushRef="#br0" timeOffset="57475.27">10457 3918 3464 0,'-25'13'-57'0,"25"-13"58"16,0 0 43-16,-11 2 34 0,11-2 43 16,0 0 40-16,0 0 33 0,0 0 21 0,0 0 13 15,0 0 3-15,0 0-2 0,0 0-20 16,25 8-14-16,-25-8-22 0,22-4-14 0,-22 4-21 15,25-7-10-15,-14 3-11 0,-2-1-12 16,3 0-6-16,-3 1-9 0,-2-2-10 16,2 0-2-16,-4 1-9 0,-5 5-8 15,4-10-2-15,-4 10-20 0,-2-7-1 0,2 7-10 16,0 0-2-16,-17-5-7 0,17 5 0 16,-25 4-3-16,8 3 2 0,0 0-9 15,-2 1 2-15,3 2-3 0,3 1 0 0,1-3 4 16,1 5 4-16,2-5-16 0,3 2 7 15,0 1 3-15,2-3 11 0,4 1 5 16,0-9-3-16,6 12 1 0,-1-6 0 0,6 2-5 16,0-8-2-16,3 4-40 0,0-2-50 15,6 0-71-15,-2-4-80 0,5-1-90 0,4-3-106 16,7-4-125-16,0 0-145 16,1-2-41-16,2-2 75 0,1-1-462 0,-1 1-587 15</inkml:trace>
  <inkml:trace contextRef="#ctx0" brushRef="#br0" timeOffset="57855.39">10979 3633 2830 0,'-14'-9'-91'0,"3"1"58"0,-1 1 38 0,0 2 35 15,3 2 22-15,-3-1 22 0,1 0 14 16,11 4 10-16,-23-1 2 0,23 1-3 16,-25 3-2-16,12 1-3 0,0 1-6 15,-1 3-3-15,3 0 7 0,-1 0-4 0,3 1 2 16,2 1-2-16,-1 0 1 0,4 0-5 0,0 3 5 15,4-4 7-15,4 2 4 0,0 2 7 16,5-1 9-16,1 1 7 0,5-1 13 0,-2 1 0 16,5-1-7-16,-1-2 2 15,-2 3-8-15,2-1 1 0,0-2-7 0,-2 1 5 16,-1 1-9-16,-3-2-1 0,1 0 12 16,-3 0 9-16,-1-1 1 0,-3 0 5 15,2-1 7-15,-3 0-3 0,-3 3 0 0,1-4-6 16,-2-1-3-16,0-6-3 0,-3 16-10 15,-4-8-10-15,3-3-13 0,-3 2-10 0,1-2-96 16,1 1 0-16,5-6 0 0,-14 6 0 16,14-6 0-16,-17 0 0 0,17 0 0 15,-19 0 0-15,8-3 0 0,4 0-291 16,0-1-95-16,7 4-100 0,-9-8-89 0,7 1-74 16,2 1-93-16,5-5-34 0,-1 2-682 15,5-3-906-15</inkml:trace>
  <inkml:trace contextRef="#ctx0" brushRef="#br0" timeOffset="58355.65">11013 3779 3731 0,'3'-14'-94'0,"-3"4"88"16,0 0 73-16,0 1 72 0,0 0 54 0,0 9 40 16,0-10 42-16,0 10 20 0,0-8-1 15,0 8-13-15,0-9-16 0,0 9-40 16,0 0-18-16,0 0-5 0,0 0-7 16,0 0-16-16,0 0-20 0,13 24-14 0,-9-14-14 15,4 4-11-15,2 1-10 0,1 1-12 0,-3-1-6 16,1-1-21-16,2 0-25 15,-1-5-17-15,0 2-7 0,-5-2-18 0,3-1 7 16,-2-1-2-16,0-3 1 0,-6-4-2 16,11 3 1-16,-11-3-2 0,0 0-1 15,0 0 8-15,27-10-8 0,-22 3 1 0,1 0 5 16,-2 0 8-16,0 0 10 0,1 2 7 16,-5 5 5-16,6-10-1 0,-6 10-3 0,6-7-7 15,-6 7-2-15,3-5-8 0,-3 5-2 16,5-6-4-16,-5 6 0 0,0 0 0 0,7-4 0 15,-7 4 1-15,0 0-16 0,9-4 0 16,-9 4 0-16,0 0 0 0,16-3 0 16,-7 0 0-16,-9 3 0 0,13-5 0 15,-2-1 0-15,-4 3 0 0,2-3 0 16,0 1 0-16,2 1 0 0,-4 0 0 0,-7 4 0 16,16-5 0-16,-16 5 0 0,11-4 0 15,-11 4 0-15,9-1 0 0,-9 1 0 0,0 0 0 16,19-3 0-16,-19 3 0 0,0 0 0 15,17 4 0-15,-17-4 0 0,12 2 0 0,-12-2 0 16,15 2 0-16,-15-2 0 0,14 2 0 16,-14-2 0-16,13 2 0 15,-13-2 0-15,13 2 0 0,-1-2-329 0,-1 3-233 0,2 0-135 16,2 0-209-16,6 3 77 16,8 6 91-16,3-1-667 0,4-3-856 0</inkml:trace>
  <inkml:trace contextRef="#ctx0" brushRef="#br0" timeOffset="58621.78">11902 3943 3800 0,'-9'6'0'0,"-3"-2"68"16,-5 0 65-16,-4 3 55 0,-13 5 48 0,-4 2 33 15,-21 1 31-15,-7 5 3 0,-31 10 0 16,-9 8-9-16,-14 4-9 0,-50 22-20 0,-15 4-10 16,-9 4 1-16,-10 6-6 0,6 2-1 15,2-5-1-15,11 1-8 0,13-7-5 16,46-18-221-16,11-3-14 0,13-5 0 15,15-6 0-15,27-8 0 0,10-6 0 16,5-2 0-16,18-4 0 0,5-5 0 0,7-3 0 16,2-3 0-16,2 1 0 0,4 0 0 15,3-3 0-15,3 2 0 0,1-6 0 0,-4 5 0 16,4-5 0-16,0 0 0 0,9 7 0 16,-9-7-401-16,14-1-292 0,-14 1-187 0,24-11 0 15,-12 8 91-15,3-4-758 0,1 0-990 16</inkml:trace>
  <inkml:trace contextRef="#ctx0" brushRef="#br0" timeOffset="60055.92">14666 3306 1000 0,'-8'-4'221'0,"8"4"-25"16,-9-8-3-16,4 3-3 0,5 5-7 15,-5-4-12-15,5 4-5 0,0 0-23 16,-8-7-5-16,8 7-11 0,0 0-5 16,0 0 28-16,0 0 9 0,-13 16 11 15,13-8 10-15,-1 4-1 0,1 0-10 0,0 3-8 16,1-3-7-16,-1 5-11 0,6-3 14 15,1 2 9-15,4 0 17 0,3-2 12 0,3-2 11 16,10 1-19-16,0-6 1 0,-1-4-2 16,3-1-11-16,11-4-16 0,0-4-6 0,-2 0-16 15,0-5-16-15,-2 1-4 0,-4-2-20 16,-1 1-8-16,-4-2-9 0,-6 1-10 16,-3 4-2-16,-4-2-7 0,-1 1-10 0,-3 2 7 15,0 2-43-15,-5-2-39 0,4 2-33 16,-9 5-36-16,11-9-51 0,-8 8-62 15,-3 1-80-15,6-6-87 0,-6 6-98 16,0 0-112-16,0 0-184 0,0 0 70 0,0 0-505 16,0 0-665-16</inkml:trace>
  <inkml:trace contextRef="#ctx0" brushRef="#br0" timeOffset="60471.69">14658 3691 3025 0,'-7'9'-120'0,"-2"-2"56"16,6-1 36-16,-3-2 35 0,6-4 36 16,-5 7 30-16,5-7 24 0,0 0 33 15,-8 6 19-15,8-6 36 0,0 0 31 16,0 0 19-16,0 0 6 0,0 0-6 16,46-13-16-16,-21 6-21 0,5-7-16 0,4 2-24 15,0-2-14-15,2-1-6 0,-3 2-19 16,-5 1-10-16,-3 3-16 0,-3 1-7 0,-10 2-11 15,2 0-7-15,-3 2-1 0,-1 0-11 16,-2 0-11-16,-8 4-3 0,13-5-21 16,-13 5-24-16,9-6-28 0,-9 6-34 0,9-1-51 15,-9 1-68-15,0 0-79 0,0 0-82 16,0 0-124-16,0 0-161 0,0 0-56 0,0 0 69 16,-33 7-347-16,19-2-443 0</inkml:trace>
  <inkml:trace contextRef="#ctx0" brushRef="#br0" timeOffset="77734.41">9008 10586 2794 0,'-16'0'44'0,"16"0"15"0,-13 0 17 15,13 0 7-15,-15 5 20 0,5-2 34 16,3 4 23-16,1 1 19 0,-2-2 9 0,4 3-2 16,3-1 1-16,1-8 6 0,3 14 11 15,7-8 9-15,3 0 23 0,5-4-16 16,2-2-15-16,18-3-19 0,3-6-8 0,11-5-24 15,-4-5-18-15,4-2-14 0,-5 1-11 16,0-3-27-16,-10-1-30 0,-6 7-33 16,-4 0-34-16,-10 4-41 0,0 2-55 0,-3 3-46 15,-5 3-62-15,-2 0-58 0,1 0-47 16,-8 5-65-16,6-4-73 0,-6 4-95 16,0 0-79-16,0 0 66 0,-12 17-372 0,1-5-420 15</inkml:trace>
  <inkml:trace contextRef="#ctx0" brushRef="#br0" timeOffset="77923.66">9120 10965 2510 0,'-8'10'129'0,"5"-1"46"15,-3-4 38-15,2 0 16 0,4-5 11 16,0 0 0-16,0 0 2 0,0 0 4 16,0 0-3-16,24-20-21 0,-12 8-26 15,12-6-14-15,2 0-22 0,3-3-17 0,7-4-31 16,0 0-46-16,0-1-57 0,0 1-78 15,-2-3-103-15,1 1-121 0,-9 1-136 0,9-5-195 16,-7 0-5-16,-7 6 61 0,1 3-375 16,-10-4-423-16</inkml:trace>
  <inkml:trace contextRef="#ctx0" brushRef="#br0" timeOffset="78201.88">9437 10294 2805 0,'1'-7'29'0,"-1"7"15"0,0 0 43 16,0 0 42-16,25 14 27 0,-8-4 24 15,10 5 9-15,1 7 13 0,-3 2 0 16,11 3 1-16,-7 6-7 0,0-1-9 0,-8-1-9 16,4 5-9-16,-12-7-13 0,2 2-15 15,-7 1-14-15,-3-7-5 0,-1-4-19 0,-2 4-10 16,-2-4-5-16,0-3-22 0,-2 1-26 15,-2 0-37-15,3-1-43 0,-5 0-58 0,0-1-87 16,-2-2-88-16,3-3-94 16,-5 1-130-16,2-3-174 0,1-4 54 0,-2 0-453 15,1 1-543-15</inkml:trace>
  <inkml:trace contextRef="#ctx0" brushRef="#br0" timeOffset="92919.09">13473 9312 2796 0,'-9'5'-93'16,"-2"0"30"-16,6-1 31 0,-1-1 23 0,6-3 23 15,-7 6 16-15,7-6 11 0,-6 4 6 16,6-4 1-16,0 0 7 0,-6 4 8 16,6-4 12-16,0 0 21 0,0 0 3 0,0 0-1 15,34-10 8-15,-13-1-6 0,14-1-10 16,1-5-3-16,8-3-11 0,1-3-10 16,3 1-3-16,-1-3-7 0,-2 4-2 15,-4-1-10-15,-7 5 0 0,-3 0-6 0,-1 1-3 16,-5 3-5-16,-5 1-4 0,-5 4 12 15,-3 1 1-15,-5 1 7 0,2 0 0 0,0 4 3 16,-4-3 0-16,-5 5-7 0,9-7-7 16,-9 7 3-16,0 0-5 0,0 0-5 0,0 0-1 15,0 0-4-15,-32 21-5 0,3-7 1 16,-3 0 1-16,-11 4-3 0,-4 3 1 16,-1-2-1-16,1 4 6 0,1-3-3 0,5 1 4 15,6-6-4-15,3 2 3 0,3-3-2 16,6-2 5-16,8-2 2 0,2-1-3 15,0-3-2-15,2 1 3 0,2-2 5 0,6-1 9 16,-3-1 19-16,6-3 15 0,0 0 7 16,0 0-3-16,0 0-4 0,27-9-6 0,0-2-5 15,5-7-5-15,13 0-7 0,3-3-5 16,1 0-3-16,1 0-7 0,-3-1-3 16,1-1-3-16,-2 2-2 0,-11 5-7 0,-3 2 2 15,-3 1-5-15,-7 6-1 0,-7 0-2 16,-2 2-3-16,-2 0-3 0,-4 2 2 15,0-1-3-15,-7 4 1 0,0 0-2 0,0 0 1 16,0 0 1-16,0 0 2 0,-11 19-7 16,-4-9 3-16,-9 7-2 0,-7 1 0 15,2 0-3-15,-15 5-2 0,4 0 1 0,-4-2 2 16,4 0-3-16,10-5 0 0,1-1-1 16,10-5 0-16,2-1 0 0,6-2-1 0,3 0-4 15,0-4 5-15,3 0 3 0,5-3 10 16,0 0 10-16,0 0 3 0,0 0-1 0,28-6-3 15,-1-7-3-15,6-2-1 0,6-7-4 16,-5 7 0-16,11-6-1 0,-9 5 0 0,-2 0-2 16,-2-1-1-16,-5 0 1 15,-6 9 0-15,-4 0-2 0,-3 0 0 0,-5 3 8 0,0 0 2 16,-1 1 1-16,-8 4 0 0,12-5-4 16,-12 5 2-16,7-4-2 0,-7 4 1 15,0 0-8-15,0 0 0 0,0 0 2 16,0 0-31-16,0 0-41 0,0 0-56 0,-15 18-72 15,11-15-89-15,4-3-93 0,-11 8-112 16,5-4-138-16,6-4-53 0,-14 5 71 16,11-4-453-16,-7 1-529 0</inkml:trace>
  <inkml:trace contextRef="#ctx0" brushRef="#br0" timeOffset="98681.29">14069 13150 2971 0,'-6'3'10'0,"6"-3"9"16,-3 4 9-16,3-4 17 0,0 0 9 0,0 0 13 15,0 0-7-15,0 0-4 0,0 0-5 16,0 0-1-16,23-24-11 0,-7 12-2 0,9-3-2 16,0 0-6-16,2-1-5 0,-6 6-5 15,-2 3-9-15,-5 1-2 0,-2 0-5 16,-1 1-4-16,-6 4-3 0,-5 1 7 15,0 0 2-15,0 0-4 0,0 0 1 0,-14 22 4 16,1-12 9-16,-2 5 7 0,-4-4 14 16,-4 5 7-16,4-2 15 0,2-5 8 0,5-1 14 15,5-3 5-15,-3 2 5 0,0-5 1 16,7 3 15-16,-3-3 0 0,6-2-2 16,0 0-9-16,0 0-10 0,0 0-9 0,0 0-5 15,0 0-14-15,0 0-2 0,29-13-9 16,-20 7-21-16,3 2-31 0,-1 0-48 15,1-2-64-15,3 2-74 0,1-1-81 0,-7-1-99 16,4 2-116-16,-3-2-100 0,-3 4 51 16,2 0-283-16,-9 2-307 0</inkml:trace>
  <inkml:trace contextRef="#ctx0" brushRef="#br0" timeOffset="105562.52">15516 9924 2307 0,'0'0'17'0,"1"7"27"16,-1-7 34-16,0 0 43 0,0 0 24 15,0 0-7-15,0 0-3 0,0 0-4 16,0 0 2-16,0 0-7 0,0 0-16 0,0 0-4 16,12-17-18-16,-12 17-6 0,2-8-13 15,0 2 0-15,-2 6-4 0,2-7 5 0,-2 7 3 16,4-8 5-16,-4 8-7 0,0-4-6 15,0 4-9-15,0 0 0 0,0 0-13 0,0 0-2 16,0 0-4-16,0 0 0 0,-29 9-1 16,22-2 5-16,-4 2 3 0,4-1-2 0,0 0-5 15,1-1-3-15,1 3 6 0,-2-4 0 16,3-1 2-16,4 1 8 0,-1 0 16 0,1-6 17 16,0 10 14-16,0-10 12 15,3 6 9-15,-3-6 0 0,12 0-8 0,-12 0-2 16,0 0-9-16,29-10-4 0,-20 6-12 15,0-2 1-15,3-1-8 0,-2 1 0 0,-3 0-2 16,0-4-4-16,2 2-5 0,-6-1 2 16,1 1-10-16,0 2 4 0,-2 0-9 15,-1-1-12-15,-1 7 0 0,0-9-7 0,0 9-7 16,-9-5-5-16,9 5 1 0,-14 2-7 16,14-2-2-16,0 0-3 0,-22 5 3 15,22-5-4-15,-14 7 5 0,7-6-4 16,7-1-3-16,-9 6-3 0,9-6 0 0,-10 3-3 0,10-3-10 15,-8 2-38-15,8-2-48 16,0 0-67-16,-9 3-89 0,9-3-111 0,0 0-130 16,-10 4-143-16,10-4-108 0,-9 3 74 15,9-3-549-15,-12 3-682 0</inkml:trace>
  <inkml:trace contextRef="#ctx0" brushRef="#br0" timeOffset="106983.09">13812 8257 3278 0,'4'5'-43'0,"-4"-5"46"15,0 0 64-15,7 6 63 0,-7-6 35 16,0 0 27-16,0 0 26 0,0 0 23 16,0 0 13-16,0 0 3 0,0 0 1 0,0 0-5 15,0 0-21-15,0 0-25 0,0 0-21 16,14-14-13-16,-14 14-14 0,0 0-19 0,5-7-4 15,-5 7-1-15,4-4-11 0,-4 4-7 16,0 0-7-16,0 0-13 0,0 0-8 0,4-8-13 16,-4 8-4-16,0 0-7 15,0 0-8-15,0 0-3 0,-20 14-4 0,20-14 1 16,-13 11-6-16,10-9-5 0,3-2 1 16,-8 10 0-16,8-10 7 0,-3 6 5 0,3-6 17 15,0 0 13-15,-4 8 12 0,4-8-23 16,0 0-72-16,0 0 0 0,0 0 0 0,11 7 0 15,-11-7 0-15,0 0 0 0,0 0 0 16,0 0 0-16,0 0 0 0,21-3 0 0,-21 3 0 16,0 0 0-16,0 0 0 0,8-8 0 15,-8 8 0-15,0 0-57 0,5-8-314 16,-5 8-113-16,0 0-109 0,0 0-122 0,0 0-119 16,0 0 86-16,-16-6-745 15,16 6-939-15</inkml:trace>
  <inkml:trace contextRef="#ctx0" brushRef="#br0" timeOffset="115627.94">14277 6603 3784 0,'0'0'-217'0,"-8"-4"44"16,8 4 49-16,0 0 40 0,-5-4 28 15,5 4 25-15,-6-5 21 0,6 5 17 16,0 0 15-16,-4-6 8 0,4 6 4 0,0 0 2 15,0 0-3-15,0 0 13 0,-6-6-6 16,6 6 0-16,0 0 3 0,0 0 0 0,0 0 6 16,0 0-5-16,0 0-2 0,-7-3 3 15,7 3-7-15,0 0 0 0,0 0 0 0,0 0-7 16,0 0-3-16,0 0-8 16,0 0 7-16,0 0-2 0,0 0 22 0,0 0 4 0,0 0 2 15,0 0-4-15,0 0-6 16,0 0 6-16,0 0 0 0,7 20-3 0,-7-20-5 15,6 6-2-15,-6-6 1 0,4 8 8 16,2-2 9-16,-4 0-5 0,1 0-3 16,1 1-3-16,1-1-6 0,0 3-1 0,1 0-6 15,-1 0 0-15,3 3-4 0,-3-2 12 16,5 0 3-16,0 0-1 0,1 1-7 0,-1 1-2 16,5-1-2-16,-2 3-1 0,0-2-3 15,-2-2-3-15,1 1-3 0,1-1-4 0,-1 0-2 16,-2 0-1-16,1 2-1 15,-3-3-1-15,1-1-5 0,0 2 5 0,-1-2-5 0,-2 0 2 16,2-1-1-16,-3 1-2 16,5 2 1-16,-4-3-3 0,0 1 3 0,-1-2 0 15,1 2-2-15,-1-1-2 0,4 1 0 16,-4 1-2-16,2-2 5 0,-3 1-5 0,3-1 1 16,-3-3 0-16,3 4 0 0,-4-3-2 15,1 2-1-15,2-2 1 0,-3 2 2 16,1-4-2-16,1 4 2 0,-4-1 1 0,3-1 1 15,2 1-2-15,-4-1 1 0,-1 1 1 16,3 1 4-16,0-1-10 0,-1 2 9 0,-1-1 2 16,5-1 4-16,-2 2 4 0,-3 1 2 15,6-1 0-15,-5 1-1 0,3 0 0 0,0-1-1 16,2 1-3-16,-1-3 1 16,0 4-2-16,0-2-1 0,2 3-5 0,-1-3 2 15,-1 2 0-15,1 1-3 0,1 2-2 16,1-2 4-16,-2 0-5 0,-1 0 2 0,5 1-1 15,-5 0 0-15,3-2-1 0,-3 2 3 16,5-3-1-16,1 6 1 0,-2-3-3 16,3 0 1-16,-3-2-2 0,0 4 2 0,3-2-4 15,1 0 3-15,-1 0 0 0,1 1 0 16,-3-1 1-16,1 0-1 0,-4-3 1 0,3 2-3 16,-3-1-2-16,0 0 2 15,4 1 0-15,-6-2-2 0,0 0 4 0,2-2 2 16,-4 0-4-16,1 2 2 0,-3-4-9 15,3 0 7-15,-1-1-4 0,-3 0 4 0,-2-4 2 16,9 9-3-16,-9-9 0 0,5 7 0 16,-5-7-1-16,6 5 4 0,-6-5-1 0,2 4-5 15,-2-4-19-15,0 0-23 0,1 6-26 16,-1-6-59-16,0 0-72 0,0 0-83 0,0 0-81 16,0 0-90-16,0 0-169 0,0 0 29 15,0 0 64-15,0 0-300 0,-34-8-316 16</inkml:trace>
  <inkml:trace contextRef="#ctx0" brushRef="#br0" timeOffset="116027.08">14793 7490 2403 0,'-7'-2'55'0,"7"2"37"15,0 0 41-15,-10-6 33 0,10 6 4 0,0 0 17 16,0 0 5-16,-12-4-3 16,12 4-6-16,0 0-22 0,0 0-14 0,0 0-10 0,0 0 7 15,0 0 5-15,0 0-9 16,0 0-11-16,24 17-5 0,-11-12-14 0,2 2-14 16,5-1-4-16,10 5-14 0,-5-4-3 15,-3 0-9-15,1-2-5 0,-3-2-7 0,0 1-5 16,-1 2-4-16,-4-2-3 0,1-3-7 15,-3 3 1-15,-1-1-7 0,-12-3 3 0,16 4-6 16,-5-2 3-16,-11-2 15 0,13 0 0 16,-13 0-4-16,13-6-9 0,-7 1 4 15,-1-2-2-15,5-4-7 0,-7-1-2 0,2-4-6 16,1-1-3-16,-3-5-8 0,1 8-22 16,0-1-21-16,-1 6-36 0,-1-2-56 15,-2 2-81-15,-2 4-95 0,2 5-82 16,-3-8-94-16,-3 4-158 0,6 4 2 0,-11 0 76 15,11 0-362-15,0 0-401 0</inkml:trace>
  <inkml:trace contextRef="#ctx0" brushRef="#br0" timeOffset="124558.91">20565 12424 2471 0,'0'0'-39'0,"0"0"14"0,0 0 21 16,-7-7 25-16,7 7 27 0,0 0 29 16,-31 14 26-16,13-4 28 0,-13 4 24 15,-6 3 10-15,-4 5 14 0,-4 5 9 0,-3-3 7 16,-2 1 3-16,1 2 4 0,1-2 1 15,-2 2 2-15,5-3-3 0,-2 0-7 0,8-2 2 16,6-3-6-16,3-2 6 0,5-1-15 16,5-3-10-16,0-1-17 0,6-4-15 0,1 0-14 15,2 1-4-15,3-5-7 0,-1 0-11 16,1 1 0-16,3 0-9 0,5-5-3 0,-12 8-7 16,12-8-10-16,-9 4-6 0,9-4-6 15,-8 6-3-15,8-6-14 0,0 0-2 16,-10 2-8-16,10-2-20 0,0 0-37 0,-7 5-35 15,7-5-54-15,0 0-67 0,-4 4-79 16,4-4-107-16,0 0-103 0,0 0-94 16,0 0-145-16,0 0 6 0,0 0 67 15,0 0-494-15,0 0-595 0</inkml:trace>
  <inkml:trace contextRef="#ctx0" brushRef="#br0" timeOffset="133432">20626 7970 2764 0,'0'0'-180'0,"0"0"22"0,-26 16 32 0,12-2 37 16,-9 10 31-16,-1 2 11 16,-6 9 17-16,-2-1 17 0,-4 0 12 0,4-1 9 15,3-1 2-15,6-5 0 0,-1-2 0 16,3-2 5-16,6-3-7 0,3-5 1 0,5-3 3 16,0-2-10-16,-2-2 5 0,6-1 2 15,-1 1 6-15,-2-3 5 0,6-5 3 0,-2 7-3 16,2-7-3-16,0 0-7 0,0 0-6 15,0 0-15-15,29-24-12 0,-11 12-5 0,0-9-5 16,3-1 1-16,3-2-1 16,-6 3 9-16,1-1 2 0,-4 3 8 0,-3 5 15 15,-1 2 8-15,-3 4 8 0,-2 1-3 16,-2 1 6-16,-4 6 11 0,0 0 15 0,0 0 3 16,0 0 3-16,-20 21 0 0,3-5 0 15,-3 2 3-15,-5 5-7 0,0 0 0 16,0-2-4-16,3-1-10 0,-2 1 3 0,3 0-6 15,6-5-5-15,1-3-8 0,2-1-22 16,0 0-22-16,2-3-35 0,1 1-41 0,2-1-61 16,-2-4-59-16,2 2-105 0,0-1-296 15,1-5-120-15</inkml:trace>
  <inkml:trace contextRef="#ctx0" brushRef="#br0" timeOffset="151320.75">25745 7943 1971 0,'-3'-16'162'15,"-1"3"16"-15,-2-2 37 0,0 3 24 16,2 2 32-16,-1-2 18 0,1 0 10 0,-2 2 8 16,3 0 7-16,1 2-13 0,-2 2-18 15,0-3-25-15,2 3-29 0,2 6-30 0,0 0-19 16,0 0 37-16,0 0 6 0,0 0 0 15,-10 32-1-15,7-7 2 0,1 11-4 16,-4 6-17-16,5 2-5 0,-1 2-14 16,2-2-15-16,0 0-12 0,0-1-11 0,0-4-36 15,2 1-110-15,-1-9 0 0,-1-6 0 16,2 0 0-16,-2-3 0 0,2-3 0 0,0-1 0 16,-2-4 0-16,0 1 0 0,0-2 0 15,0-2 0-15,0-2 0 0,0 0 0 0,0-2 0 16,0-7 0-16,0 11 0 0,0-11 0 15,2 7 0-15,-2-7 0 0,0 0 0 16,0 0 0-16,0 0-137 0,13-19-319 0,-5 6-92 16,-2-3-100-16,3-1-168 0,0-3 16 15,3 4 88-15,-3-2-674 0,9-6-838 0</inkml:trace>
  <inkml:trace contextRef="#ctx0" brushRef="#br0" timeOffset="152103.63">26298 7999 3992 0,'2'-13'-38'0,"-1"7"27"0,6 0 46 15,0-6 61-15,4 2 40 0,7-2 25 0,-1 0 7 16,0 0 7-16,12 0-5 0,-4 4-5 15,-3 4-12-15,-1 2-12 0,0 4-9 0,2 3-9 16,-4 6 7-16,2 8 12 0,-6 6 11 16,-3 6 15-16,-10-1 1 0,-10 9 10 0,-7 7 5 15,-7-1 5-15,-2 1-6 0,-2-3-5 16,-5-1-6-16,3-3-6 0,1-3 0 16,5-9-12-16,6-3-10 0,4-5-28 0,3-2-116 15,1-5 0-15,6 0 0 0,-4-2 0 16,4-1 0-16,2-2 0 0,5 0 0 15,2-3 0-15,2 0 0 0,7-3 0 0,1-1 0 16,9-3 0-16,10-2 0 0,2-2 0 16,5-1 0-16,-2-3 0 0,13 1 0 15,-12 0 0-15,9 0 0 0,-6-1-315 0,-6 1-332 16,-1 0-138-16,-2-1-97 0,-7 5 84 16,-8-1-822-16,-4 2-1060 0</inkml:trace>
  <inkml:trace contextRef="#ctx0" brushRef="#br0" timeOffset="152555.13">27354 7832 4627 0,'3'-11'-87'0,"1"7"44"0,0-3 67 15,-1 4 51-15,-3 3 47 0,1-7 15 16,-1 7 6-16,4-5-4 0,-4 5-14 0,0 0-11 15,0 0-14-15,0 0-10 0,0 0 9 16,0 0-4-16,0 0-1 0,0 0-4 0,0 0 3 16,4 24-6-16,-8-14-4 0,2 2-1 15,0-3-15-15,1 6-2 0,-4 1-5 16,5-3-1-16,0 1 2 0,2 1 11 16,1 1 3-16,4 5-1 0,6 2 0 0,3 3 10 15,2-3-10-15,3 2-3 0,2 1 3 16,2-2 7-16,-3 0 7 0,3-2 2 0,-3 2 9 15,-1-2 8-15,-4 1 8 0,0-2 11 16,-4-3 11-16,-6-1 12 0,-2-2-149 16,-1 1 0-16,-4-2 0 0,0-1 0 0,-4 3 0 15,-2-3 0-15,0 3 0 0,-3-2 0 16,0-1 0-16,-5 1 0 0,3-3 0 0,-5 2 0 16,-1-2 0-16,2-1 0 0,0 0 0 15,1-5 0-15,3-1 0 0,-3-1 0 0,1-3 0 16,2 0 0-16,-3-3 0 0,-1-2 0 15,3-3 0-15,1 0 0 0,4-4-237 16,-1 0-465-16,6-2-128 0,0-3-47 16,6 0 86-16,-1-7-826 0,9-5-1056 0</inkml:trace>
  <inkml:trace contextRef="#ctx0" brushRef="#br0" timeOffset="152937.78">28082 7911 4311 0,'9'-7'-60'0,"-4"5"37"0,-2-3 42 15,-3 5 53-15,0 0 63 0,0 0 39 16,0 0 26-16,0 0 10 0,0 0 9 16,0 0 5-16,-10 22 24 0,8-10-4 0,0-3-14 15,2 2-16-15,0 0-13 0,0 1-17 16,2 0-15-16,2-1-14 0,2-1-14 0,2 3-14 16,1-4-11-16,0 0-14 0,5-2-3 15,-3-3-11-15,7 0-9 0,-2-4-4 0,6-1-12 16,1-2-4-16,7-8-7 0,1-1-4 15,-1-1-32-15,-1-3-16 0,-4 5 0 16,-5-1 0-16,-2 6 0 0,-7 0 0 0,-1 1 0 16,-3 4 0-16,-7 1 0 0,0 0 0 15,0 0 0-15,11 16 0 0,-11-6 0 16,0 5 0-16,-3 3 0 0,-1 2 0 0,0 2 0 16,1 0 0-16,-1 1 0 0,-1 0 0 15,0 0 0-15,-1-1 0 0,2-2 0 16,1 0 0-16,-1-5 0 0,0 5 0 0,-2-5 0 15,2-1 0-15,2-2-236 0,-3 1-275 16,3-3-114-16,-2-4-118 0,1 2-100 0,-4-3 82 16,3-1-760-16,-3 0-966 0</inkml:trace>
  <inkml:trace contextRef="#ctx0" brushRef="#br0" timeOffset="153237.09">26452 8868 4027 0,'-38'6'-39'16,"6"-2"18"-16,3-2 6 0,8 2 25 15,4-2 68-15,3-2 53 0,7 0 36 0,7 0 7 16,0 0-12-16,0 0-2 0,52-4-1 16,11-4-14-16,21-3-12 0,38-3-18 0,9-4-13 15,14 1-6-15,5-4-10 16,8 1-5-16,12 3-13 0,48-5-6 0,-59 7-8 0,1-1-5 15,-11 5-5-15,-10 2-5 16,-20-1-9-16,-44 4-16 0,-8 0-9 0,-21 2-5 16,-6 1-6-16,-12-1-5 0,-6 3-12 0,-9-3-14 15,-5 1-16-15,-2 1-26 0,-6 2-43 16,1-8-72-16,-1 8-88 0,0 0-85 16,-21-9-118-16,8 4-185 0,1-4 56 15,5 3 70-15,1-3-350 0,4 1-377 0</inkml:trace>
  <inkml:trace contextRef="#ctx0" brushRef="#br0" timeOffset="154386.04">25555 7678 2333 0,'-9'15'-66'0,"-1"7"30"0,-2 5 32 15,-1 5 28-15,-2 13 25 0,-3 3 26 0,2 0 24 16,2 1 15-16,5 2-3 0,3-13 1 16,2 4-2-16,4-4-8 0,6 2-2 15,1-3-6-15,9-2 1 0,4 3-5 16,7-3-11-16,5-4 6 0,13-6-6 16,2-4-9-16,3-8-9 0,3-4-3 0,-6-5-9 15,3-8 8-15,9-5-14 0,-1-6-4 16,-7-5-4-16,-3-8 3 0,-7-8-8 0,-7-5-5 15,-5-12-2-15,-10-6-8 0,-11-4 2 16,-12-6-6-16,-11-1-7 0,-13-17 0 0,-17 2 0 16,-7 16 0-16,-12 6-5 15,-6 16-2-15,5 19 0 0,-5 14-3 0,-5 14 7 16,-3 16-2-16,-20 15 0 0,7 10 3 16,4 9-14-16,7 12-22 0,1 8-28 0,15 5-44 15,6 2-70-15,15-3-104 0,14-17-127 16,6-4-147-16,12-4 58 0,6-11-216 0,5-6-205 15</inkml:trace>
  <inkml:trace contextRef="#ctx0" brushRef="#br0" timeOffset="155471.07">27108 7592 1819 0,'-18'2'-100'0,"5"-2"8"0,2 2 12 15,11-2 9-15,-8 1 26 0,8-1 27 16,0 0 27-16,0 0 17 0,37 0 17 15,5 0 11-15,22-1 8 0,17-1-1 0,12 0-3 16,34 2-6-16,13 2-5 0,4-2-6 16,1 2-4-16,2 1-12 0,2 0-4 0,-2-2-10 15,0-2-23-15,-2 1-24 0,-11 0-38 16,-6-3-38-16,-13 0-51 0,-34-3-113 0,-5-2-162 16,-15 1 53-16</inkml:trace>
  <inkml:trace contextRef="#ctx0" brushRef="#br0" timeOffset="155687.72">27070 7486 1339 0,'-34'-2'56'0,"7"0"-4"15,8 1 12-15,6-2 9 0,1 6 5 16,12-3 13-16,0 0 2 0,0 0-8 15,0 0-8-15,64 5-7 0,-3-1-7 0,12 1-22 16,13-4-34-16,26 3-55 0,6-1-69 16,8 1-89-16,1-3-413 0,-4 1-116 15</inkml:trace>
  <inkml:trace contextRef="#ctx0" brushRef="#br0" timeOffset="155836.95">27914 7270 1623 0,'-17'-5'-87'0,"6"3"7"15,-1-1-20-15,4 1-24 16,8 2-46-16,0 0-192 0,-5-2 126 0</inkml:trace>
  <inkml:trace contextRef="#ctx0" brushRef="#br0" timeOffset="156186">27119 7221 1193 0,'-43'-2'85'15,"-4"2"1"-15,0-2 18 0,1 0 21 0,-1 2 8 16,1-2 24-16,12 2 18 0,7-2 11 16,7 4 0-16,4-2-8 0,3 0-11 0,13 0-13 15,0 0-12-15,0 0-21 0,38 2-6 16,26 0-14-16,10 0-10 0,19-1-12 0,32 3 1 15,5-3-41-15,11 3-48 0,1-1-61 16,5 4-70-16,-5-6-97 0,-6 3-110 16,-10-4-172-16,-12-2 40 0,-31-2-166 15,-13 2-142-15</inkml:trace>
  <inkml:trace contextRef="#ctx0" brushRef="#br0" timeOffset="156407.9">27592 7120 1734 0,'-5'2'61'0,"5"-2"7"0,-6 2-5 0,6-2 6 0,0 0 12 16,0 0-1-16,0 0-7 15,0 0-1-15,0 0-14 0,0 0-3 0,45-7-7 16,-16 7-13-16,21 3-32 0,14-3-49 15,10 6-73-15,9-3-104 0,2 0-189 0,5-3-166 16,-2-3-80-16</inkml:trace>
  <inkml:trace contextRef="#ctx0" brushRef="#br0" timeOffset="156655.17">28787 7086 1754 0,'-12'2'67'0,"12"-2"-7"0,-12 0-9 16,12 0 0-16,-9 3 19 0,7 3 14 16,2 3 17-16,4-1 5 0,0 4-5 15,4 1-5-15,1 5-9 0,6 7-4 0,-1 0-11 16,-3-3-7-16,1 5-6 0,-5-5-5 16,-3-1-3-16,-2-2-6 0,-4 0-4 0,-3 4-4 15,-9 6-10-15,-7-4-26 0,-4 1-37 16,-9 3-48-16,-8-8-66 0,-3 0-87 15,-4-5-103-15,2-2-127 0,7-5-162 0,0 1-127 16</inkml:trace>
  <inkml:trace contextRef="#ctx0" brushRef="#br0" timeOffset="157469.98">26176 9394 1876 0,'-13'-1'55'0,"13"1"5"15,0 0 11-15,0 0 26 0,-12-4 31 16,12 4 17-16,0 0 12 0,4-10 6 0,-4 10 2 15,17-9 5-15,-1 3 6 0,0 0 0 16,9 4-6-16,-2-1-7 0,1 3-7 0,-4 3-7 16,3-1-2-16,-4 4 19 15,0 5 20-15,-2 11 28 0,-6-1 31 0,-9 4 28 16,-4 1 20-16,-10 11 20 0,-12 6 12 16,-4 0 0-16,1-2 3 0,-2-4-16 0,1-4 9 15,7-10-18-15,4 0-18 0,6-7-207 16,2-1-78-16,6-3 0 0,1-1 0 0,4-3 0 15,3 0 0-15,7 1 0 0,10-2 0 16,14 0 0-16,1-2 0 0,7-3 0 0,0-1 0 16,1-1 0-16,2 2 0 0,-6 0 0 15,4-2 0-15,-6 0 0 0,-4 0 0 0,-5 0-373 16,-3-2-443-16,0 2-116 0,-6-2 90 16,-6 2-936-16,0 0-1208 0</inkml:trace>
  <inkml:trace contextRef="#ctx0" brushRef="#br0" timeOffset="158252.5">26665 10082 4540 0,'-13'2'-242'0,"-1"0"41"15,0-2 38-15,5 0 43 0,-2 4 49 16,0-4 56-16,11 0 55 0,-17 0 40 0,9 2 16 16,8-2 14-16,0 0 3 0,-18 0 2 15,18 0 3-15,-10 0 4 0,10 0 3 0,0 0-4 16,-13-2-10-16,13 2-12 0,0 0-7 16,0 0-9-16,0 0-9 0,66-9-7 0,1-3-9 15,11 6-7-15,32-2-3 16,15 4-8-16,12 4 0 0,10 2-7 0,12 5 0 0,8 0-8 15,-2 3-2-15,0-1 1 16,-6 1-2-16,-12 0-5 0,-14-1-1 0,-14-3-4 16,-37 0-2-16,-12-1-18 0,-18-2-26 15,-11-1-25-15,-6 0-32 0,-11-1-37 0,-7-1-52 16,-5-3-45-16,-4 1-34 0,-8 2-30 16,0 0-43-16,0 0-52 0,0 0-105 15,-24-14-72-15,8 11 60 0,-9 0-250 0,0-1-240 16</inkml:trace>
  <inkml:trace contextRef="#ctx0" brushRef="#br0" timeOffset="158519.13">28589 9989 2132 0,'11'-4'176'15,"-11"4"32"-15,7-4-19 0,-7 4-10 0,9-1 7 16,-9 1 20-16,0 0 26 0,18 5 16 15,-10 3 0-15,2 2 2 0,1 3-10 0,-1 5-14 16,-3 1-10-16,1 0-9 0,-5-2-11 16,-3 2-6-16,0 0-15 0,-5 5-16 0,-6 3-9 15,-5-1-21-15,-3-1-14 0,-2-1-11 16,-5-3-13-16,-1-1-39 0,0 0-43 0,-4-4-44 16,7 0-63-16,1-5-80 0,4-3-100 15,6-1-109-15,-5-4-127 0,6-1-191 16,1-2 28-16,-2-2 81 0,3-1-440 15,10 3-509-15</inkml:trace>
  <inkml:trace contextRef="#ctx0" brushRef="#br0" timeOffset="159302.35">27504 10593 3080 0,'8'-7'55'0,"-7"3"16"0,-1 4 40 0,0 0 39 15,0 0 33-15,0-8 10 0,0 8 1 16,0 0-7-16,0 0-8 0,-22-4-5 0,22 4-5 16,-30 10-7-16,9-2 4 0,-12 5-3 15,5 3-9-15,-5 1-7 0,5 1-8 0,1-1-10 16,4 1-16-16,2 3-5 0,9-4-14 16,5 0-8-16,3-1 2 0,6 1-10 0,4 1 15 15,5 11 6-15,6-2 3 0,5 0-2 16,0-2-5-16,3 2-15 0,-2-3-12 0,4-1-2 15,-4-1-1-15,-7 3-4 16,0-10 7-16,-3 0 16 0,-6 0 15 0,2-2 20 16,-6 0 20-16,-1-1 16 0,-4 1 3 15,1 1 5-15,-5-3-159 0,-2 1-4 0,-5 1 0 16,-1-1 0-16,-5 0 0 0,0-3 0 16,-4-1 0-16,3-2 0 0,-3-2 0 0,-2-1 0 15,1-3 0-15,0-1 0 0,1-1 0 16,4-2 0-16,2 0 0 0,-2 2 0 0,4 0 0 15,1 0 0-15,5 2-205 0,9 0-307 16,-18 0-121-16,18 0-105 0,-11 0-104 0,11 0 84 16,0 0-774-16,0 0-975 0</inkml:trace>
  <inkml:trace contextRef="#ctx0" brushRef="#br0" timeOffset="159869.85">27365 11569 4064 0,'0'0'-101'0,"-19"0"27"15,10 0 29-15,9 0 46 0,-16 0 55 16,16 0 51-16,-9-2 42 0,9 2 23 16,0 0-1-16,-12-2-4 0,12 2-9 15,0 0 1-15,0 0-13 0,0 0 2 0,50-1 4 16,2-1-8-16,20-2-14 16,10 3-8-16,9-1-14 0,5 0 3 0,16 0-30 15,-20 1-2-15,-1 1-7 0,-1 1-9 0,-3-1-1 16,-7-1-5-16,-5-1 12 0,-12 2 17 15,-14-4 22-15,-9 3 22 0,-7-3 22 0,-9 4 9 16,-5-1 1-16,-3-1-1 0,-1 2-7 16,-4-1-10-16,1 1-17 0,-3-2-12 0,-9 2-15 15,14-2-37-15,-14 2-63 16,11 0 0-16,-11 0-16 0,0 0-154 0,11-2-99 16,-11 2-89-16,0 0-121 0,0 0-116 15,0 0-164-15,0 0-41 0,0 0 93 0,0 0-666 16,-36-1-828-16</inkml:trace>
  <inkml:trace contextRef="#ctx0" brushRef="#br0" timeOffset="160139.85">28634 11410 4085 0,'0'0'67'15,"0"0"1"-15,0 0 31 0,4-7 52 16,-4 7 38-16,0 0 33 0,0 0 10 15,25 13 13-15,-13-4 2 0,-1 1-3 16,0 3-5-16,1 3-9 0,-1 0-6 0,-4 2-1 16,2-1-3-16,-6 1-11 0,-1-1-9 15,-2-2-12-15,-2 2-17 0,-3 5-15 0,-7-4-15 16,-7 6-15-16,-4 0-111 0,-2-1-15 16,-5-2 0-16,1-1 0 0,-1-3 0 0,-3 1-131 15,7-1-184-15,-3-3-119 0,6-4-130 16,6-1-151-16,2-6-124 0,2 1 86 0,2-1-757 15,11-3-956-15</inkml:trace>
  <inkml:trace contextRef="#ctx0" brushRef="#br0" timeOffset="172366.86">21987 7956 3874 0,'-15'6'-125'0,"3"-2"36"15,1 2 33-15,0-1 50 0,1 0 51 16,1-4 46-16,1 2 31 0,8-3 26 0,-12 4 16 16,7-1 9-16,5-3 5 0,-8 4 2 15,8-4 3-15,0 0-2 0,0 0 1 0,0 0-12 16,35-2-14-16,-12-2-16 0,2-1-18 15,11-1-10-15,0 0-13 0,-8 4-7 0,6-6-10 16,-7 4-10-16,-4 0-1 0,-6 0-14 16,-3 3 1-16,-3-3-16 0,-2 4-6 15,-9 0-3-15,14 5-2 0,-14-5 1 0,0 9-7 16,-6 0 2-16,-6 3-2 0,-2-1 2 16,-11 11-9-16,-2-5 0 0,-2 4-3 15,2-7 26-15,4 2 5 0,1-6-5 0,8-1 1 16,1-1 9-16,4-3 7 0,3-1-7 15,-2 1 19-15,3-2 5 0,5-3 0 0,-6 5 4 16,6-5-4-16,0 0-3 0,0 0-10 16,0 0-5-16,17 7-9 0,-17-7-5 0,14 0-43 15,-14 0-26-15,15 2-52 0,-7-2-62 16,-8 0-69-16,11 0-80 0,-11 0-103 16,0 0-94-16,18-3-96 0,-13 1-175 0,-5 2 42 15,9-7 81-15,-9 7-551 0,6-8-649 16</inkml:trace>
  <inkml:trace contextRef="#ctx0" brushRef="#br0" timeOffset="173165.77">23394 6665 3125 0,'0'0'-79'15,"0"0"19"-15,0 0 29 0,0 0 33 16,0 0 41-16,13 0 25 0,-13 0 13 0,6-5 16 16,-5 1 3-16,-1 4 14 0,11-7-4 15,-11 7 5-15,7-7 5 0,-3 3-1 0,-4 4-9 16,0 0-2-16,5-4-3 0,-5 4-3 16,0 0 19-16,0 0 28 0,0 0 18 15,-13 19 3-15,-1-7 12 0,1 5 4 16,-8 3 8-16,3 1 1 0,0-6 5 0,3-1-14 15,5-4-7-15,1 0-16 0,2-1-13 16,3 0 8-16,-3-2 5 0,6-1 7 16,1-6-5-16,1 11-10 0,-1-11-12 0,11 8-12 15,-2-6-10-15,0 0-16 0,-9-2-11 16,21 0-11-16,-10-2-8 0,1 0-38 0,-12 2-37 16,17-2 0-16,-17 2 0 0,0 0-21 15,18 0-95-15,-18 0-57 0,0 0-52 0,0 0-44 16,0 0-64-16,0 0-80 0,0 0-75 15,-29 9-105-15,13-4-176 0,3-2 55 0,0 1 69 16,-2-2-522-16,0 0-634 16</inkml:trace>
  <inkml:trace contextRef="#ctx0" brushRef="#br0" timeOffset="176999.17">18551 5331 2981 0,'-2'8'-154'15,"2"-8"29"-15,0 0 38 0,0 7 41 16,0-7 40-16,0 0 24 0,0 0 29 16,0 7 21-16,0-7 19 0,0 0 29 15,0 0 17-15,-1 7 15 0,1-7 9 0,0 0 1 16,0 0-3-16,0 0-3 0,0 0-11 15,-4 6-8-15,4-6-17 0,0 0-11 0,0 0-11 16,0 0-8-16,0 0-14 0,0 0-2 16,0 0-9-16,0 0-9 0,0 0-1 0,0 0-13 15,0 0-20-15,-4 4-22 0,4-4-38 16,0 0-45-16,0 0-67 0,0 0-71 0,0 0-103 16,0 0-141-16,0 0-144 0,0 0 67 15,0 0-261-15,6-21-293 0</inkml:trace>
  <inkml:trace contextRef="#ctx0" brushRef="#br0" timeOffset="177497.98">20554 5194 2439 0,'0'0'86'0,"0"0"32"0,0 0 43 15,0 0 20-15,0 0 5 0,0 0 0 0,0 0-6 16,0-16-4-16,0 16-10 0,0 0-19 16,0 0-16-16,0 0-13 0,0 0-15 0,0 0-18 15,0 0-36-15,0 0-38 0,-4-11-51 16,4 11-74-16,0 0-67 0,0 0-84 16,0 0-95-16,0 0-171 0,0 0-36 0,4-6 65 15,-4 6-166-15,0 0-163 0</inkml:trace>
  <inkml:trace contextRef="#ctx0" brushRef="#br0" timeOffset="178214.91">22561 4321 1705 0,'14'-25'-55'16,"-1"3"28"-16,0-2 42 0,-1 2 34 0,-5 3 32 15,0 2 19-15,3-2 19 0,-4 0 15 16,0 4 13-16,-5 3 23 0,5-2 11 16,-2 4 5-16,-2 0 1 0,-2 1-3 0,2 2-6 15,0 1-21-15,-2 6-9 0,2-12-21 16,-2 12-13-16,0 0-10 0,0 0-11 0,0 0-2 16,0 0 4-16,-25 16 6 15,7 9 16-15,0 9 11 0,-5 9 18 0,-2 6 23 16,0 9 13-16,-7 18 6 0,1 5 17 15,2-1 12-15,3 6-8 0,0 0 1 0,1-1-4 16,2 0 0-16,3 0 4 0,6-16-2 16,0-4 6-16,1 0-5 0,2-4-9 15,1-7 1-15,0-3 1 0,5-10-22 0,-3-3-180 16,2-4 0-16,0-7 0 0,1-5 0 16,1-5 0-16,2-3 0 0,0-3 0 0,1 1 0 15,-1-3 0-15,0 0 0 0,-1-2 0 16,1 1 0-16,2-8 0 0,-2 11 0 15,2-11 0-15,0 0 0 0,0 6 0 16,0-6 0-16,0 0 0 0,0 0 0 0,0 0 0 16,0 0 0-16,-5-22 0 0,5 17 0 15,-2-2 0-15,0 0 0 0,0 0-363 0,2 7-363 16,-3-12-161-16,-3 6 11 0,2-1 101 16,-4 1-777-16,1 2-996 0</inkml:trace>
  <inkml:trace contextRef="#ctx0" brushRef="#br0" timeOffset="180315.21">11913 9991 4068 0,'0'0'-177'0,"0"0"41"0,3-6 43 15,-3 6 30-15,2-5 27 0,-2 5 22 16,0-10 38-16,0 10 29 0,-2-12 26 15,-1 5 13-15,2 1 5 0,-5-3 9 0,0 0 5 16,1-1 4-16,-2 0 1 0,-5-2-2 16,-3 0 6-16,-3 0-9 0,-7-3-10 0,1-1-4 15,-4 3-5-15,-6-1-5 0,0-1-9 16,-2 1-4-16,-2-1-7 0,-10 1-2 16,1-1-5-16,6 1-9 0,-6 2-1 0,3 1-9 15,2 1-2-15,-1 2-1 0,-1 0-4 16,-2 3-7-16,-2 1-2 0,-2 0 1 0,5 2-7 15,-3 4 1-15,1 2-7 16,1-2 2-16,-1 2-1 0,-1 1-1 0,-8 1-3 16,-1 3-1-16,3 2-1 0,-6-2-1 15,1 3-1-15,0 2 0 0,-2-1 2 0,2 1-5 16,-2 1 0-16,0 2 1 0,-5 3-1 16,-20 10-1-16,3-1 1 0,-1 0-2 0,3 3 0 15,-1 3 1-15,0 0 0 0,-4-4 0 16,3 1-3-16,0-1 2 0,19-7-1 0,-3 1-2 15,4 4 1-15,-15 6 0 0,19-6 1 16,-2 0-3-16,3 4 1 0,1 0-1 0,4 4 0 16,2 3-1-16,3-3 3 15,4 4-2-15,6-1 1 0,3 1-2 0,8 2 0 16,0-1 2-16,4 5-5 0,1 1 4 16,8 6-1-16,-2 0 1 0,3 8 1 0,3 4 2 15,4 3-1-15,4 6-2 0,-1 27 4 16,1 2 2-16,7 1-3 0,-1 1-1 15,8 3 2-15,3-3 3 0,2-3-4 0,2-4 0 16,8-8 0-16,0-2 0 0,3-4-1 16,4-7 2-16,7-6 1 0,0-4 0 0,-3-16 0 15,10 7-1-15,-10-14-1 0,6-3 2 16,6-3 1-16,3-5 3 0,8-3 3 0,4-5 10 16,3-6 6-16,5 0 6 0,8-8 1 15,19 0 6-15,-6-10 0 0,-3-2-2 16,31-6 3-16,4-5 8 0,-1-5 1 15,3-4-1-15,-5-3 5 0,-1-7-6 0,-2-6 9 16,2-3-10-16,-3-5 0 0,-7-2-7 16,3-5-1-16,-3 1-2 0,-1-6-7 0,-7 3 2 15,0-2 2-15,-9-2-5 0,-6 4 5 16,-1-1-1-16,-6 0-2 0,-6 3 6 0,-8-2-1 16,-5 3 12-16,-17 5 5 0,-6 1 2 15,-2-4 6-15,-3-3 3 0,-4-3-2 0,-6-3-1 16,0-1-1-16,-3 2-3 15,-5-1 3-15,-2-2-5 0,1 1 9 0,-3-1-10 16,-2 0 2-16,-1-1-11 0,-1 0-2 16,-2 2-6-16,-5-2 1 0,-4-2-4 0,1-4-5 15,-9-2-3-15,-3-2 3 0,-8-17-6 16,-6 0-1-16,-9 2-3 0,-1 1-3 16,-2 2 1-16,-3 6-18 0,-4 11 6 0,8 16-5 15,-2 6-1-15,-4 5 1 0,2 5-4 16,-6 6-3-16,-1 9-1 0,0 1-14 0,-9 7-32 15,11 7-29-15,-1 1-45 0,-2 5-57 16,3 3-65-16,-8 0-90 0,11 5-104 0,-6 1-113 16,14-4-189-16,2 2-20 0,7-5 84 15,2-1-589-15,0 0-732 0</inkml:trace>
  <inkml:trace contextRef="#ctx0" brushRef="#br0" timeOffset="182464.89">22218 3752 474 0,'17'-7'89'16,"-3"4"7"-16,-3-3 3 0,1 0-7 16,-3 3-5-16,2 0-1 0,-3 0 6 15,1 1 4-15,-3-1 8 0,-6 3 6 16,9-3 7-16,-9 3 9 0,10-6 8 0,-10 6 2 16,0 0-7-16,0 0-11 0,2-8-11 15,-2 8 0-15,0 0-5 0,-27-10-10 0,12 5-2 16,-7 2-3-16,-17-2-6 0,-3 3-5 15,-1-1-8-15,-5-1 0 0,-4 4-7 16,-13 0-10-16,3 3-2 0,-5-2-4 0,-3 4-5 16,0-1-4-16,-2 3-8 15,-1-3 3-15,-2 1-2 0,3 2-6 0,2 3 0 0,4-4-5 16,1 5-4-16,6-3-2 16,2 4 4-16,1 0-7 0,7 1 1 0,13 1 1 15,-12 2-9-15,10-3 8 0,2 3-4 16,1 1-1-16,1-2 1 0,2 3-2 15,-1-2 1-15,-1 2 6 0,4-1-7 0,-1 1 4 16,3 0 1-16,-3-1-4 0,4 4 1 16,2-2-6-16,0-1 4 0,1 3-3 0,-2 1-4 15,3-1 6-15,-1-2 1 0,4 0 0 16,4-3-3-16,2 0 4 0,2-1-2 16,-1-1-5-16,-1 2 8 0,3 1-1 15,-2-2 2-15,1 2-3 0,-1 1 3 16,-7 3-5-16,9-2 2 0,-1 1-2 0,-4 2-1 15,5 0 1-15,-3 2 1 0,1 2 8 16,3-6-9-16,1 1 5 0,-1-2-3 0,4 0 1 16,-2 1-1-16,-1 0 0 0,4-1 3 15,-4 0-5-15,6 3 5 0,-5-2-1 16,3-1-5-16,-3 1-1 0,2 1 4 0,-2-2-2 16,3-1-1-16,-1 3 12 0,-3-2-13 15,3 2 0-15,-2-4 4 0,3 1 1 0,-3-1 1 16,2-1 9-16,0 1 1 0,1 1-8 15,-1-3 4-15,4-1-3 0,-1-1-1 16,1-1-1-16,0 5 2 0,0-1 0 16,2 1-1-16,0 0 2 0,0 2 6 0,0-2-8 15,2 0 1-15,0 2 1 0,0-2-1 16,0 3-5-16,-1-2 6 0,1-1 6 16,2 2 1-16,1 2 2 0,-3-4 5 0,7 3-4 15,-6-1 14-15,3 0-2 0,-1 0 0 16,3 0-1-16,0 0 6 0,1-1 4 0,-1 1-4 15,1-2 2-15,1 2-1 0,-1 1 1 16,2-3-1-16,5 7-2 0,-5-5-3 0,3-4 0 16,-1-1-4-16,3 3 2 0,-3-2-1 15,2-1 5-15,0-2 1 0,3 1-7 16,7 3 5-16,-7-3-3 0,3-1 0 16,-2 0-3-16,9 0-5 0,-1 1 1 15,-2-5-5-15,6 2 4 0,-1 1-3 0,4-3 1 16,-1 1-1-16,-5-5 8 0,-1 0 4 15,2-2 1-15,-1 2-5 0,8-2 3 0,2 0-3 16,-4 1-4-16,-9-2-3 0,4 1-2 16,-2-2-1-16,0 4 1 0,0-2-5 0,-3-2 1 15,0 0 0-15,0 3-3 0,-1-3 2 16,2 0-1-16,0 2 12 0,1-2 9 16,5 2-4-16,-3-2 0 0,16 2 1 15,-3-2-4-15,7 0 0 0,-2 0-7 16,2 0 1-16,-5 0-1 0,5 2-2 0,-3-2-2 15,-4 2-3-15,3-2 0 0,-4 2-1 16,-6 0-1-16,-3-4 0 0,-1 2-1 0,14 0-2 16,-2-2 0-16,2 0 1 0,-3-2 1 15,2 2-2-15,-3 0-2 0,-3-3 0 0,4 1 0 16,-1 1 1-16,-2 0-2 0,1-1-1 16,-2 0 1-16,-1 0-1 0,4 2 2 15,1-1-1-15,-3 0-1 0,3 0 0 0,0-1 1 16,0 0 1-16,1 1-6 0,1 0 1 15,-6-3 1-15,7 3 1 0,-4-2 1 0,0 0 0 16,5 1 2-16,-6-4-2 16,3-1-3-16,-1 1 1 0,-4-2 2 0,1-2-1 15,-2-1 0-15,-2 2 0 0,-1-5 4 16,-3 3 5-16,-1-3 14 0,0-1 2 0,-5 0-2 16,3-3-1-16,-4-4-1 0,-1 3-1 15,2-4-2-15,-1-4-2 0,-4 2 0 0,3-12-1 16,1-1 0-16,1-3 1 0,-3-4-2 15,1 1-2-15,3-9-4 0,2-3-2 16,5-13-7-16,-2-8-1 0,5-4 3 0,-3 1-5 16,-3-5-1-16,-1 2 0 15,-5-5-4-15,-3 2 4 0,-7 18-1 0,-4 0 0 16,-7 3-4-16,-4 2 1 0,-5 0-2 16,-6 3 2-16,-9 3-3 0,-3 5 2 0,-9 2-2 15,-4 6-4-15,-8 1 4 0,-19-1-3 16,6 15 3-16,-5 5-1 0,-6 7 1 0,-9 2-6 15,-3 6-19-15,-3 4-19 0,-5 5-26 16,1 4-18-16,-21 3-23 0,25 2-39 16,-16 8-41-16,24-3-34 0,1 2-43 0,8-1-47 15,1 1-69-15,8 0-58 16,4-1-135-16,14-2-6 0,9-3-269 0,3 2-345 0</inkml:trace>
  <inkml:trace contextRef="#ctx0" brushRef="#br0" timeOffset="194880.89">17798 2997 318 0,'0'0'138'0,"0"0"-39"0,0 0-16 16,0 0 14-16,0 0-11 0,0 0-7 16,0 0 6-16,-11 22 2 0,11-8 5 15,0 0 6-15,2 5-7 0,-2 2 0 0,4 1-7 16,-1-1-7-16,1 2-4 0,5-3-7 15,-6 1-7-15,6-1-4 0,-3-3 0 0,-1-2-13 16,6-2 1-16,-6 0-3 16,3-5-6-16,-3 0-2 0,3-2-4 15,2-1-6-15,-5-2 0 0,-5-3 1 0,18 0-2 16,-18 0-5-16,15-3-6 0,-8-2 3 16,1-2-4-16,0-2 4 0,-3 1-3 0,1-2-1 15,0 2-2-15,0 0 9 16,-3-1 9-16,3 3-4 0,-2-2-3 0,-4 8 0 15,0 0-6-15,0 0 7 0,0 0 3 0,0 0 10 16,15 16 3-16,-13-5-3 16,4 0-1-16,-2 5-3 0,1-3 0 0,2 1-3 15,2 1-1-15,-4-1 1 0,6 2-6 0,0-4-1 16,-4 0-10-16,0-2-11 0,3 0-23 16,-2-1-29-16,-3-2-45 0,3-4-48 15,-3 0-84-15,4 0-95 0,-9-3-310 16,0 0-134-16</inkml:trace>
  <inkml:trace contextRef="#ctx0" brushRef="#br0" timeOffset="195279.97">17787 2970 1643 0,'-21'2'-28'0,"4"3"38"16,0 3 34-16,-10 8 28 0,-2 4 22 0,-3 11 24 16,0 1 22-16,1 6 18 0,3 5 12 15,1 0 17-15,3 5-8 0,4 0-1 0,5 0-21 16,7-7-7-16,6-2-8 0,8 2-6 16,12 4-12-16,5-4-23 0,9-5-15 15,8-5 2-15,8-2-16 0,4-10-4 0,7-4-5 16,4-3-10-16,0-4-13 0,3-7-34 15,-5-6-12-15,0-4-29 0,-7-3-7 0,2-6-9 16,-6-3 3-16,-5-4 5 16,-6-6 5-16,-2 0 4 0,-10-7 7 0,-5-5-3 15,-8-4 6-15,-4-5 2 0,-10 5 7 16,-12-11 2-16,-3 2-6 0,-12-2-1 16,-7 4 7-16,-17-8 3 0,-8 11-2 0,7 17-6 15,-2 7 0-15,-1 10-14 0,-6 9-20 16,8 7-33-16,-8 7-43 0,6 4-54 0,0 3-75 15,7 3-112-15,4 6-172 0,17-7 52 16,4 4-48-16,8-2-40 0</inkml:trace>
  <inkml:trace contextRef="#ctx0" brushRef="#br0" timeOffset="197629.46">18673 3234 1313 0,'-5'3'-82'0,"5"-3"12"0,-8 4 24 15,8-4 13-15,0 0 17 0,0 0 7 16,-5 3 13-16,5-3-9 0,0 0-2 0,0 0 9 16,0 0 0-16,0 0-2 0,0 0 15 15,0 0 0-15,39-9-9 0,-6 1 1 0,7-2 1 16,13-2 0-16,10-2-1 16,3-2 3-16,7 3-7 0,-1-2-3 0,2 2 0 0,-2 1-7 15,-4 3 2-15,-2-3-1 16,1 2 8-16,0 0 1 0,-2 0-1 0,-4-1-1 15,-14 6-3-15,-4 0 6 0,-13 2 0 16,-5-2 1-16,-5 3 16 0,-6-1 17 16,1 1 19-16,-1 2 13 0,-3-2 4 0,-2 0 2 15,1 1 1-15,-10 1-7 0,15 0-4 16,-7-4-7-16,-8 4-8 0,0 0-4 0,13-2-6 16,-13 2-18-16,0 0-25 0,11 0-31 15,-11 0-50-15,0 0-62 0,0 0-86 0,0 0-249 16,0 0 15-16</inkml:trace>
  <inkml:trace contextRef="#ctx0" brushRef="#br0" timeOffset="198328.93">19826 3009 1225 0,'0'0'-34'16,"-18"-2"22"-16,9 1 18 0,9 1 12 15,-13 0 18-15,13 0 19 0,-12-2 16 0,12 2 16 16,0 0 10-16,0 0 9 0,0 0 0 15,-18 0-13-15,18 0-8 0,0 0-5 16,0 0 0-16,0 0 2 0,0 0-1 16,0 0-7-16,36 10-2 0,-18-6-6 15,-2 1-6-15,5 2-7 0,1 0-4 0,-4 1-7 16,3-1-6-16,-2 1 4 0,-3-1-7 16,-4 2-1-16,1-3-5 0,-4 5 5 0,-4-3 7 15,1 1 12-15,-6-1 4 0,-2 4 5 16,-2-3-10-16,1 3-6 0,-7-1-3 15,-2 0-9-15,-1 1 0 0,1 1-2 0,-4-1-8 16,-5-3 4-16,6 2-26 0,-1 1-20 16,3-4-34-16,-1 1-32 0,3 0-39 0,0 0-55 15,4-4-56-15,-2-2-88 16,6-1-179-16,3-2-120 0,0 0-122 0</inkml:trace>
  <inkml:trace contextRef="#ctx0" brushRef="#br0" timeOffset="198813.7">20585 2865 1690 0,'0'0'-21'0,"-6"-12"26"16,6 12 15-16,-7-6 7 0,7 6 13 15,-16-3 12-15,16 3 6 0,-18 0 6 0,18 0 3 16,-31 9 1-16,14-3-2 0,-5 6-3 16,6-3 4-16,-2 1-3 0,1 5-7 0,5-3-1 15,1 0-3-15,6 0-1 0,-2 3 10 16,5-3 1-16,4 0-1 0,1 3-1 15,5-3-5-15,-1-1-1 0,4 4-9 0,5-3 1 16,-2-2-6-16,2 4-5 16,1-2-5-16,-1-5 0 0,-4 3-6 0,-1 1 3 15,-2-3-5-15,-2-1 0 0,2 1-6 16,-6-2 5-16,3 0 7 0,-6-6 17 16,3 11 6-16,-3-7 12 0,0-4-7 0,-5 12 5 15,5-12-6-15,-10 8-5 0,2-5-3 16,3 3-6-16,-4-2-8 0,-3-2-23 0,2 2-28 15,-3-2-46-15,13-2-48 0,-25 0-67 16,10-2-89-16,2 2-94 0,-7-7-169 16,4 0 13-16,4-2-90 0,-1 1-107 0</inkml:trace>
  <inkml:trace contextRef="#ctx0" brushRef="#br0" timeOffset="199195.09">20417 2680 1607 0,'-17'-5'-31'0,"-3"5"35"0,4 0 26 15,-2 5 8-15,-2 2 16 0,-9 7 17 0,3 4 21 16,-9 10 20-16,7 4 11 0,-5 6 8 16,8 1 3-16,1 3 8 0,4 4-16 15,5-2 8-15,10-4-4 0,3-1-9 16,7 3-9-16,8 2-3 0,9-5-16 15,8-1 1-15,10-4-17 0,8-6 1 0,4-4-4 16,2-5-15-16,3-4-7 0,4-5-8 16,-13-4-23-16,1-6-17 0,-2-2-11 0,-4-3-6 15,0-4 0-15,-6-3 2 0,-2-2-1 16,-7-4-2-16,-3-3 2 0,-4-1 4 16,-6-4 4-16,-7 3-2 0,-5-3 6 0,-3 1-2 15,-5-13-2-15,-4 0 4 0,-13-6-5 16,2 0-2-16,-5 3 6 0,-4 2-6 15,3 4-9-15,2 10-20 0,-1 8-13 16,0 2-20-16,2 8-22 0,1 4-30 0,3 3-43 16,0 1-60-16,2 3-88 0,4-1-169 15,1 2-18-15,6-3-61 0,6-2-63 0</inkml:trace>
  <inkml:trace contextRef="#ctx0" brushRef="#br0" timeOffset="199863.75">21766 2704 1420 0,'-3'-5'-45'0,"3"5"27"0,0 0 34 16,-6-7 16-16,6 7 15 0,0 0 9 15,-4-5 13-15,4 5 8 0,0 0 5 16,0 0 4-16,0 0 0 0,-1-10 2 0,1 10 6 16,0 0-3-16,0-5-4 0,0 5-4 15,1-8-11-15,-1 8 0 0,4-8-6 16,-4 8-3-16,6-8-7 0,-5 4-4 0,-1 4-1 15,4-13 1-15,-2 9-7 0,-2-2-3 16,0-2 4-16,-2 0-4 0,0 1 5 16,0-3-3-16,-3 0-6 0,-1 3 2 0,-2-3-4 15,1 2 6-15,-3 2-3 0,-2 0-6 16,1 4-2-16,-2-1-3 0,-1 5-2 16,-2 1-5-16,-4 2-4 0,3 2 2 0,-3 1 2 15,0 2-4-15,5 3-3 0,2-5 4 16,1 1-6-16,0 1-2 0,5 0 2 0,2-1-4 15,1 0 0-15,0-2 7 0,2 1-8 16,4 1 2-16,2 0 3 0,1 0 1 16,3-1-2-16,2 4 1 0,-1-3 3 15,6 4-6-15,2 1 0 0,-4-3-3 16,3 5 9-16,-3-3 3 0,1 1 2 0,-1 0 6 16,-1 1 13-16,-7-1 9 0,3-1 7 15,-5 2 14-15,-1-2 13 0,-2 0 12 0,0-1 7 16,-2 1 8-16,-1-3-3 0,-3 2-1 15,1-1 1-15,-4 2-7 0,0 0-8 0,2-8-10 16,-1 5-6-16,-4-2-8 0,5-1-7 16,-2 0-2-16,-1-2-12 15,0 0-18-15,1 0-25 0,4-1-41 0,5-4-56 16,-20 3-57-16,20-3-75 0,-16 0-77 16,16 0-99-16,0 0-143 0,-16-5-98 0,12 2 73 15,4 3-225-15,0 0-284 0</inkml:trace>
  <inkml:trace contextRef="#ctx0" brushRef="#br0" timeOffset="200278.76">21496 2351 2123 0,'-33'0'-47'0,"3"1"29"0,-6 7 10 0,-2 7 20 16,-8 11 23-16,0 3 20 0,4 8 24 15,0 6 25-15,6 6 16 0,1 5 14 0,6-1 7 16,7 4 2-16,5-1 4 0,8-1 2 16,9-7 7-16,9 5-25 0,8 1-5 15,12-5-11-15,9-8-6 0,10-3-9 0,8-6-14 16,26-1-4-16,-11-11-10 0,4-6-11 15,0-3-29-15,-2-7-12 0,5-8-12 0,-9-4-27 16,-2-3-1-16,-8-7-6 16,-6 1-2-16,-4-8-2 0,-6 1-5 0,-5-7 3 15,-10-3 7-15,-7 3-4 0,-6-3 10 16,-7-6-10-16,-6-2 8 0,-6-13 0 0,-9 0-11 16,-6 0-7-16,-8 2-14 0,-4 1-13 15,-5 8-13-15,-3 7-18 0,-6 4-28 16,0 8-26-16,-5 10-33 0,7 6-33 0,-5 8-45 15,2 4-66-15,-4 2-132 0,-1 7-166 16,15 2-124-16</inkml:trace>
  <inkml:trace contextRef="#ctx0" brushRef="#br0" timeOffset="201827.11">15708 3391 1646 0,'0'0'-33'16,"0"0"25"-16,0 0 18 0,0 0 13 15,0 0 5-15,-11-7 4 0,11 7 15 16,3-13 3-16,5 1 3 0,4-4 0 0,4-6-3 16,11-2-6-16,5-10-1 15,7 1-4-15,3 1-8 0,-1-3-2 0,4 2-2 16,2-4-6-16,-3 4 1 0,1 1-3 16,2 1-6-16,-8 2 3 0,1 4-1 0,-9 3-3 15,-3 1 0-15,-5 6-3 16,-3 3 13-16,-6 1 6 0,-1 4-1 0,-2-2 4 15,-4 5-1-15,1-4-4 0,0 4-2 0,-5-1-2 16,5 2-2-16,-5-1-13 16,-3 4-22-16,11-5-32 0,-11 5-39 0,3-5-58 0,-3 5-62 15,6-3-80-15,-6 3-312 16,0 0-96-16</inkml:trace>
  <inkml:trace contextRef="#ctx0" brushRef="#br0" timeOffset="202593.62">16825 2551 1463 0,'0'0'-77'0,"0"0"31"15,0 0 25-15,10-2 20 0,-10 2 21 16,0 0 17-16,0 0 17 0,0 0 9 16,0-8 4-16,0 8 1 0,0 0 1 0,0 0-4 15,0 0-4-15,0 0-3 0,0 0-5 16,0 0-2-16,-43 8-1 0,30 2 2 16,-1-2-5-16,0 1-4 0,0 5-1 15,-1 1-6-15,3-6-4 0,5 2-3 0,-3-1-2 16,3-1-5-16,3-1-2 0,-2 0 5 15,2-2-2-15,4-6-1 0,2 14 4 16,4-7 3-16,-2 0 1 0,5-2-2 0,2 2-6 16,5-3-3-16,1 2 3 0,0-1-3 15,5 2 1-15,-4 0-2 0,3-1-1 0,-1 0 0 16,-7 0-2-16,0 0-3 16,-1-3-3-16,-5 4 7 0,0-2 13 0,2 0 10 15,-7 2 13-15,-2-7 9 0,0 12 1 16,-7-3-4-16,3-1-2 0,-3-1-12 15,-2 3-8-15,-3 0 5 0,1-5-5 0,-2 4-3 16,1-2-3-16,-1 1-21 0,-1-4-23 16,1 1-25-16,4 0-28 0,-3-2-37 0,3 1-45 15,-4-2-62-15,13-2-83 0,-18-2-138 16,18 2-60-16,-16-7-38 0,13 2-33 16</inkml:trace>
  <inkml:trace contextRef="#ctx0" brushRef="#br0" timeOffset="203027.16">16586 2406 1314 0,'-18'6'-58'0,"-5"3"28"0,3 1 19 16,-6 7 14-16,0 7 14 0,-5 10 25 0,4 7 16 16,1 4 8-16,-1 3 8 0,5 4 7 15,4-1 1-15,4 1-2 0,3 0-6 16,7-7 1-16,4 0 1 0,4-2 9 16,5-4-7-16,13 1-4 0,4-6-8 15,-1-10 4-15,17-3-3 0,8-4-8 0,2-9-7 16,9-4-4-16,9-8-3 0,-2-4-5 15,2-9-7-15,0-3 0 0,-4-5-6 0,-9-1 3 16,-2-3-6-16,-5-2 0 0,-12-1 5 16,-4-2 14-16,-9-5 8 0,-11 6 6 15,-9-6-9-15,-3 0 1 0,-8 0-9 0,-9-11-8 16,-8 0 0-16,-6 3-3 16,-7 5-15-16,-4 3-18 0,1 3-15 0,-8 7-20 0,4 9-30 15,2 11-32-15,2 5-43 16,-1 8-42-16,-6 1-73 0,-8 10-75 0,5 4-162 15,7 1-39-15,7 1-37 0</inkml:trace>
  <inkml:trace contextRef="#ctx0" brushRef="#br0" timeOffset="203976.95">17151 2561 1417 0,'-13'8'-19'0,"1"-4"15"0,6-1 8 16,3-1-7-16,3-2 1 0,0 0-1 16,0 0 2-16,0 0 1 0,23-11 2 0,-3 3-6 15,10-9-9-15,6 2-20 0,11-6-34 16,1-1-40-16,-1 0-43 0,-3 1-196 16,0-1 139-16</inkml:trace>
  <inkml:trace contextRef="#ctx0" brushRef="#br0" timeOffset="205726.27">17507 2397 847 0,'0'0'-62'0,"0"0"30"15,0 0 27-15,0 0 19 0,0 0 18 16,-14 12 15-16,14-12 13 0,-3 12 4 0,-1-5 1 15,0 0 0-15,3 3 3 0,-1-3-5 16,-2 1 2-16,2-1 1 0,0 0-4 0,-1 0-1 16,2-2-8-16,-1 0 7 0,2-5 3 15,-4 10 10-15,4-10 9 0,-2 4 15 16,2-4 10-16,0 0 2 0,0 0-15 0,0 0-11 16,0 0-6-16,0 0-7 0,-13-14-9 15,12 7-9-15,-1-5-4 0,2 0-6 16,0 0-4-16,0-1-6 0,2 1-3 15,-1-1-3-15,1 2-1 0,2 1-5 0,-2 2-3 16,1 2-5-16,-3 6-1 0,6-9-2 16,-6 9 0-16,8-3 2 0,-8 3 0 0,0 0-5 15,15 0 0-15,-15 0 2 0,16 5-1 16,-9-4 4-16,2 1-5 0,-1 2 1 16,-8-4 1-16,17 1-3 0,-9 0 2 0,-8-1-2 15,14 3 7-15,-14-3-4 0,14-3 4 16,-4 2-3-16,0-2-4 0,-1-1 0 0,7-2 2 15,-5-1-2-15,0-3-3 0,3 4 1 16,-1 0-1-16,-1-1 2 0,-5 3-2 16,2-2-1-16,-1 3-6 0,-5 0-18 15,-3 3-28-15,12-4-41 0,-12 4-37 16,8-2-59-16,-8 2-51 0,0 0-58 0,0 0-138 16,9-3-108-16,-9 3-45 0</inkml:trace>
  <inkml:trace contextRef="#ctx0" brushRef="#br0" timeOffset="207226.16">16534 3134 1383 0,'1'-4'-62'15,"-1"4"27"-15,0 0 33 0,0 0 26 16,0 0 17-16,0 0 18 0,-44 29 7 0,15-9 11 15,-5 1-4-15,-5 4-3 0,-8 0-3 16,6 2-2-16,-3-3-7 0,4-1-5 16,7-4-4-16,5 0-7 0,-1-3-2 15,11-3-11-15,0-3-20 0,7 2-26 0,1-7-26 16,2 2-39-16,1 0-45 0,3 0-35 16,4-4-60-16,0-3-273 0,0 0 1 15</inkml:trace>
  <inkml:trace contextRef="#ctx0" brushRef="#br0" timeOffset="209942.41">13975 5231 1436 0,'0'6'7'0,"0"-6"14"0,0 0-10 0,-7 6-8 16,7-6-21-16,0 0 4 0,0 0-21 16,-4 3-11-16,4-3-32 0,0 0-34 15,0 0-68-15,0 0-159 0,0 0 147 0</inkml:trace>
  <inkml:trace contextRef="#ctx0" brushRef="#br0" timeOffset="210292.95">11981 7596 1053 0,'4'-6'64'16,"-4"6"-10"-16,1-7-11 0,-1 7-42 15,0 0-49-15,0 0-35 0,0-6-9 0,0 6-17 16,0 0-192-16,0 0 183 0</inkml:trace>
  <inkml:trace contextRef="#ctx0" brushRef="#br0" timeOffset="210742.13">10724 10338 1124 0,'0'-4'111'0,"0"4"-11"0,0 0-18 15,0 0-23-15,0 0-15 0,0 0-13 0,-18-6 3 16,18 6-3-16,0 0-5 0,0 0-25 16,-18 4-47-16,18-4-51 0,0 0-93 0,-7 8-256 15,7-8 46-15</inkml:trace>
  <inkml:trace contextRef="#ctx0" brushRef="#br0" timeOffset="213711.29">17282 4722 1396 0,'0'0'77'0,"0"0"-7"16,0 0-2-16,0 0-11 0,0 0-6 15,0 0-1-15,0 0 3 0,0 0 1 0,0 0-8 16,-31-7-3-16,31 7-5 16,0 0-16-16,-13 0-29 0,13 0-44 0,0 0-62 15,0 0-57-15,-9-3-100 0,9 3-211 16,0 0 12-16</inkml:trace>
  <inkml:trace contextRef="#ctx0" brushRef="#br0" timeOffset="214159.11">20150 4743 1373 0,'-12'-4'-58'0,"1"1"-61"0,6-2-99 16,-3 1-115-16,8 4 152 0</inkml:trace>
  <inkml:trace contextRef="#ctx0" brushRef="#br0" timeOffset="214691.71">22778 5448 1239 0,'-15'11'334'0,"6"1"13"15,-1-4-11-15,2-3 5 0,3-3-21 16,5-2-35-16,-4 2-24 0,4-2-29 0,0 0-24 15,0 0-43-15,22-23-61 16,-1 2-74-16,1-3-111 0,6-7-129 0,3-5-193 16,-2-2-178-16,-5-1 52 0,-3 9-287 15,-4 3-302-15</inkml:trace>
  <inkml:trace contextRef="#ctx0" brushRef="#br0" timeOffset="-214638.7">22723 5554 2619 0,'-6'13'207'0,"0"-2"-21"0,3-5 4 15,-1 1 6-15,2-2 0 0,2-5 25 16,2 11 14-16,-2-11-4 0,4 3-19 16,-4-3-19-16,0 0-29 0,32-8-50 0,-11-1-72 15,12-5-69-15,-3-3-82 0,2-2-88 16,10-5-89-16,-3 1-136 0,-3-6-201 16,0 0 45-16,-11 4 64 0,0-1-251 15,-3 2-256-15</inkml:trace>
  <inkml:trace contextRef="#ctx0" brushRef="#br0" timeOffset="-178293.91">16257 4722 2296 0,'-8'-7'231'0,"2"5"5"0,3-5-12 16,3 7-52-16,-2-11-44 0,2 11-3 15,7-14-12-15,1 7-12 0,6 0 2 16,4-1-8-16,5 1-8 0,2 3-12 0,2 1-5 15,0 4-10-15,-2 3-1 16,-3 1-6-16,-5 4-5 0,3 2 1 0,-11 5 7 16,-2 1 7-16,-3-1 15 0,-4 1 12 15,-4 5 7-15,-1-2 10 0,-6 6 9 0,2-5 1 16,4-4 2-16,-1-1 5 0,3-3 10 16,-1-1 7-16,2 0 0 0,2-3 2 0,2 1 7 15,4-1-10-15,-1-2-7 0,6 0-14 16,3-1-10-16,3 0-14 0,-2-3-12 0,5-1-25 15,0-1-41-15,1-1-43 16,1-1-45-16,2-4-50 0,1 1-61 0,-1-4-77 16,5-3-77-16,2-1-78 0,-6-5-90 15,-2 1-132-15,-9 0-55 0,2 1 76 16,-5-2-371-16,-2 0-464 0</inkml:trace>
  <inkml:trace contextRef="#ctx0" brushRef="#br0" timeOffset="-177960.88">16604 4559 2502 0,'-33'-10'-100'0,"-3"-3"56"0,-4 3 36 16,-2 2 32-16,-1 2 37 0,-5 5 37 0,0 4 29 16,-13 8 25-16,-2 6 20 0,0 8 13 15,6 4 11-15,2 3 0 0,5 4 4 0,6 2-1 16,12 1-9-16,10 2 0 16,10-5-9-16,10 1-7 0,12 2-13 0,12 4-13 15,14-6-14-15,14-3-17 0,9-5-8 16,23 4-13-16,-10-14-24 0,11-7-5 0,21-4-5 15,-13-6-7-15,28-9-5 0,-8-6-13 16,-3-6-9-16,-10-4-16 0,-32 1-7 16,-7-5 4-16,-12-4-5 0,-8-1 6 0,-10-9-7 15,-13-5-1-15,-6-3-1 16,-16-4 3-16,-10-6-5 0,-15 1 1 0,-15-10-5 0,-13 7 4 16,-4 12-6-16,4 16-1 0,-6 9-1 15,-7 9-29-15,-3 8-45 0,-1 8-52 16,-2 8-86-16,2 7-98 0,-13 9-125 15,24 1-201-15,8 1-30 0,9 4 90 0,4 1-335 16,7-3-401-16</inkml:trace>
  <inkml:trace contextRef="#ctx0" brushRef="#br0" timeOffset="-176862.77">13412 5157 2691 0,'5'-8'33'0,"-3"2"44"15,-2 6 23-15,4-9-1 0,-4 9-8 0,0 0-12 16,0 0 36-16,0 0 21 15,0 0 17-15,7 25-7 0,-7-11-3 0,0 7-8 16,0-2-12-16,0 8-5 0,0-1-15 16,0-1-12-16,3-1-5 0,1 2-9 0,0-4-8 15,-3 0-8-15,3-3-5 0,0-3-7 16,-2 0-27-16,1-4-33 0,-1-1-31 0,0-3-40 16,3 0-54-16,-2-4-67 0,-3-4-73 15,6 3-89-15,-6-3-107 0,0 0-117 0,15-15 54 16,-12 7-194-16,6-5-220 0</inkml:trace>
  <inkml:trace contextRef="#ctx0" brushRef="#br0" timeOffset="-176545.63">13396 4977 2044 0,'-18'2'28'0,"-4"7"47"0,-8 8 22 0,-8 7 30 15,-3 7 34-15,4 4 30 0,-1 6 23 16,5 1 14-16,1 1-1 0,9 2-7 15,4 1-7-15,9-9-6 0,7 1-8 0,4-1-10 16,9-2-12-16,11 2-14 16,9-2-14-16,8-7-16 0,9-6-12 0,1-3-9 15,6-9-12-15,7-4-12 0,6-6-11 16,0-9-9-16,1-3-11 0,3-7-27 0,-5-7-19 16,11-11-11-16,-18 8 0 0,-7-5-3 15,-13 2-1-15,-8-6 1 0,-8 1-1 16,-16 1-3-16,-5-5-12 0,-13-9-19 0,-12 1-21 15,-7 3-27-15,-17 2-26 0,-17-6-26 16,6 18-29-16,-3 8-29 0,-1 7-31 0,-3 9-37 16,-3 7-62-16,-1 10-73 0,4 3-143 15,-2 6-37-15,6 10 69 0,-11 13-178 16,18-7-183-16</inkml:trace>
  <inkml:trace contextRef="#ctx0" brushRef="#br0" timeOffset="-162579.62">16026 6435 1749 0,'0'0'-87'0,"8"-4"27"0,-8 4 24 16,3-4 10-16,-3 4 25 0,0 0 10 16,7-6 14-16,-7 6 11 0,0 0 8 15,4-5 2-15,-4 5-1 0,0 0-6 0,0 0 1 16,0 0 7-16,0 0 8 0,0 0 9 16,0 0 3-16,0 0 9 0,0 0 5 0,-23 11 12 15,12-1 10-15,-13 7 12 0,-2 7 13 16,-12 8 1-16,-7 7 20 0,0 2-8 0,-18 7 1 15,0 5-6-15,0-4-1 0,12-10-5 16,-1 2-5-16,4-4-12 0,8-4-7 16,3-3-6-16,4-1-4 0,10-7-11 0,8-4-7 15,1-4-12-15,3-4-2 0,1-2-6 16,5-1-3-16,-3 2-8 0,3-4-4 16,-1 0 7-16,6-5-5 0,-10 9 1 15,6-6-5-15,4-3-10 0,0 0-27 0,-9 5-37 16,9-5-40-16,0 0-52 0,0 0-47 15,0 0-55-15,0 0-63 0,0 0-66 0,0 0-105 16,0 0-83-16,0 0 52 0,17-21-182 16,-7 15-172-16</inkml:trace>
  <inkml:trace contextRef="#ctx0" brushRef="#br0" timeOffset="-162198.78">16217 6534 1786 0,'14'-12'-9'0,"-5"2"19"0,-4 0 28 15,3 1 19-15,-4 4 9 0,0 0 12 0,0 0 12 16,-4 5 1-16,3-7-10 0,-3 7-9 16,0 0 4-16,0 0 4 0,0 0 12 0,-21 14 11 15,-4 4 7-15,-9 11 10 0,-6 5 10 16,-10 3 13-16,-16 9 0 0,-2 4 1 15,-4-6-6-15,0 3 5 0,2-3-4 16,15-8-3-16,1-3-5 0,5-2 6 0,3-5-9 16,8 1-11-16,8-6-10 0,5-8-10 15,3 1-10-15,10-6-8 0,0 1-9 16,0 0-5-16,3-2-6 0,5-3-4 0,-6 2-7 16,10-6-4-16,-11 7-5 0,8-4-16 15,3-3-19-15,-10 5-25 0,10-5-29 0,-6 7-36 16,6-7-52-16,-6 3-65 0,6-3-56 15,0 0-64-15,0 0-82 0,0 0-125 0,0 0-52 16,0 0 64-16,0 0-241 0,0 0-250 16</inkml:trace>
  <inkml:trace contextRef="#ctx0" brushRef="#br0" timeOffset="-151934.45">17143 9806 2212 0,'0'0'103'0,"0"0"24"16,2 9 32-16,-2-9 39 0,0 0 18 15,0 0 2-15,2 4 2 0,-2-4-3 16,0 0-6-16,0 0-15 0,0 0-13 15,0 0-21-15,0 0-14 0,0 0-18 0,17-4-10 16,-17 4-16-16,0 0-7 0,12-4-10 16,-12 4-8-16,5-3-9 0,-5 3-5 0,9-2-3 15,-9 2-3-15,0 0 1 0,6-5 1 16,-6 5-6-16,0 0-1 0,0 0-8 16,0 0-5-16,0 0 4 0,0 0 0 0,0 0-1 15,0 0 2-15,-20 17 3 0,12-12-1 0,2 2 0 16,-2 0 2-16,5-2 2 0,-3 2 1 15,6-7 9-15,-5 10 11 0,5-10 5 16,-7 7 16-16,7-7 1 0,-2 7 8 16,2-7 8-16,0 0 4 0,9 8-5 0,-9-8-10 15,0 0-5-15,0 0-8 0,18-3-9 16,-18 3-7-16,0 0-6 0,21-7-2 0,-13 4-7 16,-8 3 0-16,12-6 2 0,-12 6 2 15,7-5-1-15,-7 5-5 0,8-5-6 16,-8 5-6-16,0 0-3 0,0 0-2 0,0 0-7 15,0 0-18-15,0 0-12 0,0 0 0 16,0 0 0-16,-44 12 0 0,34-8 0 0,3-1 0 16,7-3 0-16,-13 10 0 0,4-8 0 15,9-2 0-15,-9 7 0 0,9-7 0 16,-4 5 0-16,4-5 0 0,0 0 0 16,0 0 0-16,0 0 0 0,10 12 0 0,-10-12 0 15,12 0 0-15,-12 0 0 0,0 0 0 16,18 0 0-16,-18 0 0 0,0 0 0 0,18-1 0 15,-18 1 0-15,0 0 0 0,0 0 0 16,13-4 0-16,-13 4 0 0,0 0 0 0,0 0 0 16,0 0 0-16,0 0 0 0,0 0 0 15,0 0 0-15,0 0 0 0,0 0 0 0,0 0 0 16,0 0 0-16,0 0 0 0,-40-2 0 16,40 2 0-16,0 0 0 0,-9 7 0 0,9-7 0 15,0 0 0-15,-7 5 0 16,7-5 0-16,0 0 0 0,0 0 0 0,0 0 0 15,0 0 0-15,0 0-90 0,0 0-132 16,0 0-70-16,0 0-94 0,0 0-106 0,0 0-83 16,0 0-162-16,0 0-40 0,0 0 81 15,0 0-639-15,0 0-790 0</inkml:trace>
  <inkml:trace contextRef="#ctx0" brushRef="#br0" timeOffset="-148601.7">18885 12305 3441 0,'0'0'-105'0,"0"0"39"0,16-6 38 0,-16 6 36 16,0 0 37-16,0 0 23 0,0 0 20 15,0 0 3-15,3-6 2 0,-3 6-11 0,0 0-7 16,0 0-2-16,0 0-7 0,0 0-3 16,0 0-11-16,0 0 3 0,0 0 18 15,0 0 8-15,0 0 2 0,0 0 5 0,0 0 11 16,0 0 10-16,0 0 11 0,0 0 10 15,0 0 14-15,0 0 6 0,0 0 3 0,0 0 1 16,0 0-17-16,0 0-4 0,0 0-13 16,20 0-13-16,-11-4-11 0,-9 4-13 15,11-6-3-15,-11 6-9 0,9-3-4 16,-9 3-12-16,0 0-6 0,10-4-20 0,-10 4-13 16,4-3-20-16,-4 3-33 0,0 0-49 15,0 0-76-15,0 0-103 0,0 0-116 16,0 0-147-16,-18 16-213 0,18-16 67 0,-9 4 76 15,9-4-440-15,-5 6-512 0</inkml:trace>
  <inkml:trace contextRef="#ctx0" brushRef="#br0" timeOffset="-145847.78">21410 11426 2707 0,'0'0'-41'0,"0"0"39"15,0 0 33-15,0 0 33 0,0 0 37 16,0 0 25-16,8-14 33 0,-8 14 7 0,0 0 2 16,0 0-2-16,0 0-12 0,0 0-10 15,2-7-13-15,-2 7-10 0,0 0-12 0,0 0-14 16,0 0-8-16,0 0-9 0,0 0-7 15,0 0-7-15,0 0-5 0,5-2-7 0,-5 2-6 16,10-2-3-16,-10 2-4 0,9-4 0 16,-9 4-5-16,14-4-6 0,-14 4 5 0,9-4 6 15,-9 4 7-15,5-4 3 16,-5 4 5-16,0 0-2 0,11-4-5 0,-11 4-3 16,0 0 4-16,0 0 7 0,0 0 1 15,0 0 2-15,-33 18 1 0,19-12 4 0,0 5-3 16,-6-1 5-16,6 3-7 0,-2-4-5 15,5 2 0-15,-1-2-11 0,2-1-3 0,1-1-1 16,3 0-1-16,-2-3 2 0,5 2 5 16,3-6 5-16,-10 9 3 0,7-7-1 15,3-2 1-15,0 0-6 0,0 0-2 16,0 0-8-16,0 0-7 0,0 0-11 0,0 0-10 16,30-9-4-16,-21 1-5 0,4 0-7 15,-2 0-7-15,0-1 7 0,-2 3-4 16,-3 0 2-16,2 0 1 0,-5 3-4 0,-3 3 1 15,6-5 3-15,-6 5 10 0,0 0 7 16,0 0 0-16,0 0 3 0,0 0 6 0,-29 11 2 16,24-6-2-16,5-5 4 0,-13 10 0 15,6-5-7-15,2 1 2 0,5-6-2 0,-9 8-1 16,9-8 1-16,-8 6-17 0,6-2-30 16,2-4-46-16,-6 6-59 0,6-6-67 0,-4 5-88 15,4-5-83-15,0 0-100 0,-7 2-121 16,7-2-95-16,-8 4 67 0,8-4-477 0,0 0-571 15</inkml:trace>
  <inkml:trace contextRef="#ctx0" brushRef="#br0" timeOffset="-141133.85">17856 7006 2757 0,'1'-12'-137'0,"-1"2"39"15,0-1 44-15,0 3 40 0,2-1 22 0,-2 2 26 16,2 0 20-16,-2-1 21 0,5 1 20 16,-3-1 19-16,-1 0 13 0,1 1 5 0,0 1 4 15,2-2 4-15,-2 4 2 0,0-4-3 16,-2 8-4-16,3-8-9 0,-3 8-11 0,2-7-13 16,-2 7 4-16,0 0 30 0,0 0 12 15,-7 32 3-15,-6-7 8 0,-1 9 5 0,-6 14 12 16,0 0 1-16,-5 5 4 15,-2-4 7-15,2 2-1 0,1 0 0 0,0 1 0 16,0-4-2-16,3-3-9 0,0-2-3 16,6-11-8-16,2-2-6 0,1-1-9 0,5-6-12 15,-1-4-6-15,0-4-17 0,3-1-8 16,-1-2-10-16,2-1-12 0,1-3-2 16,-1 2-10-16,0-5-6 0,1 2-56 0,3-7-11 15,-5 11 0-15,1-5 0 0,4-6 0 16,-2 9 0-16,2-9 0 0,-3 7 0 0,3-7 0 15,-4 5 0-15,4-5 0 0,0 0 0 16,-5 8 0-16,5-8 0 0,0 0 0 0,0 0 0 16,-2 8 0-16,2-8 0 0,0 0 0 15,0 0 0-15,0 0 0 0,-7 7 0 0,7-7 0 16,0 0-45-16,-4 2-280 16,4-2-129-16,0 0-113 0,-9 4-117 0,9-4-159 15,-9 5 67-15,2 1-753 0,0 1-975 16</inkml:trace>
  <inkml:trace contextRef="#ctx0" brushRef="#br0" timeOffset="-138736.52">20552 7861 3709 0,'0'0'-294'0,"0"-7"40"0,0 7 46 16,0 0 44-16,-2-8 38 0,2 8 32 15,-1-7 29-15,1 7 21 0,-2-7 19 16,2 7 20-16,-2-11 14 0,2 11 11 0,-2-9 10 15,0 4 10-15,2-2 14 0,-2-3 6 16,2 4 3-16,-4 0 4 0,2-5-4 0,-4 2 6 16,1 0-1-16,-3-4 3 0,1 1 0 15,-3 1-1-15,-1-2 2 0,-3 2-4 0,-1-1-4 16,-1-1-1-16,2 1 1 0,-6 0-7 16,6 3 2-16,-6-1 0 0,4 3 3 0,0-1 1 15,-4-2-2-15,2 3-1 16,-2 0-6-16,-1-1 5 0,1 1-3 0,0 1 0 15,-3-1-4-15,3 2 0 0,-3 1-3 16,2-2 0-16,0 0-9 0,0 4 1 0,4-2-4 16,-4 1-6-16,4 0 2 0,-3 2-11 15,2-2 6-15,0 1-4 0,2 2 2 0,-2 0-10 16,2-2 5-16,0 2-1 0,-1-2 3 16,1 4-3-16,4-2-2 0,-4 0-1 15,1 2 2-15,1-2-9 0,-1 2 6 0,3 0-1 16,-2-1 0-16,0 3-5 0,1-3 1 15,-3 3-7-15,1-1 6 0,1 1-2 0,2 1 2 16,-1 2-5-16,-1-2 2 16,1 2-1-16,-1 0 3 0,-1 1-1 0,1 0-4 15,1-1 0-15,-1 2 3 0,3 0 2 16,0-1-7-16,-3 1 5 0,2 1 0 0,0 0 1 16,0-3 1-16,1 3-4 0,-1 2 5 15,-1-3-3-15,4-1 5 0,-3 1-1 0,5 2 3 16,-2-2-4-16,-2 0 3 0,2-2-1 15,2 6 3-15,-3-4 2 0,0 2 2 0,1 1 1 16,2 0-2-16,-2-2 3 0,0 1-5 16,2-1 0-16,-2 2-2 0,0-2 2 15,4 0-4-15,-5 2-1 0,2 1 2 16,3-2-4-16,-3 0 2 0,3 1-3 0,-4 0 1 16,6 1-1-16,-5-2 6 0,5 0 0 15,-3 1 1-15,2-3 0 0,-4 5 1 0,2-4-1 16,3 3-1-16,-3-1 2 0,1 0 0 15,-1-3 2-15,1 3-4 0,0-3-3 0,-1 2 1 16,1 0 0-16,-1 1-3 0,3-1 3 16,-4 1-2-16,3 0 2 0,1 1 0 15,-3-2 0-15,3 1 0 0,-1-1 3 0,0 3-2 16,1 0 5-16,2-1-4 0,-3 3 1 16,0-2 0-16,0 1 2 0,4-1-1 0,-1-1 1 15,-1 2-3-15,2-1 2 16,0 4-3-16,0-3 1 0,0 3-1 0,2-1 3 15,-1 2-1-15,3 0-2 0,0 1 2 16,1 1 2-16,4 2-1 0,-6-1-1 0,5-1 1 16,-1 0 4-16,2-1-1 0,-2 1 3 15,0-3 1-15,4 1 6 0,1-2 1 0,3 7 1 16,3-7 1-16,1 2-3 0,3-2-1 16,3-2-1-16,6 0-3 0,-1-2 0 0,6-1-3 15,5-4-3-15,0-1 1 0,8-1-1 16,-4-4-5-16,3 0 1 0,-1 0-4 15,-3-2 1-15,0-4-1 0,-5-1-1 16,-2 0 4-16,-10 0 11 0,-5 1 10 0,-2 0 4 0,-6-2-3 16,0 1 2-16,-3 0-4 15,0 0-4-15,-6 0-6 0,1 0-5 0,-3 1-3 16,-3 4-27-16,4-8-28 0,-4 8-40 16,4-6-50-16,-4 6-64 0,0 0-88 0,0 0-93 15,-8-10-104-15,8 10-145 0,-3-5-58 16,3 5 63-16,0 0-478 0,0 0-567 15</inkml:trace>
  <inkml:trace contextRef="#ctx0" brushRef="#br0" timeOffset="-131088.43">24720 12476 1875 0,'0'0'199'0,"-6"-9"-29"15,6 9-14-15,-5-9-6 0,1 6-24 16,4 3-11-16,-12-4-5 0,12 4 10 16,-22 7 28-16,2 6 4 0,-5 8 11 15,3 5 7-15,-11 7 4 0,4 5 2 0,4-2 3 0,1 3 2 16,3 1-1-16,8-6-2 16,5-3-3-16,6-2-11 0,4-5-3 0,4-1 2 15,7 4-18-15,5-2-13 0,7-2-13 16,1-9-11-16,9 1-8 0,1-6-1 0,4-6-34 15,-3 0-21-15,6-8-12 0,-3 0-12 16,1-3-6-16,-7-4-1 0,-3-2-1 16,-4-3 1-16,-4-2 0 0,-6-3 1 0,-6-1-4 15,-1-6 1-15,-7 3-6 0,-6-10 2 16,-7 0 0-16,-1 0-4 0,-4 2-1 16,-8-3-3-16,0 11 0 0,-2 3-5 15,-7 4-19-15,0 5-29 0,-4 9-45 0,2 5-61 16,-3 5-64-16,-1 5-69 0,0 2-78 15,-7 7-102-15,9-7-175 0,4 5-1 0,5 1 71 16,2-3-371-16,9-2-429 0</inkml:trace>
  <inkml:trace contextRef="#ctx0" brushRef="#br0" timeOffset="-130688.61">24444 12272 2826 0,'-36'4'72'0,"-16"11"38"0,-3 7 57 0,-2 7 18 16,-14 14 24-16,3 10 21 0,-1 7 3 16,6 6 14-16,6 4-4 0,9 1 7 0,10 5-7 15,17-12 15-15,10-1-19 0,13 2-20 16,11 0-20-16,20 9-18 0,18-10-16 15,17-6-12-15,12-12-19 0,10-10-56 16,9-9-68-16,3-12-62 0,-19-9-43 0,3-10-26 16,-4-6-5-16,18-9 1 0,-4-7 6 15,-10-4 16-15,-4-6 10 0,-8-4 11 0,-9-6 22 16,-18 5 38-16,-9-4 28 0,-5-5 25 16,-8-4 13-16,-10-6 3 0,-6-6 0 0,-7-4-9 15,-9-4-3-15,-12-16-5 0,-8 5-2 16,-9 7-5-16,2 23-5 0,-4 9-4 0,-10 10-21 15,-3 9-30-15,-10 13-52 0,-7 4-87 16,0 12-105-16,-4 8-100 0,-3 8-113 0,-15 10-202 16,6 6 61-16,-1 8 78 15,7 1-348-15,6 7-387 0</inkml:trace>
  <inkml:trace contextRef="#ctx0" brushRef="#br0" timeOffset="-130270.72">23979 13298 2394 0,'11'-13'30'0,"-3"3"30"0,0 1 34 0,-5 4 30 16,1-2 32-16,-2 4 2 0,-2 3 9 16,0 0 23-16,0 0 15 0,-42 20 17 0,2 7 20 15,-7 8 13-15,-26 16 9 0,-7 8 9 16,-8 1 3-16,-1 3 9 0,-1 0 0 0,1 1-2 16,1-4-8-16,5-8-7 0,13-1-5 15,19-13-23-15,3-3-14 0,11-6-21 0,6-10-17 16,6 1-21-16,8-7-13 0,4-1-19 15,1-4-28-15,4-2-107 0,1 0 0 0,1-3 0 16,6-3 0-16,-10 1 0 16,10-1 0-16,0 0-135 0,0 0-139 0,0 0-72 15,0 0-79-15,0 0-67 0,0 0-89 0,0 0-126 16,0 0-62-16,0 0 79 0,-16 1-593 16,6 3-742-16</inkml:trace>
  <inkml:trace contextRef="#ctx0" brushRef="#br0" timeOffset="-129937.7">22697 14030 3639 0,'16'-23'60'0,"2"0"35"0,-3 7 23 15,-3 2 23-15,-5 3 11 0,-2 5-7 16,3-2-7-16,-8 8 31 0,0 0 34 0,0 0 20 15,0 0 10-15,-22 46 20 0,-5-9 14 16,-4 4 5-16,-5 2 1 0,-4 0-6 0,2 1 1 16,2-2-3-16,0-3-4 0,5-4-13 15,8-8-17-15,6-6-18 0,4-1-156 16,5-5-57-16,2-3 0 0,4-3 0 16,4 0 0-16,6-3 0 0,7-1 0 0,4-3 0 15,8-2 0-15,15-2 0 0,-1-1 0 16,7-4 0-16,-2 1 0 0,2-1 0 0,-2 1 0 15,10 0 0-15,-10 2-1 0,-6-1-528 16,-9 2-67-16,-8 3-77 0,-6 0-97 16,-6 1-39-16,-5 1 72 0,-6-2-649 0,-4 10-840 15</inkml:trace>
  <inkml:trace contextRef="#ctx0" brushRef="#br0" timeOffset="-129353.14">21873 14725 4235 0,'-12'-6'163'0,"12"6"19"15,0 0 37-15,0 0 37 0,-9-8 3 16,9 8-15-16,-2-10-17 0,2 10-25 0,2-14-6 15,4 6-18-15,-3 0-18 0,3-1-10 16,0-2 0-16,4 3-24 0,-5 1-8 16,1 0-6-16,-1 2-5 0,2-1-22 0,-7 6-14 15,7-4-2-15,-7 4 2 0,0 0 4 16,11 15-2-16,-7-6 1 0,-2 3 4 16,1 2 6-16,-2-1-1 0,-1 3-4 0,2-1-14 15,0 0-65-15,0 3 0 0,0-2 0 16,1-5 0-16,-3 1 0 0,2 0 0 15,2-2 0-15,-2 0 0 0,0-2 0 0,0-3 0 16,-2-5 0-16,0 12 0 0,0-12 0 16,1 10 0-16,-1-10 0 0,0 6 0 0,0-6 0 15,0 0 0-15,0 0 0 0,0 9 0 16,0-9 0-16,0 0 0 0,0 0 0 0,-5 8 0 16,5-8 0-16,0 0 0 0,-15 2 0 15,15-2 0-15,-12 3 0 0,12-3 0 0,0 0 0 16,-13 3 0-16,13-3 0 15,0 0 0-15,-9 2 0 0,9-2 0 0,0 0 0 16,0 0 0-16,0 0 0 0,0 0-107 16,0 0-16-16,-12 2-8 0,12-2-7 0,0 0-17 15,0 0-19-15,0 0-16 0,0 0-18 16,0 0-17-16,0 0-23 0,0 0-37 0,0 0-23 16,0 0-25-16,0 0-19 15,0 0-15-15,0 0-19 0,0 0-1 0,0 0 8 16,14-18 16-16,-9 12 22 0,3 2 25 0,-3-3 36 15</inkml:trace>
  <inkml:trace contextRef="#ctx0" brushRef="#br0" timeOffset="-128621.48">21953 14816 1975 0,'7'-16'-127'16,"0"4"73"-16,-5 1 67 0,-2-1 59 16,1 4 46-16,-2-3 48 0,-3 2 38 15,-1 1 37-15,2-1 19 0,-1 2 25 0,-2 1 18 16,6 6 10-16,-5-11-5 0,5 11 17 16,-2-9-6-16,2 9-7 0,-4-8-13 0,4 8-16 15,-2-8-15-15,2 8-24 0,0 0-26 16,0-9-24-16,0 9-15 0,0 0-17 0,0 0-15 15,-1-9-18-15,1 9-13 16,0 0 7-16,0 0 4 0,0 0-3 0,0 0-14 0,0 0-9 16,0 0-8-16,-7 23-6 15,7-23-6-15,0 0-8 0,0 8-73 0,0-8 0 16,0 0 0-16,0 0 0 0,0 0 0 16,7 7 0-16,-7-7 0 0,0 0 0 15,0 0 0-15,20-20 0 0,-15 11 0 0,6-5 0 16,-8 0 0-16,7-4 0 0,-7 3 0 15,1 1 0-15,2-3 0 0,-6 8 0 0,2 0 0 16,2 0 0-16,-4 3 0 0,0 6 0 16,0-11 0-16,0 11 0 0,0 0 0 0,0 0 0 15,0 0 0-15,-25 15 0 0,18-4 0 16,-4 1 0-16,4 0 0 0,0-1 0 0,1 3 0 16,1-1 0-16,0-1 0 0,-1-2 0 15,5-1 0-15,-1-1 0 0,0 1 0 0,2-2 0 16,0-7 0-16,0 13 0 15,2-9 0-15,-2-4 0 0,3 8 0 0,-3-8 0 16,6 6 0-16,-6-6 0 0,6 5 0 16,-6-5 0-16,0 0 0 0,10 7 0 0,-10-7 0 15,0 0 0-15,3 7 0 0,-3-7 0 16,0 0 0-16,8 3 0 0,-8-3 0 16,5 10 0-16,2 0 0 0,-2 2 0 0,3 2 0 15,-1 5 0-15,5 9 0 0,-1-2 0 16,-2 5 0-16,3-2 0 0,-4-4 0 15,-3-4 0-15,1-5 0 0,-4 3 0 16,1-5 0-16,-2 1 0 0,1-4 0 0,-2 1 0 16,0-2 0-16,0 0 0 0,-2 1 0 15,-2-3 0-15,-4 2 0 0,-3-1 0 0,-1 1 0 16,-3 0 0-16,-4 2 0 0,-8 1 0 16,9-3 0-16,-2 1 0 0,4-3 0 0,-4 1 0 15,7-2 0-15,1-2 0 0,1 0 0 16,-1 0 0-16,7-2 0 0,-3-2 0 0,3 3 0 15,5-4 0-15,-10 4 0 0,10-4 0 16,-8 3 0-16,8-3 0 0,0 0 0 0,0 0 0 16,0 0 0-16,0 0 0 15,0 0 0-15,0 0 0 0,31 0 0 0,-14-3 0 16,6-5 0-16,0 2 0 0,11-7 0 16,-4 1 0-16,7-4 0 0,-3-1 0 0,-1-4 0 15,-6-1-324-15,-2-2-493 0,-7-4-140 16,-2-2 93-16,-7 0-914 0,-5-7-1209 0</inkml:trace>
  <inkml:trace contextRef="#ctx0" brushRef="#br0" timeOffset="-128253.89">21711 14115 5048 0,'-34'27'-101'0,"-2"11"70"16,-12 23 68-16,0 11 61 15,6 6 45-15,0 6 33 0,8 3 40 0,7 6 25 16,6 3 28-16,12 0 14 0,9-17-1 16,7-2-8-16,13 17-19 0,8-8-12 0,12-10-6 15,8-6-21-15,9-12-22 0,12-10-83 16,6-10-111-16,-3-17 0 0,5-13 0 0,7-11 0 16,24-14 0-16,-6-14 0 0,-1-11 0 15,-10-5 0-15,-7-8 0 0,-10-7 0 16,-8-8 0-16,-14-5 0 0,-4-6 0 15,-15-5 0-15,-14-6 0 0,-10-3 0 16,-12 14 0-16,-15-16 0 0,-9 0 0 0,-10 5 0 16,-15 12 0-16,-3 10 0 0,-6 16 0 15,8 20 0-15,-8 15 0 0,-6 17 0 0,0 11-239 16,-3 11-119-16,-16 18-82 0,3 10-93 16,-2 8-113-16,9 8-193 0,0 1 69 0,1 7 84 15,5-2-566-15,0 8-712 0</inkml:trace>
  <inkml:trace contextRef="#ctx0" brushRef="#br0" timeOffset="-127751.34">21642 15291 3675 0,'-3'-14'39'0,"3"6"46"0,-4-2 42 0,0 8 28 15,4 2 23-15,0 0 19 0,-21 0 21 16,4 12 31-16,-12 9 28 0,-11 14 8 0,1 5-2 16,-13 17-6-16,-4 1-10 0,6 3-2 15,-4-1-5-15,11-11-7 0,4 1-5 16,1-5-9-16,2 0-10 0,3 1-15 0,0-8-43 15,7-4-171-15,7-5 0 16,1-4 0-16,4-8 0 0,3-1 0 0,0-5 0 0,2-1 0 16,4-1 0-16,1-2 0 15,-3-2 0-15,4-1 0 0,3-4 0 0,-11 3 0 16,11-3 0-16,0 0 0 0,0 0-76 16,0 0-385-16,-22-3-103 0,22 3-127 0,-9-3-177 15,9 3 47-15,-7 3 97 0,-2 3-632 16,6 3-810-16</inkml:trace>
  <inkml:trace contextRef="#ctx0" brushRef="#br0" timeOffset="-126638.52">20563 16195 3419 0,'0'0'-201'15,"-1"-7"23"-15,1 7 23 0,-4-9 33 0,4 9 25 16,-4-6 18-16,4 6 10 0,-2-6 8 15,2 6 10-15,0 0 8 0,0 0 11 0,-2-8 4 16,2 8 3-16,0 0 9 0,-1-7 3 16,1 7 8-16,0 0 8 0,0 0 7 0,0 0 6 15,0 0 5-15,0 0 6 0,0 0 1 16,0-9 3-16,0 9 2 0,0 0 0 16,0 0 0-16,0 0 1 0,0 0 4 15,0 0 0-15,0 0 0 0,0 0 2 16,0 0 1-16,0 0-3 0,-4-7-9 0,4 7 0 15,0 0-3-15,0 0 1 0,0 0-7 16,0 0 0-16,0 0 0 0,0 0-8 0,0 0 0 16,0 0 4-16,0 0 0 0,0 0 2 15,0 0 1-15,0 0 4 0,0 0 4 0,0 0-1 16,0 0 3-16,0 0 1 0,0 0 0 16,0 0 5-16,0 0-3 0,0 0-2 15,-2-10 1-15,2 10-1 0,0 0 6 0,0 0 4 16,0 0-10-16,0 0 1 0,0 0-1 15,7-5-3-15,-7 5 1 0,0 0-8 0,0 0-1 16,0 0 2-16,0 0-5 0,0 0-3 16,0 0 3-16,0 0-3 0,0 0-1 15,0 0-5-15,0 0 2 0,0 0-5 16,0 0 3-16,0 0-7 0,0 0-1 16,0 0-7-16,0 0 2 0,0 0-1 0,0 0-4 15,0 0 6-15,0 0-4 0,0 0 2 16,0 0-4-16,0 0-2 0,0 0-2 0,0 0-11 15,0 0 0-15,0 0-2 0,0 0-5 16,0 0-1-16,0 0-2 0,0 0-14 0,-5-9-18 16,5 9-12-16,0 0-18 15,0 0-10-15,0 0-19 0,0 0-14 0,2-10-29 16,-2 10-47-16,0 0-48 0,0-8-83 16,0 8-252-16,0 0-100 0</inkml:trace>
  <inkml:trace contextRef="#ctx0" brushRef="#br0" timeOffset="-125056.3">20608 16070 1584 0,'0'0'-13'15,"0"0"13"-15,-23-19 4 0,23 19 5 0,-8-4 10 16,8 4 6-16,0 0 0 0,-5-6 1 16,5 6-5-16,0 0-6 0,-7-5-6 0,7 5-8 15,0 0-11-15,0 0-2 16,0 0-8-16,0 0 5 0,0 0-4 0,0 0-7 15,0 0 2-15,-2-9 6 0,2 9 1 16,0 0 0-16,0 0 3 0,0 0 2 16,0 0 2-16,0 0 7 0,0 0 3 0,0 0 12 15,0 0 13-15,0 0 13 0,0 0 17 16,0 0 13-16,0 0 15 0,0 0 18 0,7-11 14 16,-7 11 13-16,0 0 19 0,0 0 0 15,0 0 11-15,0 0 11 0,0 0-1 0,0 0 0 16,0 0 11-16,0 0 8 0,0 0 12 15,0 0 5-15,0 28-5 0,2-13-3 16,0 2-9-16,1 4-10 0,3 1-13 16,-3-1-12-16,3 1-12 0,1-3-10 15,-2 2-6-15,2-4-6 0,-3-3-14 0,4-1-5 16,-5-3-8-16,6 0-13 0,-6-1 2 16,6-1-11-16,-1-2-6 0,-2-2-5 0,-6-4-8 15,17 0-4-15,-17 0 0 0,21-12-8 16,-4 0 0-16,-1-3-7 0,1-6-19 0,2-1-4 15,-6-5-1-15,2 4 3 0,-1 2-3 16,-5 5 3-16,1 3-4 0,-5 3 3 16,3-1 1-16,-4 6-3 0,0 0 3 15,-4 5 13-15,0 0 20 0,0 0 0 0,11 17 1 16,-9-3-3-16,0 3-2 0,-1 7 1 16,4 0-2-16,-3 2 3 0,3 9-13 15,-1-2-1-15,0-5-3 0,0-4 3 0,-3-2-10 16,3 0-1-16,-2-3-11 0,3-3-27 15,-4-3-29-15,-1-1-33 0,2-2-34 0,0 1-46 16,0-5-56-16,0-2-72 0,-2-4-97 16,0 0-115-16,0 0-156 0,0 0-54 0,0 0 82 15,0-33-415-15,-2 16-521 16</inkml:trace>
  <inkml:trace contextRef="#ctx0" brushRef="#br0" timeOffset="-124706.53">20518 15768 3100 0,'-21'8'53'0,"-2"4"37"0,-13 13 36 15,2 15 44-15,-1 12 28 0,5 5 15 16,-2 22 3-16,7 6 2 0,3 4-8 0,11-17-10 16,8 0-17-16,4-3-16 0,11-3-18 15,1-4-14-15,11-5-10 0,1-4-17 0,12-6-7 16,1-8-7-16,7-9-12 15,5-6-11-15,2-14-18 0,-1-9-19 0,13-10-15 0,-2-9-7 16,1-7-4-16,9-16 1 0,-3-5 1 16,-6-8 2-16,-10-1-1 0,-17 6-1 15,-4-4 2-15,-5-5 11 0,-7-4 6 16,-9-2 2-16,-9-2 1 0,-8 1-5 0,-7 3-4 16,-4-1-1-16,-10 6-3 0,-4 10-7 15,-3 7-11-15,-6 14-22 0,-8 9-31 16,7 15-42-16,-5 7-47 0,-12 11-58 0,4 8-67 15,-16 18-66-15,6 8-78 0,3 12-99 16,-2 0-199-16,8 10 71 0,6-2-400 16,2-1-511-16</inkml:trace>
  <inkml:trace contextRef="#ctx0" brushRef="#br0" timeOffset="-122690.45">20491 16864 2620 0,'6'-10'-82'0,"-4"3"30"16,1-3 24-16,-3 10 29 0,2-10 34 15,-2 10 21-15,3-8 14 0,-3 8 14 0,0 0 8 16,0 0 9-16,0 0 15 0,0 0 29 15,0 0 18-15,-29 30 19 0,6-1 15 16,-2 11 8-16,-5 7 0 0,-2 3 9 16,-3 0-1-16,-1 1 1 0,1-1-2 15,3 1 1-15,0-2-9 0,3 0-17 0,7-6-15 16,-1-7-18-16,9-5-18 0,-1-4-9 16,6-7-13-16,0-2-15 0,2-7-8 15,3 1-11-15,1-3-1 0,-3-1-10 0,2-1-27 16,3 0-23-16,1-7-30 0,-7 11-41 15,5-8-56-15,2-3-69 0,-5 5-72 0,5-5-56 16,0 0-49-16,0 0-68 0,-9 2-99 16,9-2-195-16,-8 5 42 0,8-5-401 15,-6 10-546-15</inkml:trace>
  <inkml:trace contextRef="#ctx0" brushRef="#br0" timeOffset="-121621.75">19693 17772 2905 0,'0'0'-37'0,"-4"-6"27"0,4 6 27 15,-8-7 28-15,8 7 23 16,-5-7 21-16,5 7 12 0,-6-7 2 0,6 7-1 15,-4-10 1-15,4 5-8 0,0 5-14 16,2-14-3-16,2 4-9 0,1-2-4 16,6-3 0-16,0 1 3 0,2 1 4 0,0 1 2 15,0 3 1-15,1 1 6 0,-3 4 8 16,0 4 8-16,-11 0 20 0,22 17 12 0,-13 1-1 16,-1 13-1-16,-2 7 3 0,-6 5-3 15,-6 10 6-15,3-9-3 16,-2 9 10-16,-1-9 3 0,3-2 6 0,-1-1-1 0,0-3-5 15,4-7-11-15,6 4-6 16,-1-10-6-16,6-5-9 0,-2-3-13 0,4-1-10 16,2-6-2-16,0-1-11 0,5-5-7 15,-6-7-10-15,4 2 2 0,0-6-5 16,-6-3-1-16,-1-4-8 0,-2 0 6 0,-7-3 4 16,-4-2 5-16,-10-10 18 0,-8-8-7 15,-9 1-2-15,-3 3-8 0,-4 0-4 0,2 4-4 16,-2 1-3-16,9 9-7 0,2 2-2 15,3 5-7-15,7 2-3 0,4 2-25 16,-2-1-7-16,6 2 0 0,2 2 0 16,-3-2 0-16,8 7 0 0,-5-12-80 15,5 6-45-15,2-5-31 0,1 1-38 0,6-2-39 16,2 2-40-16,3-3-48 0,3 4-56 16,-1 0-47-16,0 2-70 0,4-1-80 0,-5 6-166 15,4-2 37-15,-2-1-486 0,0 2-655 16</inkml:trace>
  <inkml:trace contextRef="#ctx0" brushRef="#br0" timeOffset="-121273.55">19846 17534 3060 0,'-24'-5'-100'0,"1"2"26"16,-2 1 24-16,1 5 30 0,-13 6 34 16,3 8 34-16,-7 10 32 0,-1 8 31 0,3 10 32 15,3 6 26-15,-2 22 18 0,4 4 2 16,15-13-5-16,4 5-8 0,5-1-9 15,8 4-9-15,6-4-10 0,8 0-11 16,4-6-10-16,7-8-11 16,10-4-14-16,3-6-9 0,10-8-10 0,8-8-8 0,7-12-11 15,1-10-21-15,3-14-22 0,5-11-25 16,16-18-14-16,-4-10-8 0,-8-5 3 16,-5-4 1-16,-12-2 4 0,-13-8 5 0,-20 12 9 15,-6-5 12-15,-13-4 12 0,-6-3 13 16,-14 0 6-16,-17-18 10 0,-9 2 1 0,-10 2-2 15,-4 5-7-15,-5 5-1 0,0 8-8 16,-1 12-2-16,11 17-15 0,1 8-12 16,-1 9-21-16,7 9-26 0,2 9-44 15,3 9-39-15,-7 10-63 0,6 5-56 16,5 6-63-16,3 2-94 0,14-5-168 0,4 0-84 16,5-5 67-16,6-5-260 0,1-5-332 15</inkml:trace>
  <inkml:trace contextRef="#ctx0" brushRef="#br0" timeOffset="-116474.77">21033 16706 2292 0,'-2'-14'67'15,"2"14"44"-15,-4-5 27 0,4 5 33 16,0 0 28-16,-3-10 29 0,3 10 15 0,0 0 10 15,0 0 0-15,-2-7-8 0,2 7-10 16,0 0-16-16,0 0-19 0,0 0-19 0,0 0-19 16,0 0-12-16,5-9 1 15,-5 9 15-15,0 0 29 0,53 22 12 0,-11 1-7 16,5 1-6-16,1 8-7 0,6 4-14 16,9 13-6-16,0-1-15 0,-2 1-13 15,-14-9-8-15,-3 0-19 0,1 1-8 0,-2-2-7 16,-7-2-13-16,0 0-5 0,-4-3 7 15,-7-7-3-15,-2-5-6 0,-2-1-17 0,-7-6-60 16,-3-3 0-16,1-2 0 0,-7-3 0 16,4 0 0-16,-1-2 0 0,-4 1 0 0,4-2 0 15,-8-4 0-15,11 6 0 0,-11-6 0 16,12 4 0-16,-12-4 0 0,11 3 0 16,-11-3 0-16,0 0 0 0,15 0 0 15,-15 0-131-15,6 1-194 0,-6-1-73 16,0 0-82-16,9 3-81 0,-9-3-108 0,0 0-151 15,0 0 67-15,0 0-626 0,12 2-832 16</inkml:trace>
  <inkml:trace contextRef="#ctx0" brushRef="#br0" timeOffset="-115021.45">22073 17495 3612 0,'2'-14'-35'16,"-2"3"54"-16,0 1 46 0,0 4 47 16,0 6 35-16,0-9 14 0,0 9-4 15,0 0-13-15,0 0 0 0,0 0 15 16,0 0 12-16,0 0-5 0,3 41-8 15,-1-17-14-15,0 3-5 0,5 8-13 0,-2-1-11 0,3-2-9 16,-7-5-10-16,5-1-9 0,1-3-1 16,-6-2-12-16,3-2-8 0,0-3-8 15,-1-2-8-15,-1 0-3 0,-2-5-3 16,4 1-15-16,-2-1-13 0,-2-9-22 16,0 8-28-16,0-8-29 0,0 0-32 0,0 0-27 15,0 0-28-15,-8-29-25 0,7 12-17 16,-1-19 2-16,-2-5 7 0,0-5 16 0,0-10 13 15,2 12 27-15,-2 5 21 0,2 3 46 16,-1 10 27-16,-1 5 19 0,-2 5 14 16,-4 7 23-16,-3 2 31 0,2 7 23 15,11 0 20-15,-39 12 16 0,11 2 8 16,4 4 7-16,-3-1 9 0,2 2 5 0,7-3 11 16,6-3-1-16,0-3 4 0,4 1 11 15,4-3 3-15,3 1-2 0,1-1-9 16,0-8-15-16,12 14-11 0,-1-7-16 0,3 0-13 15,2-4-6-15,7 2-11 0,-1-1-25 16,3-1-41-16,-2 1-69 0,2-1-54 0,0 0-49 16,-6 1-43-16,-2-2-43 0,2 0-37 15,-3 0-32-15,-4-2-19 0,2 1-33 16,-14-1-30-16,21-3-56 0,-9-1-72 0,-5 0-99 16,0-2-4-16,2-3-333 15,-4 0-430-15</inkml:trace>
  <inkml:trace contextRef="#ctx0" brushRef="#br0" timeOffset="-114691.52">21894 17359 2556 0,'-33'15'-24'0,"-4"7"38"0,1 9 37 0,0 6 36 16,-2 6 51-16,6 5 45 0,4 6 25 16,5 2 15-16,4 5 8 0,8 1 3 15,4-2-3-15,9-1-13 0,10-4-15 16,10-5-12-16,3-3-22 0,12-6-19 0,7-9-11 15,6-4-11-15,2-10-25 0,4-6-28 16,-8-12-37-16,9-6-29 0,-1-9-22 16,-4-7-13-16,0-8-11 0,-7-4-7 15,-4-4-5-15,-3-3 10 0,-8-7 3 0,-3 1-1 16,-9-7 12-16,-7-2 2 0,-6-3 10 16,-5-4 9-16,-7-3 5 0,-7 1 1 0,-5 3-1 15,-6 3-2-15,1 11 1 0,-5 7-3 16,-2 9-11-16,1 15-32 0,-4 8-35 15,1 9-64-15,-4 9-52 0,-10 17-51 0,4 9-70 16,-5 6-100-16,4 5-188 0,-5 14 12 16,1 6-271-16,15-16-348 0</inkml:trace>
  <inkml:trace contextRef="#ctx0" brushRef="#br0" timeOffset="-113623.37">22489 18020 2110 0,'-16'-2'-180'0,"16"2"-2"15,-15 2-7-15,15-2-342 0,0 0-33 16</inkml:trace>
  <inkml:trace contextRef="#ctx0" brushRef="#br0" timeOffset="-112988.56">22503 17977 1551 0,'-7'0'100'0,"7"0"34"0,-15-3 13 0,15 3 23 15,0 0 23-15,-15-3 22 0,15 3 8 16,0 0-5-16,-10-4-14 0,10 4-9 16,0 0-4-16,0 0-6 0,49-7-15 15,7-1-15-15,10-2-15 0,11 4-14 16,25-9-13-16,4 0-26 0,-4-1-35 0,2 1-21 15,-2 5-16-15,-19-2-21 0,-8 0-11 16,-2 8-12-16,-8-2 2 0,-11-3 3 0,-9 2-2 16,-9 2 4-16,-9 3 6 0,-4-1 5 15,-7 1 0-15,-4 0 7 0,0 0 5 16,-3 1 9-16,-9 1-7 0,14-1 1 0,-14 1-2 16,11-4-32-16,-11 4-44 15,0 0-60-15,5-3-64 0,-5 3-88 0,0 0-121 16,5-6-196-16,-5 6 50 0,0 0-181 15,0 0-225-15</inkml:trace>
  <inkml:trace contextRef="#ctx0" brushRef="#br0" timeOffset="-112241.77">24117 17832 1809 0,'0'0'-81'16,"-5"-8"37"-16,5 8 18 0,-4-7 26 15,4 7 20-15,-3-9 28 0,3 9 23 0,0-9 26 16,0 9 24-16,-4-8 16 0,4 8 9 16,-2-8 11-16,2 8 0 0,-6-9 10 15,3 5 9-15,3 4 5 0,-12-6 4 16,12 6 3-16,-19-3-1 0,19 3 0 15,-21 1-1-15,7 3-3 0,-1 2-4 0,-4 5-2 16,2-3-5-16,2 4 4 0,0 2-6 16,1 1 0-16,3 1-3 0,5-3-17 15,1 3-8-15,5-3-6 0,2 3-14 0,3 3-12 16,4-2-10-16,2 1-8 0,2-4-13 16,-2 2-12-16,3-2-7 0,-2 2 13 0,2-3 17 15,-3 1 7-15,0-2 14 16,0-2 6-16,-2 0 0 0,-4 1 9 0,1-3 6 15,-2-1 0-15,-3 0 2 0,2 0 0 0,-3-7-2 16,-3 13-8-16,0-4-10 16,-5 1-77-16,-1-1-37 0,-5 0 0 0,1-1 0 15,-4 0 0-15,-3 1 0 0,-2 1 0 16,3-5 0-16,-1 2-44 0,0-1-211 0,3-3-77 16,-2 1-65-16,3-2-54 0,3-2-61 15,2-4-87-15,-1-1-159 0,5-2-12 16,3-4 97-16,4 1-483 0,4-2-624 0</inkml:trace>
  <inkml:trace contextRef="#ctx0" brushRef="#br0" timeOffset="-111891.45">23884 17706 2964 0,'-16'-11'-40'15,"-1"1"29"-15,2 6 6 0,-6 2 18 16,2 4 31-16,-13 6 29 0,-3 7 24 0,-7 11 23 15,2 5 16-15,2 9 2 0,-1 7 3 16,5 3 9-16,4 4 0 0,1 2-5 0,9 0-1 16,8-3-6-16,6-10-11 0,12 1-10 15,10 4-13-15,10-5-13 0,10-5-7 16,2-7-20-16,9-5-37 0,-10-13-39 16,5-4-29-16,-3-8-14 0,-7-2 1 0,6-6 3 15,0-3 11-15,-4-6 0 0,-5-2 12 16,-3-3 9-16,-2-5 20 0,-3-3 12 15,-8-6 15-15,-2-2 8 0,-8-7 15 16,-3-1 2-16,-5-12-3 0,-2 2-4 0,-4-1-8 16,-3 4-6-16,1 18-1 0,-1 1-12 15,-1 8-27-15,-1 8-43 0,2 6-60 16,-2 8-72-16,-3 6-76 0,-4 4-125 0,-4 9-198 16,4 4-53-16,7 4 76 0,2 3-222 15,8-4-271-15</inkml:trace>
  <inkml:trace contextRef="#ctx0" brushRef="#br0" timeOffset="-111556.62">24985 18328 2226 0,'-42'-18'20'16,"8"7"0"-16,7 3 6 0,8 0 21 16,1 2 26-16,7 1 21 0,0 1 13 15,3 1 15-15,8 3 7 0,-11-7 1 16,11 7 0-16,0 0 12 0,0 0 6 16,0 0-7-16,27-13-5 0,-6 12-15 0,6-3-6 15,12 1-18-15,5 1-9 0,2 0-8 16,6 2-8-16,-3-2-15 0,1 4-44 15,-5 2-65-15,-1-1-54 0,0 2-60 0,-5 2-51 16,-2 1-71-16,-2 4-109 0,-3-5-177 16,-2 4 52-16,-7-2-163 0,-2-4-178 0</inkml:trace>
  <inkml:trace contextRef="#ctx0" brushRef="#br0" timeOffset="-110992.46">25865 18093 2066 0,'0'0'131'0,"-5"-7"14"15,5 7 2-15,0 0 26 0,0 0 34 16,-14 0 24-16,14 0 13 0,0 0 1 16,-11 16-4-16,9-10-10 0,-2 3-13 0,-1 0-9 15,5 1-10-15,-2-2-19 0,2-1-16 16,0-7-17-16,0 16-14 0,2-10-16 15,-2-6-8-15,0 11-12 0,0-11-7 0,0 10-10 16,0-10-11-16,0 0-8 16,2 8-8-16,-2-8-13 0,0 0-7 0,0 0-12 15,11-24-7-15,-11 15-5 0,0-11-12 16,2-3-13-16,-4-5-4 0,0-13-8 0,-2 0 1 16,1 2 3-16,-1 4 2 0,-5 8 2 15,4 6 4-15,-2 4-2 0,-5 1 1 16,0 6 4-16,-2 3 9 0,0 5 7 0,-5 4 10 15,-2 5 6-15,-8 7 8 0,6 3 5 16,-3 3-2-16,9 1 2 0,3-2 0 16,5-1-2-16,3 1-5 0,4-1-2 15,6 1-3-15,0 0-3 0,1 3 1 0,6-1-4 16,1 4-3-16,-4-1 3 0,6 4 8 16,-3-6 8-16,-2-3 20 0,1 8 17 15,-2-5 21-15,-7-1 26 0,5 0 17 0,-4-2 21 16,-4-1 28-16,0-1 26 0,-2 1 11 15,1-1 10-15,-6 0-4 0,-4 2-9 16,2-5-180-16,-2 0-34 0,-2-3 0 0,-5 1 0 16,-6 2 0-16,2-6 0 0,4-1 0 15,1 0 0-15,-2-2 0 0,4-1 0 0,-3-1 0 16,8 1 0-16,-3-4 0 16,1 4 0-16,1-4-88 0,-5 0-375 15,11 0-91-15,-7 3-94 0,14-3-154 0,-15 5-48 16,10-1 106-16,5-4-631 0,-7 8-828 15</inkml:trace>
  <inkml:trace contextRef="#ctx0" brushRef="#br0" timeOffset="-107756.45">22534 15365 3437 0,'-9'-2'-133'0,"9"2"42"16,-9-1 24-16,9 1 30 0,0 0 38 15,-13-5 33-15,13 5 28 0,0 0 29 0,-9-3 21 16,9 3 19-16,0 0 6 16,-5-8 6-16,5 8 10 0,0 0-1 0,0 0 3 0,0 0 8 15,-6-5 1-15,6 5-4 0,0 0-3 16,0 0-5-16,0 0-5 0,0 0-10 15,0 0-10-15,0 0-17 0,0 0 13 16,0 0 22-16,0 0 11 0,49 24-9 0,-15-9-6 16,13 9-21-16,2 1 1 0,8 4-26 15,2-4-8-15,0 3-2 0,2-3-9 16,-4 1-8-16,1-4-6 0,-5 1-5 0,-1-1-13 16,-5-1-4-16,-1-1-4 0,-10-7-5 15,-2 2 1-15,-11-5 10 0,-4-3-9 0,-3-2 36 16,-3 0 33-16,-3 0 20 15,1-1 14-15,-4-1 1 0,1 1 2 0,-8-4 1 16,12 3-132-16,-12-3-8 0,11 3 0 16,-11-3 0-16,7 4 0 0,-7-4 0 0,0 0 0 15,0 0 0-15,14 3 0 0,-14-3 0 16,4 2 0-16,-4-2-35 0,0 0-381 0,0 0-118 16,0 0-136-16,11 3-201 0,-11-3 50 15,0 0 89-15,14 2-667 0,-14-2-850 16</inkml:trace>
  <inkml:trace contextRef="#ctx0" brushRef="#br0" timeOffset="-107317.96">23683 15763 3701 0</inkml:trace>
  <inkml:trace contextRef="#ctx0" brushRef="#br0" timeOffset="-106857.67">23683 15763 3039 0,'0'0'-279'0,"6"-10"27"0,-6 10 25 0,0 0 25 16,0 0 20-16,0 0 22 0,0 0 20 15,6-6 24-15,-6 6 22 0,0 0 27 0,0 0 17 16,0 0 34-16,4-6 29 0,-4 6 18 15,0 0 20-15,0 0 19 0,0 0 16 16,0 0 17-16,0 0 15 0,4-9 13 0,-4 9 11 16,0 0 4-16,0 0 17 0,1-5 12 15,-1 5 6-15,0 0 9 0,0 0-6 16,0 0-9-16,0 0-13 0,0 0-12 16,0 0 14-16,0 0 8 0,0 0 9 0,8 18-2 15,-8-4-6-15,2 5-7 0,0 4-5 16,-1 2-16-16,1 1-11 0,0-1-10 0,3 1-11 15,-3 0-10-15,1-3-10 0,3-2-8 16,-1 1-9-16,1-5-5 0,-2 0-6 16,0-5-7-16,2-2-4 0,1-2-6 0,1-2-4 15,4-3-2-15,-12-3-10 0,24-5-9 16,-11-2-14-16,7-2-16 0,2-8-30 16,3-3-5-16,-4-3 0 0,-2-1 5 15,0 2 1-15,-3 4 8 0,-7 1 4 0,-2 7 8 0,1 2 7 16,-2-1 4-16,0 2 0 15,-2 4 18-15,-4 3 16 0,0 0 12 0,0 0 9 16,0 0 2-16,0 0 5 0,-6 31 14 16,2-16-4-16,1 3-4 0,3-3-4 15,-1 3-7-15,-1-1-7 0,2 0-4 0,0-1-3 16,0 0-27-16,2-1-35 0,-1-3-39 16,-1 1-42-16,3-2-52 0,-1-2-51 0,0 0-62 15,-2-1-64-15,0-1-65 16,0-7-102-16,0 10-153 0,0-10 25 0,-4 7-424 0,4-7-527 15</inkml:trace>
  <inkml:trace contextRef="#ctx0" brushRef="#br0" timeOffset="-106509.93">23647 15691 2861 0,'-32'2'-40'0,"0"7"25"16,-4 5 31-16,-3 8 36 0,1 8 36 15,2 3 21-15,3 4 9 0,7 6 6 16,3 5 0-16,8 2 0 0,5 1-15 16,8-6-3-16,6 10-19 0,11-6-7 15,6 1-5-15,10-5-11 0,7-7-7 0,5-5-31 16,3-6-31-16,6-9-30 0,-10-9-26 16,1-6-9-16,1-4-13 0,2-8 1 0,7-5 1 15,-5-5-1-15,-1-1 7 0,0-7 14 16,-11-2 22-16,-2-4 30 0,-7-4 29 0,-10 5 29 15,-8-2 24-15,-1-1 14 0,-10-2 13 16,-4-4-14-16,-6 2-4 0,1 4 1 16,-3 2-10-16,-6 4-5 0,1 5-8 0,-3 7-9 15,-1 8-19-15,-1 4-41 0,-1 5-58 16,-9 9-82-16,2 4-89 0,0 1-130 16,3 5-219-16,2 2 31 0,7 4 76 0,2-3-164 15,7 7-140-15</inkml:trace>
  <inkml:trace contextRef="#ctx0" brushRef="#br0" timeOffset="-106259.58">24505 16494 2331 0,'-24'-15'435'0,"8"1"-3"0,0 4 16 0,3 3 4 15,0 1-10-15,5 0-25 16,1 0-28-16,1 0-35 0,6 6-33 0,0 0-30 0,0 0-30 16,25-5-26-16,9 12-28 15,10 0-43-15,11 4-71 0,2-2-102 0,2 3-97 16,-3 2-92-16,-4-7-103 0,-2 5-112 16,-8-2-120-16,-1-5-147 0,-4 2-82 15,-1 4 68-15,-7-5-522 0,-2-2-680 0</inkml:trace>
  <inkml:trace contextRef="#ctx0" brushRef="#br0" timeOffset="-105893.43">25494 16394 3405 0,'-6'-14'40'0,"3"11"32"0,3 3 50 0,-10-9 33 15,10 9 31-15,-15-2 20 0,15 2 14 16,-23 2 4-16,7 2 3 0,-1 1-8 0,-4 3-7 15,-6 6-30-15,1 3-9 0,0 0-16 16,4 0-21-16,5-2-9 0,4 1-16 0,1-1-12 16,6 0-6-16,3 1-13 0,1-2-9 15,4 1-5-15,0 1-6 0,3 3-6 16,3 0-3-16,-2 0 20 0,3-1 31 0,-1 0 12 16,0-1 16-16,-3 2 15 0,1-4 10 15,-1 5 4-15,3-6 7 0,-5-2 2 16,-1 5-1-16,-1-5-101 0,-1 3-66 0,-8-2 0 15,2 5 0-15,3-3 0 0,-8 2 0 16,1 0 0-16,-9 4 0 0,-4-4 0 16,0 2 0-16,-6-4 0 0,9-3 0 0,1-4 0 15,-5 0 0-15,2-4 0 0,3 0 0 16,-2-4-425-16,4-4-234 0,-1-4-201 0,6-4-36 16,-1-5 95-16,8-6-746 0,3 0-992 15</inkml:trace>
  <inkml:trace contextRef="#ctx0" brushRef="#br0" timeOffset="-105525.36">25245 16256 4267 0,'-22'-2'-14'16,"3"2"21"-16,-3 6 32 0,-13 8 33 0,-5 10 37 15,-4 8 32-15,-2 4 12 0,-7 19-3 16,2 5-10-16,1 4-10 0,5 1-13 15,14-9-6-15,12 1-8 0,5-1-12 0,8-12-5 16,15-1-12-16,6 6-8 0,6-5-13 16,7-4-29-16,8-11-22 0,0-5-21 15,0-14-6-15,2-3-3 0,3-11 5 0,4 0 4 16,13-9 15-16,-3-4 13 0,-1-8 2 0,-1 1 6 16,-8-5 14-16,0-7 8 15,-5-2 17-15,-3-4-10 0,-4-5-9 0,-5-7-2 16,-3-5-3-16,-2-5-3 0,-10-3 0 15,-3 2-1-15,-9-2 1 0,-2 9 3 0,-9 7 3 16,-3 4-10-16,-4 16-5 0,-14-1-1 16,-8 11-4-16,-11 4-32 0,-8 7-42 15,8 10-63-15,-20 5-71 0,-2 8-76 0,-3 1-88 16,-18 13-127-16,5-2-200 0,24-2 6 16,-12 16 72-16,19-10-383 0,5 2-466 15</inkml:trace>
  <inkml:trace contextRef="#ctx0" brushRef="#br0" timeOffset="-101494.64">23998 15818 2822 0,'0'0'23'0,"4"-9"-1"0,-4 9-1 0,22-19-3 16,10 2 3-16,18-2-5 0,8 0 2 16,6-4-4-16,22-3-1 0,6 3 1 15,-1 1-5-15,-17 6 0 0,3 2-1 0,-7-1 2 16,-4 3-8-16,-2 2 6 0,-9-2 1 15,-15 5-2-15,-7 2-3 0,-10 2 4 0,-7-3 3 16,4 3 15-16,-7 1 20 0,-1-1 9 16,-12 3 14-16,16-5-2 0,-8 3 3 15,-8 2 0-15,14-3-21 0,-14 3 4 0,11-2-26 16,-11 2-18-16,9-3-35 16,-9 3-41-16,0 0-60 0,0 0-68 0,14 3-96 0,-14-3-175 15,5 7-30-15,1-5-171 16,-6-2-162-16</inkml:trace>
  <inkml:trace contextRef="#ctx0" brushRef="#br0" timeOffset="-101110.96">25671 15313 1874 0,'-6'-10'53'0,"-2"3"3"15,1 2 3-15,2 2 15 0,5 3 23 0,-18-4 25 16,18 4 19-16,-20 0 6 0,4 2 5 16,1 6-2-16,-1-4 5 0,-3 5-14 15,4-1-14-15,4 2 3 0,1-1-11 0,3 1-11 16,-1 4-7-16,6-1-11 0,2 2-6 16,0-1-7-16,6 2-5 0,0 0-7 0,1 1-3 15,1 0-4-15,1 1 3 0,1 0 11 16,-1-1 16-16,-1 0 9 0,0-1 17 15,-3-1 13-15,1 0 18 0,-4-3 27 0,-1 2 26 16,-1-2 26-16,-3 4 17 16,-5 0-9-16,-1-2-7 0,-7 0-16 0,-2 6-16 15,-1-4-21-15,1-3-18 0,-8-1-16 0,-3 1-16 16,6-2-37-16,-2-3-42 0,2-3-61 16,3 0-79-16,-1 0-71 0,1-1-76 15,0-2-92-15,-1-2-100 0,1 0-109 0,4-4-143 16,0 1-51-16,5-4 75 0,2 2-523 15,0-4-653-15</inkml:trace>
  <inkml:trace contextRef="#ctx0" brushRef="#br0" timeOffset="-100743.97">25496 15229 3264 0,'-14'-8'-24'16,"1"6"14"-16,-5 2 22 0,-4 7 41 15,-10 8 60-15,-12 9 33 0,-2 5 18 0,0 11 14 16,-11 13 5-16,13-7 0 0,5 4 2 16,4-3 6-16,6 2-8 0,11-3-8 0,8-9-17 15,12-1-11-15,7 0-2 0,14 0-30 16,10-1-10-16,8-4-10 0,9-10-17 0,3-4-31 16,0-5-23-16,-3-7-25 0,-1-5-10 15,1-1-1-15,9-10 1 0,0-1 3 16,-3-3-2-16,-7-4 4 0,-7-3 8 0,-2-5-4 15,-6-1 0-15,-1-6 4 0,-8-8-2 16,-6-2 4-16,-4-8-2 0,-7 1-3 16,-2-4-8-16,-8-1-9 0,-7 3-16 15,-5 4-21-15,-9 6-30 0,-8 9-35 0,-3 4-24 16,-11 16-22-16,-11 3-24 0,4 13-30 16,-18 7-35-16,-5 10-43 0,-18 8-85 0,0 11-134 15,1 4-70-15,5 4 65 0,2 5-245 16,8-3-255-16</inkml:trace>
  <inkml:trace contextRef="#ctx0" brushRef="#br0" timeOffset="5901.41">7283 8307 1507 0,'-9'-4'740'16,"-1"4"-154"-16,0-2-104 0,10 2-100 0,-11-4-67 15,11 4-67-15,0 0-33 16,-13 6-27-16,9-2-4 0,4 4-12 0,4 5-19 0,1 1-6 16,3 5-17-16,5 6-11 15,5 3-7-15,-2-1-17 0,0-1-11 0,-1-2-9 16,-3-1-16-16,-1-9-28 0,-2 3-29 16,2-5-38-16,-4-1-38 0,-2-1-45 0,-1-2-33 15,2-2-55-15,-5-3-68 0,-1-3-80 16,0 0-83-16,0 0-103 0,0-21-61 15,-3 7 45-15,-3-9-351 0,-3-8-390 0</inkml:trace>
  <inkml:trace contextRef="#ctx0" brushRef="#br0" timeOffset="6234.39">7072 8186 2385 0,'-20'4'10'0,"5"7"46"0,1 3 38 0,-6 6 38 16,1 9 35-16,-1 14 20 0,4 4 14 15,7 2 4-15,0 6 8 0,9-11-10 16,9 15-3-16,2-2-6 0,5-4-10 0,9-3-10 15,7-4-7-15,5-9-3 16,5-2-9-16,3-8-5 0,5-7-21 0,4-8-13 16,-7-7-11-16,12-12-12 0,2-3-15 15,-4-7-19-15,-3-3-28 0,-2-7-29 0,-7-10-25 16,-1 2-12-16,-8-5 7 0,-7-1 3 16,-6-1-1-16,-12 4 19 0,-4 0 17 0,-10-3 8 15,-10-8 6-15,-10 2-3 0,-10-2 3 16,-7 2-3-16,-18-11 2 0,-10 4-4 0,2 6-3 15,6 17-3-15,1 7 0 0,6 9-6 16,9 10-4-16,3 8 1 0,-5 14-16 16,2 9-21-16,8 6-33 0,6 8-43 15,1 4-60-15,8 10-78 0,5 3-82 16,3 1-110-16,8-4-151 0,3-12-25 0,5-7 50 16,3-10-371-16,5-6-416 0</inkml:trace>
  <inkml:trace contextRef="#ctx0" brushRef="#br0" timeOffset="7222.79">8061 7452 2560 0,'-19'3'145'0,"-1"3"51"16,4 0 6-16,0 5 12 0,-1 1 18 15,-2 8 7-15,4 3 3 0,1 7-7 0,5-1-19 16,7 0-13-16,0-3-7 0,6 10-10 16,3-1-12-16,4-1-4 0,1-4-2 15,5 0-2-15,2-4-13 0,5-4-3 0,1-3-18 16,-2-4-15-16,1-5 4 16,-5-4-14-16,-1-1-16 0,0-5-9 0,1 0 4 0,-2-5-19 15,2-3-1-15,-2-4-17 16,4-8-3-16,-6-2-16 0,-5-1-5 0,0-6-5 0,-9 0-4 15,-2-9 0-15,-11-1-4 16,-7-6-1-16,-4 2-5 0,-4-1 0 0,-3 6 0 16,-3 6-2-16,-3 2 2 0,6 12-2 15,-3 0-4-15,-1 6-4 0,8 8 0 0,1 1 6 16,-4 7-5-16,-2 6 2 0,-3 8 2 16,2 8-4-16,3 9 5 0,6 1-3 15,8-3-2-15,3 1 1 0,1-1-5 16,6-8 8-16,3-2-6 0,4-3 4 0,3-2-4 15,7-1-1-15,1-6 18 0,3-4-14 0,2-2 3 16,0-5 3-16,9-1-6 16,-3-7 16-16,9-1-17 0,-2-5 8 0,-6 1-2 15,2-3-7-15,-7 2 6 0,-6 1 2 16,4-1 0-16,-5 3 7 0,-1 1-14 0,-1 0 3 16,-2 3-7-16,1 3 2 0,0-2 9 15,-1 4-3-15,3 0 2 0,-12 2 0 0,20 2-5 16,-6 2 1-16,-1 0 2 0,3 0-1 15,-2 3 4-15,0 0-1 0,1 0 0 0,1-1 0 16,-1-1-4-16,-2 2 4 0,-1-2-3 16,1-1 9-16,-3-2 0 0,1-6 2 15,-1 1 0-15,1-6-2 0,-2-3 20 16,3-3-3-16,-3-4 11 0,-1 2 16 0,-1-4-5 16,2 2 5-16,-4 6 15 0,-1-2-4 15,-1 4 2-15,3 3 4 0,-2-4-12 16,0 6-9-16,-2 0-2 0,2 1-11 0,0-1 2 15,-1 0-9-15,-3 6-1 0,9-6-4 16,0 4-2-16,-9 2-1 0,16-4 1 0,-8 1 0 16,2 1-6-16,3 0-3 0,-1-2-2 15,-1-2-11-15,4 0 0 0,1 0 0 0,-4-2 0 16,-3-1 0-16,4-1 0 0,0-4 0 16,-1 1-5-16,-1-3-26 0,-1 1-1 15,-3-4-1-15,-1 5 4 0,-1-3 2 16,1 2 8-16,-1-2 1 0,-4 3 5 0,1 4 1 15,0 0 8-15,0 2 1 0,-2 8-1 16,2-8 1-16,-2 8 3 0,0 0 0 0,0 0 2 16,0 0 0-16,0 0 0 0,0 0-2 15,0 0-3-15,28 16 3 0,-22-11 1 0,-6-5-2 16,9 7 0-16,1-6 3 0,-10-1-1 16,11 2 0-16,-11-2 1 0,0 0 0 15,24-9-1-15,-19 3-6 0,6-6 2 0,-1 5 2 16,-2-5 1-16,-1 2 1 0,0-5-2 15,-3 1-2-15,1 4 1 0,0 3 2 16,-3-5-7-16,2 2-18 0,0 3-25 16,-3-1-40-16,1 1-33 0,0 2-45 0,-2 5-51 15,4-11-58-15,1 5-81 0,-5 6-78 16,1-10-85-16,1 1-124 0,2 2-96 0,1-2 72 16,5-2-564-16,-5-1-696 0</inkml:trace>
  <inkml:trace contextRef="#ctx0" brushRef="#br0" timeOffset="7551.85">9293 6911 3170 0,'-7'14'21'0,"1"-3"65"0,1-5 49 16,0 0 6-16,3-1 13 0,2-5 9 0,-3 5-10 15,3-5-8-15,0 0-10 0,0 0-14 16,0 0-13-16,0 0-6 0,14-24-22 0,-9 10 0 16,4-4-9-16,3-12-11 0,0-1-9 15,-3-5-13-15,3-3-17 0,-3-13-6 16,0 1-9-16,1-1-4 0,-4 11-3 0,1 2-7 16,-1 8-10-16,-2 5 1 0,-1 8-5 15,-1 2-16-15,1 4-6 0,1 2-21 16,-4 1-36-16,1 2-28 0,-1 4-31 15,0 3-26-15,0 0-34 0,0 0-37 0,0 0-55 16,0 0-65-16,0 0-127 0,6 17 7 16,-2-8-218-16,-1 1-208 0</inkml:trace>
  <inkml:trace contextRef="#ctx0" brushRef="#br0" timeOffset="8102.32">9846 6620 2072 0,'-13'16'172'0,"6"-2"60"16,-2-2 9-16,4-7 14 0,-1 1 2 0,2-2-7 15,4-4-23-15,0 0-21 0,0 0-21 16,0 0-19-16,0-21-16 0,2 5-18 0,2-4-15 15,3-12-19-15,2-5-20 0,-2 0-23 16,4-11-20-16,-5-7-19 0,0-2-11 16,-4-2-11-16,-2-5 1 0,-4 0 0 15,3 3 0-15,-6 5 0 0,1 13-1 0,3 4 4 16,-3 12-4-16,4 6 3 0,1 4 2 16,-3 7-2-16,-1 5 1 0,3 3-1 0,2 2 3 15,0 0 2-15,-13 14 2 0,12-2-1 16,-1 5 4-16,2 3-2 0,3 5 5 15,3 4 2-15,3 0 11 0,7-4 14 0,-7-3 15 16,5-5 12-16,-1-2 10 0,3-1 10 16,9 4 2-16,0-2 5 0,0-4 0 0,2 0-12 15,4-2-5-15,-5-1-8 16,-4-1-8-16,-4-1 0 0,0 0-2 0,-3 1 12 0,-2 1 17 16,-2-1 20-16,-1 3 34 0,-4-3 4 15,0 2 16-15,-3 2 10 0,-3-5-7 16,0 3-11-16,-3 2-16 0,-1-1-10 15,-2 1-13-15,-4 0-12 0,-1-1-11 0,-1-1-16 16,-3-3-28-16,2-2-38 0,-4-1-56 16,1-4-66-16,1 0-54 0,15 0-68 0,-23-4-71 15,12 1-102-15,1-2-101 0,1 1-122 16,3-4-131-16,1 1 59 0,5-3-621 16,-2-2-783-16</inkml:trace>
  <inkml:trace contextRef="#ctx0" brushRef="#br0" timeOffset="8401.52">10227 5988 3548 0,'0'0'19'0,"0"0"73"0,-13 25 35 15,11-14 39-15,-4 1 23 0,4-2 14 0,0 3 1 16,2 1 2-16,0 0-8 0,2-1-14 16,0 0-19-16,2-1-8 0,0-2-15 15,2-2-10-15,0-1-8 0,-1-1-17 0,4-3 0 16,-9-3-20-16,18-2-5 0,-3-3-9 15,-3-4-4-15,2-3-9 0,0-1-10 0,-1-3-4 16,-4 1-3-16,2-1 4 16,-6 2-9-16,-3 1-9 0,0 1 2 0,-6-1-8 15,1-3 2-15,-7 2 0 0,-2-1 0 16,-1 1-11-16,1 5 2 0,-1 3-8 0,-2 2-4 16,0 4 0-16,-1 2-23 0,1 4-19 15,2 1-31-15,0 3-41 0,0 4-49 0,1 1-74 16,2 1-104-16,-1 3-105 0,5-3-137 15,2-3-138-15,2-5 57 0,2-2-533 16,0-6-656-16</inkml:trace>
  <inkml:trace contextRef="#ctx0" brushRef="#br0" timeOffset="8901.18">10254 5531 3432 0,'-10'-20'149'0,"3"1"62"15,-1 6 55-15,3 1 37 16,-1 4 27-16,2 2 4 0,-2 2-16 0,6 4-22 15,0 0-14-15,0 0-24 0,0 0-26 16,-9 28-20-16,11-9-24 0,1 4-19 16,5 10-25-16,0-1-31 0,5 0-34 0,3 1-45 15,-2-4-78-15,4 2-42 0,0-2-42 16,0-8-25-16,0-1-17 0,-2-3-6 0,-3-5-5 16,-1-6 4-16,-1 0 7 0,-2-5 17 15,-9-1 17-15,20-5 15 0,-13 0 16 0,3-6 22 16,0-1 23-16,-7-1 40 0,3-1 31 15,-1-1 29-15,-2 5 29 0,1-2 20 0,-2 5 18 16,0-3-9-16,-2 10 7 16,3-8 6-16,-3 8 21 0,0 0 13 0,0 0 1 15,0 0 2-15,0 0-3 0,23 18-13 16,-17-11-11-16,1-1-16 0,1 2-3 16,0-4-10-16,1 2-13 0,0-4-1 0,2 1-5 15,-11-3-7-15,18 2-9 0,-18-2-2 16,21-7-6-16,-11 1 2 0,-3 0 3 0,3-4 12 15,-1 1 10-15,-3-1 3 0,2-2 6 16,-2 1-47-16,-2-1-38 0,-3 0 0 16,3-2 0-16,-4 0 0 0,0 2 0 0,0 0 0 15,0 2 0-15,-2 0 0 0,0 1 0 0,2 1 0 16,0 8 0-16,-1-14 0 16,-1 7 0-16,2 7 0 0,-4-10 0 0,4 7-33 15,0 3-278-15,-2-8-60 0,2 8-90 16,0 0-77-16,4-12-84 0,0 8-143 15,1-5 10-15,6-9 78 0,9-3-567 0,1-10-706 16</inkml:trace>
  <inkml:trace contextRef="#ctx0" brushRef="#br0" timeOffset="9302.27">10830 5020 3227 0,'-16'-27'45'16,"-1"0"123"-16,-2-1 61 0,4 3 50 16,0 8 48-16,2 3 45 0,2 3 13 15,0 1-5-15,6 2-21 0,-4 2-35 0,9 6-31 16,-9-2-16-16,9 2-21 0,0 0-23 15,-2 27-22-15,4-11-20 0,6 5-25 16,6 10-18-16,0 0-18 0,8 6-9 0,6 1-51 16,8-6-70-16,2 1 0 0,3-6 0 15,0-4 0-15,4 0 0 0,-4-3 0 0,-5-7-67 16,-2-1-140-16,-1 2-49 0,-6-7-46 16,-6 0-55-16,-6-2-46 0,-2 0-10 0,-5-1 9 15,-3-2 22-15,-5-2 33 0,4 3 42 16,-4-3 46-16,0 0 53 0,0 0 45 15,-40-10 46-15,17 3 41 0,-1 0 48 0,-11-2 44 16,-1 1 41-16,6-2 38 16,1 4 25-16,11 0 29 0,0 2 13 0,3 1 6 15,1-1 6-15,3 1-1 0,4 0 12 16,7 3 3-16,-16-6-8 0,16 6 0 0,-7-8-13 16,5 3-9-16,2 5-18 0,7-16-13 15,2 4-8-15,5-1-16 0,7-9-27 0,2 3-40 16,-2-2-56-16,2 1-62 0,1 0-74 15,-4 1-94-15,-1 6-106 0,-4-1-124 0,0 3-174 16,-2 3-59-16,-2 5 65 0,0-1-476 16,-11 4-593-16</inkml:trace>
  <inkml:trace contextRef="#ctx0" brushRef="#br0" timeOffset="9634.02">11766 4967 3419 0,'0'0'165'0,"0"0"23"16,0 0 14-16,0 0 33 0,0 0 36 15,-7 17 30-15,-8 7-4 0,-10 19 16 16,-11 9 12-16,-25 23 4 0,-12 14-12 0,-35 36-18 16,-14 11-20-16,-17 14-17 0,-15 14-12 15,-24 11-2-15,-14 8-12 0,-16 2-1 16,0-4-215-16,5 2-20 0,6-12 0 15,13-8 0-15,10-10 0 0,20-15 0 0,15-16 0 16,17-16 0-16,40-34 0 0,12-14 0 16,23-19 0-16,11-7 0 0,11-8 0 0,2-3 0 15,9-11 0-15,4-5 0 0,2-7 0 16,8 2 0-16,0 0 0 0,4-18 0 0,6 4 0 16,1-3 0-16,8-9-38 0,0 1-704 15,6 2-198-15,-2 0 58 0,2-1 96 0,0 7-848 16,3-3-1071-16</inkml:trace>
  <inkml:trace contextRef="#ctx0" brushRef="#br0" timeOffset="57841.41">15616 7548 475 0,'0'0'144'0,"0"0"-12"0,0 0-19 16,0 0-10-16,0 0-8 0,0 0-2 15,0 0 4-15,0 0-7 0,0 0 5 16,0 0 4-16,0 0 4 0,0 0 8 16,0 0-1-16,0 0 8 0,0 0-1 0,0 0 4 15,0 0-2-15,0 0 8 0,0 0 5 16,0 0-2-16,0 0 8 0,0 0-4 0,0 0 3 15,0 0-7-15,0 0 12 0,0 0 0 16,0 0-12-16,0 0 8 0,0 0-5 16,0 0-12-16,0 0-5 0,-26 2-6 0,26-2-10 15,0 0-3-15,0 0-6 0,-14-1 0 16,14 1-1-16,0 0-5 0,-11 0-3 16,11 0-6-16,-12-1-8 0,12 1-3 0,0 0-8 15,0 0 4-15,-24 2 1 0,24-2 0 16,-13 0-2-16,13 0-5 0,-13 3 2 0,13-3-6 15,-18 1 0-15,18-1-6 0,-13 4-2 16,13-4-2-16,-14 5-3 0,9-3-3 16,5-2-5-16,-15 7 3 0,8-4-8 0,7-3 3 15,-12 4-2-15,12-4 3 0,-12 6 3 16,12-6 3-16,-12 5 0 0,12-5 12 0,-9 4-18 16,9-4 10-16,-7 3 1 0,7-3-10 15,-10 6 0-15,10-6 0 0,-8 5 0 16,8-5-7-16,-5 6 4 0,5-6-7 0,-10 4-3 15,10-4 1-15,-10 5-1 16,10-5-1-16,-5 5 1 0,5-5-3 0,-8 5 9 16,8-5-6-16,-7 7-5 0,7-7 4 15,-7 7 3-15,7-7-7 0,-7 7 2 0,3-1-4 16,1-2 4-16,3-4 0 0,-8 10-2 16,2-6-2-16,0 3-2 0,6-7 4 0,-7 10-15 15,3-5 11-15,4-5 1 0,-3 11-6 16,-3-4 7-16,6-7-11 0,-5 10 4 0,3-6 0 15,2-4 0-15,-5 10 0 0,5-10 0 16,-4 7-2-16,4-7-1 0,-2 9 12 0,2-9-12 16,-1 11 3-16,1-11-3 0,0 6 1 15,0-6-1-15,0 9 1 0,0-9-1 16,0 11-5-16,0-11 7 0,1 8 17 16,-1-8-2-16,0 11-1 0,0-11-1 15,2 10 1-15,0-5 3 0,-2-5-6 0,6 12 1 16,-5-7-3-16,1 2 2 0,-2-7-7 15,5 12-1-15,-1-5 5 0,-1-2-2 0,-1 1-3 16,4 0 3-16,-6-6 4 0,3 13-9 16,1-9 5-16,0 4-4 0,-4-8 1 0,6 11 5 15,-4-4-5-15,4 0 1 0,-3-1-1 16,-3-6 0-16,4 9 8 0,0-2-6 16,-4-7-5-16,7 9 1 0,0-5 6 15,-4 2 0-15,-3-6 4 0,10 9-1 0,-9-5 4 16,-1-4-13-16,10 10-4 0,-6-6 5 15,-4-4 0-15,11 8-2 0,-7-3 1 0,2-3-4 16,-3 4 2-16,2-2 2 0,-5-4-14 16,9 4 2-16,-3 2 5 0,-3-3 4 0,3 2 8 15,-6-5 0-15,10 7 4 0,-10-7 2 16,9 7 2-16,-9-7-1 0,10 5 8 0,-7-1 5 16,-3-4-8-16,10 5 5 15,-6-2-4-15,-4-3 1 0,9 4-2 0,-1-3-2 0,-8-1-2 16,12 4 8-16,-9-1-4 15,5-1-1-15,-8-2 2 0,14 3-6 0,-9-1-3 16,5 1 2-16,-10-3-1 0,13 4 1 16,-13-4-3-16,11 1 1 0,-11-1 2 0,13 4-3 15,-13-4-4-15,12 3-4 0,-6-3 12 16,-6 0-5-16,11 2 4 0,-11-2 7 0,12 0 1 16,-12 0 3-16,17 0-2 0,-17 0-2 15,15-3-2-15,-7 1-2 0,-8 2-1 16,17-2 2-16,-9 2-6 0,-8 0 4 0,14-3 1 15,-5 0 5-15,-9 3 3 0,15-2 3 16,-8 0 3-16,-7 2 2 0,16-5 2 0,-11 0 0 16,3 5 3-16,2-5 2 0,-5 1-38 15,5 1-2-15,-3-2 0 0,1-1 0 0,2 3 0 16,-3-3 0-16,0 1 0 16,3 1 0-16,-4-1 0 0,1-3 0 0,3 4 0 15,-4-4 0-15,1 4 0 0,1-1 0 16,-3-3 0-16,4 1 0 0,-4 2 0 0,3 0 0 15,-5 1 0-15,3-2 0 0,0 0 0 16,0-2 0-16,-1 2 0 0,1-2 0 0,0 3 0 16,-3-2 0-16,4 2 0 0,-4 1 0 15,1-4 0-15,2 3 0 0,-5 1 0 0,3-2 0 16,-4 6 0-16,9-6 0 0,-8 0 0 16,-1 6 0-16,4-7 0 0,-4 7 0 0,6-8 0 15,-5 4 0-15,-1 4 0 0,4-9 0 16,-2 6 0-16,-2 3 0 0,4-9 0 15,-4 9 0-15,1-10 0 0,1 7 0 16,-2 3 0-16,2-10 0 0,-2 10 0 0,3-9 0 16,-3 9 0-16,0-7 0 0,0 7 0 15,0-10 0-15,0 10 0 0,0-9 0 0,-3 4 0 16,1-2 0-16,2 7 0 0,-3-13 0 16,1 5 0-16,-2 1 0 0,0 1 0 0,1-2 0 15,-1-1 0-15,0-2 0 0,-2 2 0 16,0 1 0-16,3-2 0 0,-5 2 0 0,1-3 0 15,0-1 0-15,-2-2 0 16,2 2 0-16,-1 0 0 0,-2 0 0 0,3 0 0 16,-2 0 0-16,-3-3 0 0,0 1 0 15,1 0 0-15,-1 3 0 0,-1-2 0 0,1-1 0 16,0 5 0-16,-4-3 0 0,1 0 0 16,-1 5 0-16,3-3 0 0,0 4 0 0,-2 0 0 15,0 1 0-15,3 1 0 0,-1 2 0 16,-1-1 0-16,1 3 0 0,-1 0 0 0,1 0 0 15,1 1 0-15,-2 3 0 0,1-2 0 16,-3 2 0-16,3 2 0 0,-1 0 0 0,3 0 0 16,-1-1 0-16,1-1-448 15,4 1-322-15,-3 1-169 0,6-4 97 0,-4 2 88 16,5 2-755-16,3-6-956 0</inkml:trace>
  <inkml:trace contextRef="#ctx0" brushRef="#br0" timeOffset="62258.24">17698 9509 3707 0,'0'0'-218'15,"0"0"54"-15,0 0 48 0,0-6 38 0,0 6 38 16,0 0 17-16,0 0 20 0,0 0 14 15,0 0 6-15,0 0 5 0,0 0-2 16,0 0 0-16,0 0 1 0,0 0 9 0,0 0 7 16,0 0 8-16,0 0 11 0,0 0 16 15,0 0 13-15,0 0 12 0,0 0 14 0,0 0 8 16,0 0 7-16,0 0 5 0,0 0 4 16,0 0-5-16,0 0-9 0,0 0 0 0,-22 1-6 15,22-1-4-15,0 0-5 0,0 0-3 16,0 0-5-16,-13 4-4 0,13-4-5 15,-9 3 1-15,9-3-1 0,-10 2-8 16,10-2-1-16,-13 2-5 0,13-2-2 0,-14 6 1 0,14-6-3 16,-13 7-1-16,8-5-3 15,5-2-5-15,-16 5 1 0,9-1-4 0,7-4-3 16,-13 3-2-16,13-3-2 0,-12 5-4 16,4-2 0-16,8-3-9 0,-14 6 5 0,9-3-6 15,5-3-4-15,-13 7-9 0,8-4-2 16,-6 3 2-16,2-3-3 0,9-3-4 15,-13 8-4-15,7-4 1 0,-2 1 0 0,8-5-2 16,-11 9-3-16,6-3 1 0,-4-2-1 16,9-4 1-16,-9 7 1 0,5-2-1 15,-1-4-1-15,5-1-2 0,-8 8-2 16,8-8 4-16,-8 4-5 0,8-4-4 0,-7 7 5 16,7-7-4-16,-6 7 1 0,6-7-1 15,-5 5 5-15,5-5-6 0,-7 6 1 0,7-6 0 16,-4 4 3-16,4-4 4 0,-5 6-10 15,5-6 2-15,0 0 5 0,-6 7-10 0,6-7 2 16,0 0 3-16,-3 10-1 0,-1-7 6 16,4-3-9-16,0 0 5 0,-4 9-3 0,4-9-2 15,-2 8 5-15,2-8-1 0,-2 7-4 16,2-7 5-16,-2 8 0 0,2-8-3 0,-2 10-1 16,2-10 0-16,-2 8-1 15,2-8 7-15,0 9-2 0,0-9-3 0,0 8-1 16,0-8 0-16,0 11 3 0,0-11-3 15,2 7 2-15,-2-7-3 0,2 7 1 0,-2-7 3 16,2 10-4-16,-2-10 2 0,2 8 3 16,-2-8-5-16,4 7 4 0,-4-7 3 15,2 8-5-15,-2-8 4 0,6 8 1 0,-6-8-2 16,1 8-1-16,-1-8-1 0,4 9-1 16,-4-9 2-16,6 8 0 0,-6-8 2 0,3 7-3 15,-3-7-1-15,4 9 2 16,-4-9 1-16,7 7 1 0,-7-7-4 0,3 6-2 15,-3-6 7-15,8 7 0 0,-8-7-5 16,3 9 5-16,-3-9-1 0,6 5-3 0,-6-5-1 0,4 8 5 16,-4-8 3-16,6 7-4 15,-6-7-1-15,4 7 2 0,-4-7-3 0,3 7-2 16,-3-7 2-16,8 8 3 0,-5-4 3 16,-3-4-8-16,4 8 4 0,1-3 0 0,-5-5 3 15,7 12-1-15,-1-8-3 0,-3 2 0 16,-3-6-1-16,8 9 2 0,-5-5 2 0,2 2-5 15,-5-6-1-15,9 10 5 0,-7-6-15 16,-2-4 8-16,8 9 0 0,-8-9 1 0,10 6 9 16,-6 0-3-16,-4-6 4 15,5 8 6-15,-5-8 4 0,11 4-5 0,-11-4 9 0,7 4-6 16,-7-4 0-16,13 5 5 16,-13-5-5-16,5 2 2 0,-5-2-2 0,9 5 4 15,-9-5-14-15,10 3 12 0,-10-3 6 16,12 2 0-16,-12-2-13 0,11 4 13 0,-11-4-11 15,0 0 4-15,17 0-7 0,-17 0-6 16,13 3 11-16,-13-3-7 0,16 0-12 0,-16 0 13 16,15 2-1-16,-5-2 6 0,-10 0-3 15,16 0-5-15,-16 0 6 0,14 0-6 16,-5 1-2-16,-9-1-3 0,13 0 9 16,-13 0-4-16,0 0-6 0,16 0 0 0,-16 0-1 15,9 2 5-15,-9-2-3 0,12 0 3 16,-12 0 4-16,0 0-13 0,11 2 10 0,-11-2-15 15,0 0 10-15,16-4 8 0,-16 4 10 16,9 0 6-16,-9 0-1 0,11-3-3 16,-11 3-2-16,14-3 0 0,-14 3-2 0,11 0 9 15,-11 0-12-15,0 0 0 0,16-2 3 16,-8 0-1-16,-8 2 3 0,12-4-3 0,-3 3 4 16,-9 1-3-16,15-5 1 0,-8 1-3 15,1 1-1-15,2-5 0 0,-5 6 6 0,2-2-8 16,4 1-2-16,-6-2-2 0,4 3-3 15,-3-2 1-15,-6 4 1 0,16-5-1 16,-13 1-1-16,5 2 1 0,-8 2-5 16,14-8 9-16,-9 4-5 0,3 0-1 0,-3 0-1 15,2 0 1-15,2 1 2 0,-6-1-2 16,-3 4 1-16,13-6-3 0,-7 2 1 0,0 1 2 16,-6 3 3-16,10-7-4 0,-7 5-3 15,-3 2 3-15,8-8 1 0,-5 5-3 0,-3 3 0 16,7-6 0-16,-7 6 1 0,5-3 2 15,-5 3-3-15,8-7 7 0,-5 4-6 0,-3 3-1 16,6-9-1-16,-1 4 4 0,-2 0-3 16,1 0-4-16,2 0 8 0,-5 0-4 15,-1 5 16-15,8-11 2 0,-4 6 3 16,-3 0 6-16,-1 5 7 0,5-10-5 0,-1 6-30 16,-4 4 0-16,2-10 0 0,-1 7 0 15,-1 3 0-15,2-9 0 0,-2 4 0 0,0 5 0 16,2-9 0-16,-2 9 0 0,0-10 0 15,0 10 0-15,-2-8 0 0,2 8 0 0,-2-13 0 16,2 7 0-16,-1 1 0 0,-1-2 0 16,-2 0 0-16,2 2 0 0,-1-2 0 0,0 1 0 15,1-1 0-15,-4 3 0 0,4-4 0 16,-1 4 0-16,-1-2 0 0,0-1 0 16,1 3 0-16,-2-2 0 0,5 6 0 15,-7-10 0-15,1 4 0 0,1 0 0 0,-1 1 0 16,1 1 0-16,2-1 0 0,-3 0 0 15,1 1 0-15,5 4 0 0,-10-10 0 0,7 5 0 16,-4 3 0-16,7 2 0 0,-11-8 0 16,6 4 0-16,-1 1 0 0,0-2 0 0,-2 1 0 15,1-1 0-15,-1 2 0 0,0-2 0 16,1 0 0-16,-3 1 0 0,3-1 0 0,1 0 0 16,-4 0 0-16,3 2 0 0,1-3 0 15,-4 3 0-15,5-1 0 0,5 4 0 0,-13-6 0 16,4 2 0-16,0 2 0 0,9 2 0 15,-15-3 0-15,3 0 0 0,12 3 0 16,-20 0 0-16,12 0 0 0,-3 3 0 16,11-3 0-16,-22 2 0 0,11-1 0 0,0 1 0 15,-1 0 0-15,12-2 0 0,-21 3 0 16,12 1 0-16,1-3 0 0,-1 1 0 0,9-2-107 16,-16 4-494-16,7-3-125 0,9-1-171 15,-12 2 67-15,12-2 103 0,-7 2-737 0,7-2-911 16</inkml:trace>
  <inkml:trace contextRef="#ctx0" brushRef="#br0" timeOffset="69422.37">20680 10377 3816 0,'0'0'-138'0,"0"0"43"0,5 4 47 16,-5-4 42-16,0 0 41 0,0 0 33 15,0 0 18-15,0 0 8 0,0 0 2 16,0 0-2-16,0 0-3 0,0 0 1 15,0 0 0-15,0 0-3 0,0 0 2 0,0 0-2 16,0 0 0-16,0 0 5 0,0 0 2 16,0 0 10-16,0 0 3 0,0 0 5 15,0 0 4-15,0 0 0 0,0 0 1 0,0 0-3 16,0 0-18-16,0 0-5 0,0 0-3 16,0 0-8-16,0 0-5 0,0 0-5 0,0 0-6 15,0 0-6-15,0 0-9 16,0 0-3-16,0 0 1 0,0 0-4 0,-24-12 1 15,24 12 3-15,-6 0 4 0,6 0 0 16,0 0-1-16,-13-4 0 0,13 4 7 0,-9-2 2 16,9 2 5-16,-12-2-6 0,12 2 1 15,-10-1-9-15,10 1 5 0,-11-3-10 0,11 3-2 16,0 0-10-16,-15 0 6 0,15 0-4 16,-13 0-5-16,13 0-4 0,0 0 2 0,-20 3 0 15,20-3 8-15,-13 1-2 0,3-1-4 16,10 0-4-16,-15 4 0 0,10-2-4 0,5-2 5 15,-16 2-2-15,11 1-4 0,5-3 9 16,-16 3-8-16,10-1 2 0,6-2-4 0,-11 2 3 16,11-2 0-16,-12 3 2 0,12-3-2 15,-9 2-1-15,9-2 5 0,-9 3-3 16,9-3 0-16,-9 2-2 0,9-2 1 16,-11 1-4-16,11-1-2 0,-11 2-2 0,11-2-10 15,-14 4-7-15,7-2 0 0,7-2 0 16,-9 1 0-16,9-1 0 0,-16 4 0 0,16-4 0 15,-11 1 0-15,11-1 0 16,-9 2 0-16,9-2 0 0,-16 4 0 0,16-4 0 0,-9 1 0 16,9-1 0-16,-12 4 0 0,12-4 0 15,-11 3 0-15,11-3 0 0,-9 3 0 0,0-1 0 16,9-2 0-16,-9 7 0 0,3-4 0 16,3 1 0-16,-5-1 0 0,5 3 0 15,-4-3 0-15,3 2 0 0,-3 0 0 16,3-2 0-16,1 3 0 0,-4-1 0 0,7-5 0 15,-7 8 0-15,1-2 0 0,4-1 0 16,-1 1 0-16,-1 0 0 0,0 0 0 16,4-6 0-16,-1 8 0 0,-4-2 0 0,5-6 0 15,-4 9 0-15,2-3 0 0,2-6 0 16,-1 8 0-16,1-8 0 0,-2 8 0 0,2-8 0 16,0 7 0-16,0-7 0 0,-2 8 0 15,2-8 0-15,0 10 0 0,0-5 0 16,0-5 0-16,0 9 0 0,0-4 0 15,0-5 0-15,2 12 0 0,-2-6 0 0,2 0 0 0,-1-1 0 16,-1 3 0-16,4-1 0 16,-2 0 0-16,1 0 0 0,0-1 0 0,-1 0 0 15,0 2 0-15,2-1 0 0,-1 1 0 16,-1-4 0-16,4 3 0 0,-4 0 0 0,1 0 0 16,2-2 0-16,-1 1 0 0,-1-1 0 15,1 1 0-15,0-1 0 0,-1 2 0 0,1-2 0 16,3 0 0-16,-4 2 0 0,1-2 0 15,2 0 0-15,-3 0 0 0,5 2 0 0,-5-1 0 16,4-2 0-16,-3 1 0 0,1 0 0 16,1 1 0-16,-3-3 0 0,3 0 0 0,0 2 0 15,0-1 0-15,-1 0 0 16,-5-4 0-16,11 7 0 0,-6-4 0 0,3 1 0 16,-1-2 0-16,-2 2 0 0,-5-4 0 15,14 7 0-15,-8-4 0 0,-1 0 0 0,1 1 0 16,-6-4 0-16,12 8 0 0,-6-6 0 15,-1 2 0-15,1 0 0 0,-6-4 0 0,12 7 0 16,-9-5 0-16,3 2 0 0,-1 0 0 16,-5-4 0-16,10 4 0 0,-10-4 0 0,10 6 0 15,-7-4 0-15,-3-2 0 0,10 5 0 16,-10-5 0-16,11 6 0 0,-11-6 0 16,8 6 0-16,-8-6 0 0,9 4 0 15,-1 0 0-15,-8-4 0 0,8 6 0 0,-8-6 0 16,9 5 0-16,-9-5 0 0,11 5 0 15,-11-5 0-15,11 3 0 0,-11-3 0 0,11 5 0 16,-11-5 0-16,11 4 0 0,-11-4 0 16,14 3 0-16,-14-3 0 0,12 4 0 15,-12-4 0-15,14 3 0 0,-8-1 0 0,-6-2 0 16,11 0 0-16,-11 0 0 0,9 3 0 16,-9-3 0-16,14 0 0 0,-14 0 0 0,0 0 0 15,23-1 0-15,-23 1 0 0,19-2 0 16,-7 0 0-16,-1 1 0 0,-11 1 0 0,19-4 0 15,-8 1 0-15,-2 1 0 0,5-1 0 16,-4 1 0-16,-5 0 0 0,-5 2 0 16,18-3 0-16,-11 1 0 0,-7 2 0 15,14-5 0-15,-9 5 0 0,-5 0 0 0,10-3 0 16,-10 3 0-16,9-2 0 0,-9 2 0 16,6-4 0-16,-6 4 0 0,0 0 0 0,10-3 0 15,-10 3 0-15,0 0 0 0,0 0 0 16,7-4 0-16,-7 4 0 0,0 0 0 0,0 0 0 15,0 0 0-15,0 0 0 0,9-1 0 16,-9 1 0-16,0 0 0 0,0 0 0 16,0 0 0-16,0 0 0 0,0 0 0 0,0 0 0 15,10-4 0-15,-10 4 0 0,0 0 0 16,0 0 0-16,0 0 0 0,6-4 0 16,-6 4 0-16,0 0 0 0,0 0 0 0,0 0 0 15,0 0 0-15,0 0 0 0,0 0 0 16,0 0 0-16,0 0 0 0,0 0 0 0,0 0 0 15,0 0 0-15,0 0-284 0,0 0-400 16,0 0-154-16,-21 16-41 0,13-12 99 0,-1-1-827 16,-3 6-1048-16</inkml:trace>
  <inkml:trace contextRef="#ctx0" brushRef="#br0" timeOffset="95934.49">20586 10305 950 0,'0'0'175'0,"0"0"-37"0,-11-8-11 0,11 8-21 0,0 0 4 16,0 0-11-16,0 0-12 15,0 0-4-15,0 0 2 0,-12-3-7 0,12 3-7 16,0 0 0-16,0 0-5 0,0 0 0 15,0 0-2-15,0 0-1 0,0 0-3 0,0 0 3 16,0 0-2-16,0 0-2 0,0 0 4 16,0 0-6-16,0 0 3 0,0 0-4 0,0 0-1 15,-9 9-4-15,9-9-3 0,0 0 6 16,0 0 3-16,-2 7 1 0,2-7-2 0,0 0 0 16,-2 7-1-16,2-7-2 0,0 0-3 15,-3 5-1-15,3-5-6 0,0 0 7 16,-4 6 2-16,4-6-3 0,0 0 4 0,-2 8-4 15,2-8 0-15,0 0 2 0,-2 7-2 16,2-7 4-16,0 0 2 0,-1 7-5 16,1-7 3-16,-3 5 6 0,3-5 1 15,-2 6 1-15,2-6 3 0,-4 6-2 0,4-6 3 16,-3 7-1-16,3-7 4 0,-8 7-6 16,6-4 2-16,2-3-4 0,-5 8 2 0,-2-4-2 15,7-4-3-15,-5 8 1 0,-1-2-1 16,3-3-7-16,-1 2-1 0,0 0 3 0,0 0-5 15,0 0-1-15,-2 1-2 0,3-1-1 16,-1 0 1-16,-4 2-1 0,5-2-2 0,-4 3 1 16,4-2-2-16,-3-1-7 15,2 2-1-15,-1 1-5 0,-1-3 0 0,3 2 0 16,-4-2-5-16,2 1 0 0,1 0-5 16,-2-1 1-16,3 5-2 0,-6-6 2 0,7 4 0 15,-3-3-2-15,1 3-2 0,1-2-1 16,1 2 3-16,-6-1 2 0,5-1 3 0,-4 2-2 15,3 0-2-15,-1-1-4 0,1 0 4 16,2-2-3-16,-1 3 2 0,-3-2-2 0,3 4 0 16,0-3-5-16,1-1 2 0,-2 3 0 15,0-2-2-15,4 0 1 0,-3 1 4 16,1 1-1-16,-2-2 5 0,2 0-7 16,2 1 1-16,0-1 0 0,0 1 0 0,0 1 1 15,4-2-4-15,-4 1 3 0,2 1-3 16,0-1 1-16,1 1-1 0,1-1 2 15,2 4 2-15,0-4 2 0,2-2-6 0,-3 1 0 16,2 1-1-16,4 0 0 0,-2-2-2 16,-2 0 3-16,4-1 4 0,1-1-2 0,-1-1-2 15,1 0-1-15,0-1 0 0,-12-2 3 16,23 0-2-16,-12 0-2 0,-11 0 1 0,27-2 0 16,-16 0-7-16,1-2 4 15,-1 4 5-15,0-4 1 0,1-1-3 0,-1 1 0 0,1 0 1 16,-1-4 1-16,-2 1-7 0,3 0 3 15,-3 0 0-15,3 3 1 0,-2-4-3 16,-3 2 0-16,0-1 0 0,1 0 0 16,0 2-2-16,1-2 1 0,-5 4 4 0,-4 3 3 15,9-8 9-15,-2 3 5 0,-7 5 8 16,5-6 4-16,-5 6-4 0,6-9 8 0,-6 9-1 16,2-8-3-16,-2 8 7 0,0-11 2 15,0 5-4-15,0 6-1 0,-2-14-3 0,0 7-3 16,2 7 2-16,-4-14-3 0,3 9 2 15,1 5 3-15,-8-13 4 0,3 9 1 16,2-1-3-16,-5 2 1 0,3-2 1 0,5 5-7 16,-20-6-3-16,13 4-3 0,-2 2-3 15,9 0-4-15,-21-1 0 0,11 1-7 16,10 0-1-16,-21 3-2 0,10 1-4 0,1-1 2 16,1 1-4-16,-2 2 3 0,-1 0-19 15,0 4-26-15,2-2-22 0,-1 1-28 16,2 1-36-16,-1-1-36 0,2-1-40 0,1 1-54 15,0-4-66-15,1 0-65 0,1-1-64 16,5-4-81-16,-5 6-85 0,5-6-74 0,0 0 60 16,0 0-499-16,0 0-594 0</inkml:trace>
  <inkml:trace contextRef="#ctx0" brushRef="#br0" timeOffset="96533.39">20549 10357 2889 0,'-2'-9'-132'0,"2"4"34"0,0 5 29 16,0 0 27-16,-2-11 21 0,2 11 18 16,0 0 17-16,-2-6 8 0,2 6 8 0,0 0 6 15,0 0 9-15,-2-6 7 0,2 6 12 16,0 0 12-16,0 0 10 0,0 0 13 0,0 0 4 16,0 0 3-16,0 0 4 0,-23 14 2 15,19-5-2-15,-3 0-7 0,-1 0-3 0,-3 5 5 16,1 0 1-16,0 3-4 0,-3 10-3 15,-1-1-5-15,3 2 4 0,-2 1-1 16,1 2-5-16,3 0 1 0,2-2-8 0,-2 2-8 16,6-6-7-16,1-1-3 0,0-1-6 15,2-3-5-15,2 1-4 0,2-1-4 16,-3 2-5-16,8-5-3 0,-4 2-1 16,3-5-6-16,-1-2 0 0,3-2-2 0,0 1-5 15,1-5 1-15,1 0-6 0,1-4 0 16,0-2-1-16,0 0-2 0,5-5-2 0,0-4-1 15,-2-2-2-15,4 3-2 0,-4-4 1 16,2 0 3-16,-5-2 1 0,0 0 5 0,-3 2 19 16,-5-1 19-16,1 0 14 0,-4-2 4 15,-2 2 6-15,-2 1-2 0,-4-2 1 16,3 2-13-16,-6 3-4 0,2 1-13 0,-1 3-9 16,-3 1-12-16,-1 4-28 0,12 0-35 0,-28 6-41 15,13 0-47-15,-4 5-57 16,0-3-80-16,2 4-78 0,-1-2-93 0,1 4-95 15,3-4-148-15,2-1 59 0,-1-2-475 16,2 1-557-16</inkml:trace>
  <inkml:trace contextRef="#ctx0" brushRef="#br0" timeOffset="99066.38">20556 10994 1611 0,'-15'14'443'0,"5"-4"-197"16,3-1-76-16,-3-4-13 0,7-2-18 15,3-3-8-15,-9 2-24 0,9-2-9 16,0 0-6-16,9-24-15 0,4-3-7 0,6-2-6 15,10-11-5-15,7-5-20 0,2-3-38 16,13-12-55-16,1 0-62 0,-8 14-97 0,-7-2-104 16,-1 0-163-16,0 4 17 0,-11 6-170 15,-5 12-131-15</inkml:trace>
  <inkml:trace contextRef="#ctx0" brushRef="#br0" timeOffset="99283.03">20210 11414 2072 0,'-11'14'228'0,"2"-6"-12"16,4-1 7-16,-1 1 11 0,4-5 8 15,2-3 7-15,0 0 0 0,0 0-10 16,0 0-15-16,31-36-19 0,-6 11-21 0,7-14-15 16,8 0-17-16,-1-7-17 0,15-8-14 15,-2-2-30-15,-11 7-49 0,3 3-53 0,-2 0-83 16,2 2-85-16,-2 0-107 0,-2 2-108 15,-4 5-133-15,0 0-78 0,-4 4 62 0,-7 10-354 16,-2 0-378-16</inkml:trace>
  <inkml:trace contextRef="#ctx0" brushRef="#br0" timeOffset="99718.57">21555 9970 2419 0,'-11'-10'40'0,"0"1"36"0,0 5 28 0,4-2 34 15,0 4 26-15,-4-1 12 0,11 3 0 16,-16 3 3-16,4-1-5 0,-1 4-12 16,-3 3-11-16,1 3-11 0,-4 7-11 15,-2 5-3-15,2-1 1 0,4-1-4 0,3-1-6 16,5-6-10-16,3-1-3 0,4-2-1 15,2-2 4-15,7-1-6 0,4 0-3 0,9-4 1 16,3-2-7-16,1-1-1 0,5-1-6 16,9 1-11-16,-6 0-6 0,-6-2-8 15,1 1-4-15,-8-1-7 0,2 4 3 0,-4-1 16 16,-3 3 21-16,-2 0 22 0,-2 3 13 16,-1-1 20-16,-3 6 6 0,-5 1 0 15,-3 3-2-15,-5 5-11 0,-2 8-9 0,-4 2-19 16,-5-4-4-16,-2 0-12 0,2-1-13 0,-4-2-6 15,2-1-11-15,-4-4-9 16,7-4-20-16,-2-2-30 0,1-4-44 0,4-5-36 16,-4 2-52-16,3-6-54 0,2 0-60 15,-3-2-84-15,14 0-92 0,-20-6-80 0,8 0-99 16,4-2-170-16,3-5 69 0,-2 0 71 16,5-3-507-16,0-2-601 0</inkml:trace>
  <inkml:trace contextRef="#ctx0" brushRef="#br0" timeOffset="100099.53">21431 9757 3100 0,'-27'4'-25'0,"2"4"34"16,-7 7 44-16,-8 11 44 0,2 8 42 0,-1 7 27 15,7 10 27-15,2 4 16 0,3 7 8 16,-2 15 4-16,14-10 3 0,2 4-2 0,12-3-8 15,2-1-4-15,9-8 2 0,8-2-13 16,11-8-2-16,10-8-20 0,8-7-16 16,8-10-20-16,12-10-8 0,-3-11-14 0,15-8-20 15,-9-11-24-15,20-17-43 0,-6-7-38 16,-8-7-28-16,-5-1-9 0,-12-7-3 16,-18 9 7-16,-5-4 4 0,-7-5 3 15,-8-1 5-15,-5-6 7 0,-10 1 13 0,-8-1 13 16,-10-4 1-16,-9 3 6 0,-21-14-5 15,-12 4 1-15,-10 3 0 0,-10 10-4 0,-12 7-6 16,-6 11 0-16,1 21-4 0,14 17-6 16,1 18-21-16,-13 21-33 0,3 14-51 0,5 16-67 15,4 10-74-15,10 12-84 0,8 8-96 16,9 4-129-16,11 7-109 0,6-7 62 0,8-2-496 16,8-5-577-16</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11-16T03:21:56.419"/>
    </inkml:context>
    <inkml:brush xml:id="br0">
      <inkml:brushProperty name="width" value="0.05292" units="cm"/>
      <inkml:brushProperty name="height" value="0.05292" units="cm"/>
      <inkml:brushProperty name="color" value="#FF0000"/>
    </inkml:brush>
  </inkml:definitions>
  <inkml:trace contextRef="#ctx0" brushRef="#br0">6225 5804 2975 0,'-14'0'148'16,"-4"0"22"-16,7 0 3 0,-1 0-15 0,12 0-1 15,-19 0 12-15,19 0 15 0,-15 0-15 16,15 0-15-16,-11 0-5 0,11 0-4 16,0 0-13-16,-12-2-12 0,12 2-12 0,0 0-10 15,0 0-7-15,0 0-8 0,0 0-7 16,0 0 3-16,0 0-6 0,0 0-5 0,26-10-7 16,-12 6-1-16,7 1-5 15,0-3 5-15,4 2-2 0,11-4-3 0,0 4-4 0,5-4-2 16,-4 3-1-16,7 1 11 15,2-1 11-15,1-2 7 0,12 1 0 0,-2-1-4 16,4 1-10-16,4-2 0 0,3 2-8 16,0 0 1-16,2-4-4 0,3 3 0 15,-1 1-6-15,0 0-5 0,1 0-5 0,-1 0-24 16,5 1 3-16,-3 1-4 0,-2-2 1 16,3 3 1-16,-3-2-8 0,3-1 8 0,-1 5-4 15,-1-1-2-15,-1 0-2 16,-2-1-9-16,-2 2 10 0,0 1-2 0,-18-2-1 0,4 2-4 15,-2 0-3-15,0 0 10 16,-9 0-1-16,5 0 1 0,-5 0 1 0,-3 2-3 16,-6-2-1-16,0 1-3 0,-7-1 10 15,2 0-6-15,1 0-1 0,-1 0-4 0,0 0 2 16,11 1 4-16,-5-1-3 0,6-1 2 16,3 1-4-16,0 0 0 0,4 0 10 15,1 0-8-15,1 0-3 0,-3 0 5 0,3 0 1 16,-2-1-5-16,-3 2 7 0,1-2-6 15,-1 2 9-15,-5-1-11 0,5 0 0 0,-8 1 1 16,-1-2 0-16,-7 1 2 0,15 0-2 16,-11 0 2-16,-3 0-2 0,1 0-3 0,-3 1-2 15,3-1 3-15,10 2 3 0,-8-2 2 16,-3 0-4-16,1 0 3 0,8-2 7 0,4 2-8 16,-1 0 4-16,-2-1-4 15,4 0 0-15,-5-1 2 0,4 0-6 0,-2 0 4 16,1 0 0-16,1 1 1 0,-4 1-3 15,-3 0 1-15,-5 0-5 0,9 1 7 16,-2 1 0-16,-2-2 4 0,4 2-4 0,1 2-4 16,2-3 6-16,3 0-3 0,1-1 6 15,5 2-7-15,13 0 3 0,5-4 0 0,3 4-4 16,5 0 1-16,2 1 6 16,6-3-6-16,-2 4-4 0,-1-1 2 0,1 0 4 0,-2 1-7 15,-1 0 6-15,-5 0-1 0,-8-2 1 16,-2 1 3-16,-5 1-3 0,-11-1 6 15,-2 2 44-15,-1-3 8 0,2 2 3 16,-8-2 12-16,5 2 4 0,-2-4 4 0,-2 4 2 16,-2-2-1-16,1 3 8 0,-3-2 8 15,-3 0 2-15,-9-1-23 0,-1 0-78 0,-2 2 0 16,-3-4 0-16,-4 1 0 0,0 2 0 16,1-3 0-16,-3 2 0 0,-1-2 0 15,0 0 0-15,2 0 0 0,-1 2 0 0,1-2 0 16,2 0 0-16,-4 0 0 0,9 2 0 15,-8-2 0-15,2 0 0 0,1 2 0 16,-2-2 0-16,-2 0 0 0,3 0 0 16,-1 2 0-16,0-1 0 0,-2-1 0 0,3 0 0 15,1 0 0-15,2 0 0 0,2-1 0 16,2 1 0-16,1 1 0 0,1 1 0 0,6-2 0 16,-1 0 0-16,1 0 0 0,12 0 0 15,2 0 0-15,-2 0 0 0,5-2 0 0,-3 1 0 16,5-1 0-16,0-2 0 0,-1 4 0 15,1-4 0-15,0 1 0 0,-3 2 0 0,-1-1 0 16,-2-2 0-16,-5 2 0 0,-3-1 0 16,-11 2 0-16,4-1 0 0,0 0 0 0,-3 2 0 15,-4-2 0-15,4 2 0 0,3-1 0 16,2-1 0-16,8-2 0 0,3 4 0 16,2-3 0-16,1-4 0 0,4 0 0 15,0 2 0-15,6-2 0 0,2 1 0 16,2-3 0-16,-11 6 0 0,-1-3 0 0,3 3 0 15,-3-1 0-15,-6 2 0 0,3-2 0 16,-6 0 0-16,2 3 0 0,2-1 0 0,-2 2 0 16,-2-3 0-16,4 1 0 0,0-2 0 15,0 4 0-15,1-1 0 0,2-1 0 0,-4 0 0 16,2 0 0-16,-13 2 0 0,-3-1 0 16,-9 1 0-16,-2 0 0 0,-1-2 0 0,-1 2 0 15,-14 0 0-15,18 0 0 0,-18 0 0 16,18 0 0-16,-18 0 0 0,11 0 0 15,-11 0 0-15,7-3 0 0,-7 3-262 16,2-7-242-16,-2 0-204 0,-2-2-203 0,0-2 85 16,2-3 93-16,-5-4-711 0,3 0-895 15</inkml:trace>
  <inkml:trace contextRef="#ctx0" brushRef="#br0" timeOffset="1766.25">17663 3374 1700 0,'0'0'274'0,"0"0"-38"16,0 0-16-16,0 0-34 0,0 0-31 0,0 0-13 16,0 0-4-16,10-4-13 0,-10 4 15 15,0 0 1-15,-2-11 2 0,2 11-8 16,-4-10-7-16,4 10 0 0,-2-11 0 15,2 11-3-15,-2-8 1 0,2 8-5 0,-3-14-8 16,-3 10-9-16,2-4-7 0,-2 1-9 0,6 7-9 16,-13-12-9-16,8 5-5 15,-6 2-4-15,0-2-8 0,-3 0-5 0,2 2-4 16,-3 1-4-16,3 2-5 0,-7-4-1 16,4 6-6-16,0 0-1 0,-6 2-8 15,-3 2 1-15,1 2-2 0,-7 6-3 0,-1 2-2 16,1 1-4-16,-1 2 3 0,1 1-6 15,1 2 4-15,2 1 0 0,3-1-5 0,1 2 1 16,2 1 0-16,5 0 1 0,2-5-2 16,3-1 2-16,1 2-1 0,2-2-2 0,2 4 4 15,1-1 3-15,1-3 2 16,4 2 11-16,-2 2-1 0,2 0 5 0,4 1 1 16,0 2 6-16,3 5 5 0,3 1 4 15,1-1 1-15,2-2 0 0,3 0-1 16,1-1-2-16,-2 0 0 0,5-1 7 0,-4-1 1 15,4 0 17-15,-7-5-5 0,2 5 6 16,-2 1 8-16,-3-1 10 0,-4-7 5 0,1 6 1 16,1-3 6-16,-4 5 2 0,-3 0 5 15,1 2 2-15,-4 10-6 0,-3 1 0 0,-4 1-2 16,-7 10-2-16,-3 2 4 0,-6-3-2 16,1 1-2-16,-9-1 1 0,1-2 6 15,-4-2 6-15,2-7-105 0,-1-4-5 0,11-7 0 16,0-6 0-16,9-3 0 15,2-5 0-15,4-1 0 0,-2-4 0 0,4-1 0 0,1-1 0 16,6-5 0-16,-9 4 0 16,9-4 0-16,0 0 0 0,0 0 0 0,0 0 0 15,21-17 0-15,-9 12 0 0,2 0 0 16,6 3 0-16,-2 2 0 0,7 6 0 0,9 8 0 16,11 9 0-16,-4 10 0 0,-5 8 0 15,1 10 0-15,-6 5 0 0,-4 22 0 16,-5-14 0-16,-7 6 0 0,-5 3 0 0,-5-1 0 15,1-1 0-15,-4-3 0 0,-4-4 0 16,0-5 0-16,0-13 0 0,-2-4 0 0,4-5 0 16,0-8 0-16,2-4 0 0,-2-8 0 15,0 0 0-15,2-3 0 0,2-2 0 16,0-2 0-16,0-5 0 0,3-2 0 0,4 1 0 16,-11-4 0-16,27-5 0 0,-7 2 0 15,0-4 0-15,1 0 0 0,2 2 0 0,-1-4 0 16,-8 4 0-16,8-4 0 0,-9 4 0 15,0 0 0-15,-1 0 0 0,-3 2 0 16,-1-1 0-16,-2-1 0 0,-1 2 0 0,1-1 0 16,-6 4 0-16,3-13-397 0,-3 7-556 15,0-5 23-15,-3-1 93 0,-1-9-889 0,-2-14-1158 16</inkml:trace>
  <inkml:trace contextRef="#ctx0" brushRef="#br0" timeOffset="2715.9">18221 3326 4216 0,'-3'-7'-273'0,"3"7"60"0,-8-6 53 16,8 0 43-16,0 6 39 16,-5-6 36-16,5 6 33 0,-6-12 38 0,6 12 15 15,-3-7 23-15,3 7 24 0,-3-9 16 16,3 9 27-16,-4-7 13 0,4 7 8 0,0 0 1 16,-5-7-12-16,5 7-17 0,0 0 18 15,0 0 18-15,0 0 7 0,-4 29 1 16,2-8 3-16,0 5-4 0,0-1-9 0,-1 11-10 15,1 2-8-15,-3-4-16 0,3-4-11 16,0-7-7-16,1-1-13 0,-1-2 3 16,0-3-25-16,0-4-3 0,2 0-12 15,0-3-17-15,0 0-24 0,-2-1-47 0,2-9-41 16,0 10-38-16,0-10-60 0,2 5-56 16,-2-5-50-16,0 0-31 0,0 0-29 15,0 0-35-15,11-22-20 0,-4 12-2 0,-4-1 13 16,1 1 15-16,0 1 18 0,-1 1 37 15,-1 1 34-15</inkml:trace>
  <inkml:trace contextRef="#ctx0" brushRef="#br0" timeOffset="3016.5">18203 3546 2011 0,'4'-7'-163'16,"-1"2"44"-16,-1 1 48 0,-2 4 36 16,8-5 35-16,-8 5 21 0,5-4 25 0,-5 4 17 15,12-3 12-15,-4-1 1 0,-3 3 7 16,7-4-5-16,-1-1 1 16,0 2-3-16,7-3-7 0,-3-1-3 0,2-2 2 15,3 0-1-15,-4-2 2 0,2 0-2 16,-2 0-3-16,-2-2 0 0,1 1 8 0,-3 0-3 15,1-2 5-15,-6 3 5 0,4 1 1 16,-6 3 11-16,2-3 9 0,-3 4 14 0,2 0-5 16,-3 0-2-16,-3 7-14 0,7-5 5 15,-7 5 22-15,0 0 11 0,0 0 0 16,0 0-3-16,2 26-4 0,-4-14-4 0,2 1-9 16,-4 4-6-16,4 0-9 0,-3 1-2 15,3-1-12-15,0 1-6 0,3-1-9 0,-1-1-8 16,0 0-3-16,0 1-6 15,0-5-26-15,-2-1-36 0,1 1-48 0,-1-2-50 16,0-3-66-16,2 3-70 0,0-3-75 16,-2 0-102-16,0-7-152 0,6 5-36 15,-6-5 63-15,0 0-245 0,0 0-282 0</inkml:trace>
  <inkml:trace contextRef="#ctx0" brushRef="#br0" timeOffset="3407.03">18804 3417 2093 0,'7'13'28'0,"-7"-13"48"0,0 0 38 16,0 0 30-16,0 0 16 0,-4 12 31 15,4-12 8-15,0 0 1 0,0 0-4 16,0 8-7-16,0-8-11 0,0 0-11 0,9 5-9 16,-9-5-11-16,0 0-13 0,11 1-11 15,-11-1-16-15,0 0-5 0,22-5-15 16,-22 5-3-16,14-9-9 0,-3 3-10 0,-6 0-5 15,3-6 1-15,-5 4-9 0,-1-4 0 16,2 1 2-16,-1 2 5 0,-6 1 1 0,-1-3-4 16,2 5-9-16,2 6-4 0,-13-8-7 15,13 8 1-15,-21 2-9 0,6 3-3 16,1 3 0-16,-4 4-3 0,0 0 4 16,-3 7 0-16,5-2 3 0,4 1 3 15,0-3-1-15,5 0-4 0,2 0-4 0,-4-2 1 16,7 1 0-16,2-4-4 0,0 1 2 15,2 0 0-15,5-2-1 0,0-2-6 0,2-1-5 16,2-4-35-16,5 2-39 0,2-4-55 16,0-2-63-16,3 0-66 0,3-1-68 0,-2-2-90 15,-1-2-124-15,0-2-138 0,-4 2 49 16,-1 1-371-16,-4-2-465 0</inkml:trace>
  <inkml:trace contextRef="#ctx0" brushRef="#br0" timeOffset="3850.93">19129 3467 2740 0,'0'0'50'0,"0"0"57"0,0 0 39 0,0 0 19 15,0 0 13-15,0 0 11 0,0 0-3 16,0 0-2-16,0 0-6 0,0 0-5 0,0 0-12 16,0 0-14-16,-11 18-13 0,11-18-13 15,0 0-10-15,11 3-12 0,-11-3-10 0,0 0-8 16,14 0-3-16,-14 0-8 0,0 0-8 15,0 0-4-15,0 0-3 0,14-7-4 16,-14 7 5-16,2-10-1 0,-2 10 10 16,-4-18-19-16,1 10-4 0,-3-7-2 15,1 2-7-15,-4 1 5 0,4 0 0 0,-3 3 5 16,5 1-5-16,-6-1-4 0,6 2-6 16,-3 2-2-16,6 5-2 0,-5-10 1 0,5 10-7 15,-6-8 2-15,6 8-2 0,-2-9 1 16,2 9-2-16,0 0-1 0,9-12 5 15,4 5-3-15,1 0-2 0,9-1-1 0,0 1-1 16,0 2-1-16,0 1-4 0,0-1 0 16,-5 4 0-16,4 1 6 0,-5 1-10 0,0 1 0 15,-2 5 10-15,-2-1-1 16,0 3 0-16,-1 1 0 0,-2 2-6 0,0 0 1 16,-5 0-3-16,5 2-28 0,-3-1-40 15,-3 1-52-15,2-3-57 0,0 3-75 16,-1-1-63-16,1-1-67 0,-1-4-75 0,4 1-96 15,-4-1-129-15,2-2 52 0,5 0-391 16,0-4-489-16</inkml:trace>
  <inkml:trace contextRef="#ctx0" brushRef="#br0" timeOffset="4234.54">19811 3321 2612 0,'0'0'0'16,"0"0"60"-16,0 0 39 0,0 0 37 15,0 0 25-15,0 0 20 0,0 0 19 0,0 0 8 16,-19 16 7-16,19-16-18 0,0 0-19 16,0 0-13-16,0 0-16 0,0 0-13 15,0 0-10-15,0 0-12 0,0 0-14 0,0 0-7 16,0 0-10-16,19-20-6 0,-15 12 7 16,2 0-13-16,-5-4 2 0,1 1 7 0,-2 1 6 15,0 1 5-15,-2-2 3 0,1 5 6 16,-5-1-10-16,-1 3-8 0,7 4-8 0,-23 0-3 15,3 4-5-15,1 7-9 0,-5 2 8 16,-1 6-3-16,4 2 8 0,-3-3-5 16,8 6-3-16,4-8 1 0,4-1 1 15,1 0 4-15,3-2-5 0,3 0-1 16,-1-2 6-16,4 1-18 0,1-2 4 0,5-1-8 16,1 1 0-16,5-2-30 0,0 0-42 15,4-4-64-15,3-1-62 0,6 0-78 0,-1-2-97 16,3-1-104-16,-3-4-114 0,3 1-146 15,-2 2-55-15,-6 1 81 0,-1 0-502 0,0 1-632 16</inkml:trace>
  <inkml:trace contextRef="#ctx0" brushRef="#br0" timeOffset="4449.01">20133 3541 2988 0,'0'0'0'0,"10"1"86"0,-10-1 57 0,0 0 36 0,0 0 23 15,0 0 18-15,0 0 2 16,0 0-12-16,0 0 13 0,0 0 11 0,4 12-5 15,-4-6-8-15,2 4-18 0,-1 0-11 16,-1-1-12-16,2 6-19 0,-4-3-5 16,2 3-10-16,-3 1-15 0,-4 1-16 0,2 0-12 15,-4 2-38-15,-3-2-50 0,0-2-39 16,1-1-52-16,-3 2-63 0,5-7-65 0,-2 3-91 16,3-6-95-16,-1-3-117 0,-1-1-151 15,10-2-37-15,0 0 82 0,-14-5-415 16,14 5-503-16</inkml:trace>
  <inkml:trace contextRef="#ctx0" brushRef="#br0" timeOffset="4934.43">20963 3151 3063 0,'0'0'143'0,"-24"2"43"0,12 1 14 15,-1 3 6-15,-2 1 22 0,2 1 10 0,-2 3 5 16,-1 1-14-16,5 5-5 16,3-4-21-16,-1 5-22 0,1-2-18 0,5 0-18 15,-3-1-14-15,1 2-10 0,5-6-10 0,0 3-10 16,2-2-10-16,1-1-12 0,-1-1-7 16,0-2-5-16,1 1-11 0,5-1-1 15,-3-3-10-15,1-2-5 0,-6-3-2 0,16 7-5 16,-9-7 0-16,-7 0-8 0,18 3 2 15,-18-3-12-15,16 0 1 0,-16 0-1 0,20 3-1 16,-20-3-2-16,14 1-2 0,-3 0-6 16,-11-1 1-16,16 6 4 0,-6-3-2 15,0 0-1-15,-1 1 0 0,3 0-3 0,-1 0 3 16,-2-1-3-16,3 0 5 16,-1-1-7-16,2-1 0 0,-13-1 3 0,29 0 2 15,-15 0 1-15,-1-3-4 0,1 1 2 16,-2-2 2-16,0 1-2 0,0-2-1 0,-1 1 5 15,1-4-1-15,-1-1 3 0,-4-1-9 16,1-2 2-16,2-3 3 0,-3-4-9 0,0 0 4 16,0 0-1-16,-2-1-7 0,-1-1-15 15,2 3-38-15,-4 6-38 0,-1 1-42 16,3 1-64-16,-2 0-62 0,0 1-85 16,2 1-88-16,-4 4-109 0,0 4-177 15,2-8 36-15,-2 8-490 0,0 0-644 0</inkml:trace>
  <inkml:trace contextRef="#ctx0" brushRef="#br0" timeOffset="5382.61">21654 3208 3051 0,'-4'6'15'0,"4"-6"86"15,0 0 61-15,-8 5 35 0,8-5 20 16,0 0 20-16,-3 8 3 0,3-8-3 15,0 0-14-15,0 0-20 0,0 0-19 16,0 0-12-16,0 0-16 0,0 0-16 0,0 0-18 16,0 0-6-16,0 0-11 0,28-10-10 15,-28 10-9-15,15-11-11 0,-6 5-10 16,-6-3-4-16,5 0-7 0,-5-2-6 0,-1 3-1 16,-2 0-4-16,0-1-7 0,0 9-6 15,-7-14-2-15,-1 12-3 0,8 2-5 0,-25 0-3 16,4 8 1-16,-6 5-1 0,-1 3 9 15,1 2 7-15,3 3 15 0,1 3 19 0,3 0 8 16,6 0 15-16,3-1 7 0,8-3 14 16,1-3 6-16,2 0-3 0,4-1 7 0,1 2 6 15,5-6-5-15,1 3-9 0,5-4-5 16,3 0-9-16,2-3-19 0,0-4-80 16,4 1 0-16,-5-4 0 0,3-1 0 15,1-1 0-15,-6 1 0 0,1-4 0 16,3 1 0-16,-8 0 0 0,0 0 0 0,-1 0 0 15,-4 0-78-15,-9 3-244 0,16-4-118 16,-10 2-139-16,-6 2-172 0,0 0-115 0,0 0 93 16,0 0-717-16,0 0-938 0</inkml:trace>
  <inkml:trace contextRef="#ctx0" brushRef="#br0" timeOffset="6115.98">23011 2553 4280 0,'-8'-19'-38'0,"5"3"43"0,-4 4 39 0,3 2 37 16,3 3 20-16,-3 0 4 0,4 7 0 15,-7-1 30-15,7 1 18 0,-16 25 31 16,-3 18 13-16,2 8 13 0,-2 5-8 0,2 6 3 16,-3 6-9-16,7 1-7 0,1 1-16 15,-1-3-17-15,8-2-12 0,-2-5-15 16,-2-4-8-16,5-12-18 0,4-5-7 0,-3-3-6 16,1-9-10-16,0-4-13 0,0-6-7 15,2-2-17-15,-2-2-32 0,2-2-35 0,-1-2-69 16,-1 0-71-16,0-5-85 0,2-4-114 15,0 0-115-15,0 0-121 0,0 0-157 16,-7-19-2-16,7 6 86 0,0-4-509 16,1-7-645-16</inkml:trace>
  <inkml:trace contextRef="#ctx0" brushRef="#br0" timeOffset="6282.38">22734 3153 3353 0,'0'0'123'15,"-15"0"64"-15,15 0 42 0,0 0 27 16,-15 0 26-16,15 0 32 0,0 0 10 0,0 0-12 15,-16-2-19-15,16 2-30 0,0 0-22 16,0 0-17-16,0 0-26 0,0 0-23 0,0 0-68 16,0 0-94-16,54-4-112 0,-31 1-121 15,4 1-148-15,0 2-186 0,10-4-246 16,-2 4 48-16,-7 0 89 0,-1 0-506 0,7 4-636 16</inkml:trace>
  <inkml:trace contextRef="#ctx0" brushRef="#br0" timeOffset="6750.26">23197 3387 3298 0,'-9'2'107'0,"9"-2"59"0,-14 4 39 16,14-4 12-16,0 0 1 0,0 0 0 16,0 0-4-16,0 0-12 0,0 0-22 15,0 0-20-15,0 0-14 0,16-26-13 16,-11 19-14-16,5 2-6 0,-4-1-18 0,3-2-4 15,-3-2-9-15,-1 2-8 0,-1-2-7 16,1-2-5-16,-3-2-7 0,-2-1-2 0,0-1-10 16,-2-1 8-16,-3 1-6 0,1 3 1 15,-1-1-6-15,-1 2-5 0,-1 5-6 0,-1 1 3 16,-2 4-8-16,10 2 1 0,-21-2-4 16,21 2-2-16,-20 4-2 0,20-4 0 15,-18 0 2-15,18 0-5 0,-7 2 6 0,7-2 5 16,0 0 3-16,0 0-1 15,0 0-2-15,34-20-5 0,-5 6-2 0,3 0 1 0,0 2-3 16,3 2-3-16,-7 5-5 0,-3 0 4 16,0 1 0-16,-4 6 8 0,-2 0 15 15,-2 1 21-15,-2 6 5 0,5-1 12 16,-6 4-1-16,0 2 2 0,-5 3-9 0,1 0-8 16,-2 2-4-16,-1 1-5 0,-1-5-8 15,-2 4-29-15,-3-5-35 0,3 3-47 0,1-5-57 16,-3 1-61-16,0-1-76 0,1 0-79 15,3-3-89-15,-3-1-87 0,3-2-125 16,-1-3-113-16,-5-3 73 0,16 1-539 0,-16-1-686 16</inkml:trace>
  <inkml:trace contextRef="#ctx0" brushRef="#br0" timeOffset="6982.12">24116 2925 3345 0,'0'-8'20'0,"0"1"53"0,0 7 38 15,0 0 36-15,0 0 37 0,0 0 35 0,0 0 36 16,-26 25 22-16,10 3 14 0,1 6 4 16,-6 14-8-16,0 5-12 0,-4 2-21 0,3 5-13 15,-3-1-22-15,3-1-22 0,-1 1-16 16,5 0-20-16,-2-5-12 0,6 0-18 0,-2-6-14 16,5-11-31-16,-1-4-34 15,1-2-30-15,3-6-66 0,5-9-58 0,-4-3-57 16,4-1-59-16,-3-2-77 0,0-6-93 0,3-1-68 15,3-3-81-15,0 0-73 16,-14-17-106-16,8 1 49 0,3-9-488 0,-5-9-623 16</inkml:trace>
  <inkml:trace contextRef="#ctx0" brushRef="#br0" timeOffset="7166.57">23752 3047 3092 0,'2'-17'-9'0,"-2"3"73"0,0 2 69 15,0 3 35-15,-2 2 24 0,2 7 12 0,0-11-5 16,0 11 0-16,0 0 5 0,0 0-6 15,0 0-11-15,0 0-18 0,8 24-10 16,-3-11-19-16,-1 1-18 0,4 6-21 16,0-1-53-16,-3 2-70 0,8 8-86 0,-1-2-91 15,-1 0-120-15,2 2-155 0,3-6-216 16,-3-4 61-16,1-5 64 0,2-2-307 16,2-3-356-16</inkml:trace>
  <inkml:trace contextRef="#ctx0" brushRef="#br0" timeOffset="7836.88">25414 2222 2690 0,'-4'-12'203'0,"0"3"37"16,2 3 10-16,2 6-3 15,-7-4 11-15,7 4 21 0,-10 19 2 0,-5 13 18 16,-8 14 5-16,2 8-20 0,-1 6-20 15,-2 5-17-15,1 2-24 0,4 0-22 0,0 0-22 16,2-2-14-16,4 0-11 0,1-4-18 16,5-3-13-16,-3-3-15 0,7-15-18 15,-5-2-42-15,5-10-25 0,0-6-37 0,3-5-32 16,-2-4-15-16,0-1-23 0,0-3-14 16,2-1-26-16,0-8-24 0,0 0-27 0,0 0-21 15,0 0-14-15,0 0 7 0,0 0 7 16,-2-39 15-16,-1 17 17 0,-8-10 18 0,0-1 16 15,6 7 23-15,-2 7 38 16,-3 3 29-16,0 2 21 0,1 2 19 0,-2 7 27 16,-1 1 29-16,1 4 35 0,-3 0 24 15,14 0 16-15,-19 4 11 0,19-4 4 0,-15 5 2 16,7-1 1-16,8-4 14 0,0 0 1 16,-2 9 4-16,2-9-9 0,0 0-13 0,36 0-15 15,-11-3-10-15,11-5-14 0,4-1-9 16,3-1-10-16,-4 0-15 0,1 4-9 15,-1-1-2-15,-10 3-7 0,-4 2-10 0,-5 2-2 16,-3 2-6-16,0 4-4 0,-3 0 0 16,1 7-2-16,-5-1 5 0,-5 1 0 15,3 5 1-15,-5 1 5 0,3 4-4 16,-2-4-4-16,2 3-3 0,-2-1 4 0,1-2-8 16,1-2-2-16,-1 3 0 0,4-8-6 15,0 1 7-15,-2-3-4 0,7-4 0 0,-1 2-1 16,0-7-17-16,3 1-4 0,0-5 0 15,6-5 0-15,-1-1 0 0,4-9 0 0,-3-1 0 16,-1-3 0-16,1-3 0 0,-8-3 0 16,-2-3 0-16,-1-1 0 0,-5-1 0 0,-4 6 0 15,-4 2 0-15,-4 3 0 0,-1 4 0 16,-11-6 0-16,4 6 0 0,-6 8 0 16,1 0 0-16,-3 5-25 0,2 3-365 15,6 2-135-15,-8 2-171 0,5 3-210 16,0 0 77-16,1 2 90 0,3-1-649 0,0 6-841 15</inkml:trace>
  <inkml:trace contextRef="#ctx0" brushRef="#br0" timeOffset="8315.81">26873 2905 4044 0,'-2'-17'51'0,"2"7"63"0,0 1 43 15,0 2 35-15,0 7 22 0,0-7 14 16,0 7 33-16,0 0 24 0,0 0 19 15,0 0-2-15,0 37-13 0,0-15-20 0,0 5-28 16,0 9-22-16,0 1-18 16,0 1-23-16,0-8-19 0,2-2-18 0,-4-2-39 0,2 0-45 15,-1-8-53-15,-1 2-79 0,0-3-84 16,0-3-68-16,0-1-70 0,0-3-75 0,1-4-80 16,1 0-88-16,0-6-99 15,0 0-133-15,0 0 59 0,0 0-568 0,-11-32-740 16</inkml:trace>
  <inkml:trace contextRef="#ctx0" brushRef="#br0" timeOffset="8483.09">26961 2592 3361 0,'-2'-10'-35'0,"0"1"66"0,1 3 41 16,1 6 20-16,-4-11 19 0,4 11 4 16,-4-7-11-16,4 7-8 0,0 0-17 15,0 0-9-15,0 0-32 0,0 0-48 0,0 0-50 16,0 0-74-16,0 29-85 15,4-15-126-15,1 1-167 0,1 5-39 0,1-1 55 16,3 1-119-16,2-3-113 0</inkml:trace>
  <inkml:trace contextRef="#ctx0" brushRef="#br0" timeOffset="8920.1">27562 2392 2048 0,'1'-15'245'0,"-1"6"37"0,2 1 31 0,-4 2 17 15,2 6 5-15,0 0 5 16,0 0 12-16,0 0-1 0,-13 23 13 0,1 9-4 16,1 6-19-16,-3 11-15 0,-2 4-18 15,2 3-19-15,-3 2-20 0,4 0-22 0,0-3-26 16,2-1-24-16,0 0-18 0,6-15-18 16,-1 1-14-16,1-6-20 0,3-5-68 15,-5-5-59-15,7-7 0 0,-1-3 0 0,1 0 0 16,-2-4 0-16,2-2 0 0,0-1 0 15,0-7 0-15,0 0 0 0,0 0 0 0,0 0 0 16,0 0 0-16,0 0 0 0,0-41 0 16,-2 19 0-16,-7-9 0 0,1 7 0 0,-4-5 0 15,-3 2 0-15,2 10 0 0,0 2-68 16,-5 6-1-16,1 4 2 0,-4 3 11 16,0 4 2-16,-1 3 3 0,-1 1 4 15,-6 8 6-15,2 4 7 0,6-1 1 0,3 6 5 16,4-4 10-16,4 0 8 0,5 0 2 15,-1 0 0-15,6-2 9 0,4 2-8 0,2-1 3 16,3-1 3-16,3-5-9 0,3 1-15 16,-1-5-38-16,0 0-36 0,6-6-48 15,0 0-55-15,3-4-66 0,4 0-93 0,9-10-99 16,-2-1-121-16,3-3-167 0,-3 2 21 16,-1-6 86-16,-7 2-467 0,0-1-576 0</inkml:trace>
  <inkml:trace contextRef="#ctx0" brushRef="#br0" timeOffset="9648.17">27714 2871 3250 0,'0'0'43'0,"-2"9"52"0,2-9 36 16,2 8 29-16,-2-8 16 0,7 8 1 15,-7-8-1-15,12 4-13 0,-12-4-8 0,15 5-18 16,-6-5-8-16,-9 0-13 16,18 0-9-16,-18 0-8 0,18-3-4 0,-9 1-7 15,-2-4-4-15,2 2-8 0,0-1 3 16,-2-2 1-16,-1 0 6 0,-5 1 2 16,5-3-6-16,-6 0 4 0,2 0 12 0,-4 1-6 15,-2-4-10-15,1 2-4 0,-3 2-9 16,-1 1-7-16,-3 0-5 0,-2 3-7 0,0 3-6 15,-4 1-7-15,-4 3-3 0,-10 8-1 16,-1 2-4-16,6 1 1 0,-2 3-17 0,4 0-2 16,0 2-2-16,1 4-1 0,9-4 4 15,2-2-5-15,8-3-3 0,-2 2 3 16,5 0 1-16,2-1 2 0,2 2 3 16,6-3-4-16,1-2-1 0,3 0 0 15,0 0 4-15,2-5-3 0,1-2 5 0,-2 0 13 16,4-3 5-16,-1-2 5 0,1-2 6 15,-2-1 7-15,0-2 3 0,2-2 5 0,2-4-4 16,-4 3 3-16,-4 1 4 0,0 2 1 16,-3 0 3-16,0 0-6 0,-3 3 0 0,-7 2-13 15,14-3-9-15,-14 3 2 0,0 0-3 16,0 0-4-16,11 8-1 0,-11-8-2 16,0 11-6-16,0-11-1 0,-2 15-4 0,2-5-1 15,-4-1-2-15,3-1-3 0,1 0 0 16,0-8-2-16,-2 9 2 0,2-9-1 15,0 9 2-15,0-9-1 0,0 0 1 16,0 0 1-16,25-5-2 0,-11-2-6 0,4-2 7 16,0-1-5-16,0 3 7 0,-3 0 0 15,-1 2 5-15,-3 0-4 0,3 2-16 0,-3 1 0 16,-11 2 0-16,19 0 0 0,-19 0 0 16,20 7 0-16,-9-2 0 0,-2 2 0 0,-4 1 0 15,7 2 0-15,-4 3 0 0,-3-1 0 16,3 1 0-16,0-3 0 0,-4 2 0 0,-1-5 0 15,1 0 0-15,0 0 0 16,-1 1-161-16,-3-8-110 0,4 8-75 0,0-5-80 16,-4-3-101-16,0 0-134 0,0 0-166 15,17-11 75-15,-9 5-683 0,4-4-886 16</inkml:trace>
  <inkml:trace contextRef="#ctx0" brushRef="#br0" timeOffset="10014.54">28607 2692 4259 0,'-5'-12'111'0,"3"4"49"0,0 2 46 16,2 6 38-16,-5-8 25 0,5 8-21 15,0 0-17-15,0 0 12 0,0 0 13 16,0 0 1-16,-10 31-6 0,9-14-13 16,-4 8-19-16,3-1-21 0,-2 2-21 0,2 8-16 15,1-3-15-15,-1-6-16 0,0 0-14 16,0-2-45-16,0-3-71 0,-1-1 0 0,3-5 0 15,-2-1 0-15,0-3 0 0,2 2 0 16,-2-3 0-16,-1-2 0 0,3-7 0 0,-2 8 0 16,2-8 0-16,0 0 0 0,0 0 0 15,0 0 0-15,0 0 0 0,-13-32 0 0,13 10 0 16,4-12 0-16,5-21 0 0,7-3 0 16,1-3 0-16,2-4 0 0,12-16 0 15,-6 19 0-15,0 6 0 0,-1 3 0 0,-3 10-48 16,-6 14-136-16,0 5-34 15,-3 6-38-15,-1 9-48 0,-3 3-29 0,-1 6-35 16,-7 0-38-16,16 13-35 0,-12-3-63 16,-3 10-126-16,3 3-89 0,-8 14 70 0,-1 6-416 15,-6 12-537-15</inkml:trace>
  <inkml:trace contextRef="#ctx0" brushRef="#br0" timeOffset="11796.76">28278 2621 2652 0,'-4'-8'-193'0,"0"0"21"15,0 5 2-15,4 3 5 16,-5-6 1-16,5 6 1 0,0 0-19 0,-9-2-309 16,9 2 3-16</inkml:trace>
  <inkml:trace contextRef="#ctx0" brushRef="#br0" timeOffset="12250.92">28686 2288 1588 0,'0'-18'149'16,"0"4"13"-16,0 4 10 0,0 1 11 15,-2 2 21-15,2 1 19 0,0 6 20 16,-4-12 1-16,4 12-8 0,0-6-22 0,0 6-24 15,0 0 8-15,0 0 11 16,-12 33 13-16,7 4 12 0,-4 12-4 0,-3 9 3 16,-1 4-11-16,0 5-28 0,-1-1-16 15,1 0-12-15,3-1-16 0,0-2-14 0,-1-1 0 16,1-4-17-16,3-4-11 0,-1-3-15 16,3-10-6-16,-1-7-14 0,5-6-20 15,-2-8-10-15,-1-2-23 0,2-5-25 0,0-1-29 16,0-2-35-16,2 1-30 0,0-4-46 15,0-7-61-15,0 5-66 0,0-5-69 0,0 0-59 16,8-17-74-16,-3 5-73 0,-2-4-103 16,1-5 16-16,1 0-399 0,-3-4-506 0</inkml:trace>
  <inkml:trace contextRef="#ctx0" brushRef="#br0" timeOffset="12552.12">28455 2905 2835 0,'0'0'24'0,"-17"-3"51"0,17 3 43 16,-12-2 53-16,12 2 32 0,0 0 23 0,0 0 3 15,-9-2-7-15,9 2-14 0,0 0-19 16,0 0-23-16,21-13-14 0,-4 8-14 0,6-2-14 16,9-4-14-16,4-2-23 0,1 2-33 15,9-7-26-15,-9 6-32 0,12-5-11 0,-12 3 6 16,3 3-4-16,-3 0 0 0,-6 1 5 16,-9 5-1-16,-5 0-3 0,-1 1 5 15,-5 3 11-15,-11 1 17 0,15 3 16 0,-7 4 18 16,-2 1 10-16,-3 3 7 15,-1 2 1-15,-2 1 1 0,-2 1-7 0,1 2-6 16,-1 3-4-16,-2-3-7 0,0 1-4 16,4-1-3-16,-4 1-8 0,-2-3-25 0,2-1-29 15,1-3-44-15,-1 1-54 0,0 0-72 16,3-3-71-16,-3-1-80 0,-1-2-119 0,1-2-145 16,4-4-61-16,0 0 77 0,0 0-342 15,0 0-411-15</inkml:trace>
  <inkml:trace contextRef="#ctx0" brushRef="#br0" timeOffset="12715.05">29030 2701 2557 0,'9'-20'41'16,"-7"3"59"-16,0 5 42 0,-2 0 60 15,1 3 33-15,-1 3 24 0,0 6 1 0,2-8-16 16,-2 8-25-16,0-10-21 0,0 10-38 16,0 0-53-16,0-9-64 0,0 9-90 15,2-8-92-15,-2 8-88 0,0 0-100 0,0 0-165 16,11 0-125-16,-11 0 66 0,0 0-254 15,23 8-293-15</inkml:trace>
  <inkml:trace contextRef="#ctx0" brushRef="#br0" timeOffset="13030.9">29403 2617 2438 0,'0'0'153'0,"-20"22"31"15,13-15 29-15,-5 3 33 0,-1 4 27 16,-1 1 17-16,-2 9-5 0,-2 0-6 0,1 0-17 15,3 3-23-15,3 1-28 0,0-6-8 16,1-3-20-16,3-1-17 0,1-4-13 16,1 1-10-16,-2-4-7 0,4-1-6 0,-1 0-19 15,0-2 12-15,0-1 3 0,4-7 9 16,-3 12 8-16,3-12-6 0,-4 5-13 0,4-5-13 16,0 0-12-16,0 0-12 15,0 0-15-15,2-26-13 0,3 10-21 0,5-15-2 0,7-10-30 16,5-5-13-16,1-5-20 15,2-4-27-15,4-2-22 0,2 1-23 0,-1-1-37 16,1 11-38-16,-1 3-43 0,-1 7-47 16,-6 7-41-16,0 8-46 0,-5 7-54 15,-2 5-61-15,-3 3-53 0,-7 4-128 0,-6 2-10 16,13 10-428-16,-9-1-556 0</inkml:trace>
  <inkml:trace contextRef="#ctx0" brushRef="#br0" timeOffset="13182.12">29276 2791 3191 0,'-11'9'60'0,"2"-6"42"16,3 1 32-16,0-1 36 16,6-3 11-16,0 0-14 0,0 0-20 0,0 0-18 15,0 0-28-15,0 0-43 0,25-17-59 16,-4 6-68-16,10-2-73 0,5-1-76 0,-2-1-79 16,2-1-78-16,14 1-56 0,0-5-50 15,0 4-344-15,6-1-312 0</inkml:trace>
  <inkml:trace contextRef="#ctx0" brushRef="#br0" timeOffset="13367.02">29941 2556 2169 0,'11'-7'8'0,"-2"2"68"16,-6 2 43-16,-3 3 38 0,8-3 46 0,-8 3 26 16,0 0 29-16,0 0 19 0,-20 33 7 15,2-6-5-15,-1 4-15 0,-7 8-16 16,1 3-14-16,-2 3-31 0,2 1-20 16,2-1-17-16,3-1-29 0,-3-3-26 0,-1 1-39 15,12-11-46-15,-2-4-56 0,1-10-65 16,5 2-71-16,2-4-71 0,-2 1-64 15,7-5-68-15,-1-4-92 0,-2-5-134 0,4-2-4 16,0 0-370-16,0 0-448 0</inkml:trace>
  <inkml:trace contextRef="#ctx0" brushRef="#br0" timeOffset="13513.66">29600 2905 2607 0,'0'-23'22'0,"0"6"69"0,0 3 49 0,0 5 44 16,0-1 38-16,0 3 19 15,0 7 8-15,0 0 17 0,0 0-1 0,0 0-18 16,0 0-25-16,0 0-26 0,22 14-12 15,-15-4-22-15,0 0-57 0,4 2-71 0,-2 1-80 16,0-3-98-16,1 2-116 0,0-1-135 16,-3-5-189-16,2 2-84 0,1 0 75 15,-2-3-341-15,-1-1-415 0</inkml:trace>
  <inkml:trace contextRef="#ctx0" brushRef="#br0" timeOffset="14930.51">19167 3984 3084 0,'-2'-18'228'0,"0"1"103"16,-4 3-62-16,3 3-18 15,-3 0-24-15,2 0-5 0,1 2-5 0,0 3-23 16,-1-1-39-16,4 7-19 0,-5-9-15 15,5 9-11-15,0 0 2 0,-10 20-8 16,3 2 16-16,1 14-3 0,-2 5-7 0,4 14-9 16,-1 0-8-16,1 1-4 0,2 2-18 15,2-9-3-15,0-3-3 0,2 0-5 16,2-3-8-16,-2-4 2 0,1-5-14 0,-3-6 2 16,0-6-11-16,2-5-7 0,-2-5-7 0,0 1-1 15,0-6-31-15,0-7-27 0,-3 6-22 16,3-6-18-16,0 0-15 0,0 0-14 15,-27-27-8-15,16 10-2 0,-9-11 5 16,6 1 0-16,-8-4-3 0,7-1 6 16,-4 2 6-16,2 1 13 0,2 2 9 0,-1 0 8 15,7 8 8-15,2 3 13 0,-2 3 4 16,5 2 1-16,3-2 3 0,1 4 2 0,1 0 5 16,7 0 7-16,4-1 0 0,4 0 4 15,18-4 7-15,4 0-5 0,17-5-6 0,1 4-6 16,5-2-8-16,0-1 0 15,-2 0 0-15,2-1 3 0,-11 1 2 0,-14 1 8 16,-3 3 3-16,-5-1 7 0,-6-3 24 16,-5 7 25-16,-6-2 17 0,-3 1 9 15,-5 3 8-15,3 1 3 0,-3-1 1 0,-6 2 1 16,-1 1 4-16,0-1 1 0,1 1-4 16,-3 1-6-16,1 2-3 0,5 3-4 0,-14 0-2 15,14 0-2-15,-17 7-2 0,5 3-1 16,5 0 3-16,-1 9 4 0,-1 0-1 0,3 1-3 15,-2 13-4-15,6-5-5 0,1-2-4 16,-1 9 0-16,4-4-3 0,-1-5-3 16,1-2-1-16,0-2-1 0,4 0-7 0,-4-6 3 15,-1-3-3-15,4-1-3 16,-1-2 4-16,-1-6 4 0,5 0 5 0,-8-4 10 0,16 2 12 16,-16-2 7-16,16-2 3 15,-16 2 0-15,18-4-5 0,-18 4-11 0,13-2-5 16,-13 2-5-16,15 2 5 0,-7 2-6 15,-1 1 0-15,0 1-7 0,4 6-2 0,-4 0 1 16,0-1-5-16,1 3 0 0,-2-1-10 16,0 1-24-16,-1 0-26 0,-1 1-40 15,2-3-48-15,-5-1-48 0,4 1-57 0,-1-4-66 16,0 3-55-16,-3-7-80 0,1 2-93 16,-2-6-162-16,4 5 42 0,-4-5-419 0,0 0-536 15</inkml:trace>
  <inkml:trace contextRef="#ctx0" brushRef="#br0" timeOffset="15314.17">19859 4247 2694 0,'10'0'-38'0,"-10"0"49"0,0 0 35 16,0 0 29-16,0 0 41 0,0 0 24 0,0 0 18 16,0 0 7-16,16 8 3 0,-10-8 4 15,-6 0-12-15,14 6-10 0,-9-4-13 0,4-2-9 16,2 1-12-16,-11-1-15 0,18 0-4 15,-18 0-14-15,21-3-5 0,-10-1-6 16,2 2-8-16,-4-3-8 0,0-2-8 0,-2 0-4 16,2-1-5-16,-6-2-3 0,1-1 1 15,-2-1-1-15,-4 2-3 0,0-2-2 16,-1 3 0-16,-3 1-10 0,-2 3-1 16,-2 2-2-16,10 3-2 0,-28 3-2 0,6 2 2 15,2 3 2-15,-7 6 7 0,1 3 8 16,3 1 3-16,6-3 4 0,1 0 5 0,7 1 5 15,2-3 5-15,2 1 3 0,3 0 4 16,4-1-4-16,3 2-1 0,0-1-6 0,6-1-2 16,5-1-6-16,1-2-5 0,4-1-18 15,7 1-39-15,1-3-51 0,-2-2-63 16,0-1-86-16,-2-4-98 0,2-2-112 16,4 0-114-16,8-3-150 0,-5 0 61 0,2-2-413 15,-4-1-518-15</inkml:trace>
  <inkml:trace contextRef="#ctx0" brushRef="#br0" timeOffset="15898.09">20791 4106 3036 0,'0'0'104'16,"0"0"41"-16,-10-6 6 0,10 6-9 0,0 0 8 15,0 0 27-15,0 0 20 0,-15 22 1 16,13-10-5-16,2 2-7 0,0 0-9 0,0 4-14 15,0 1-12-15,2 0-11 0,0-1-12 16,-1 3-10-16,3-2-15 0,0-2-10 16,-1 1-7-16,-2-4-11 0,1-3-3 15,0 1-6-15,-2 0-2 0,2-4-4 0,-2 1 14 16,0-9 17-16,2 11-4 0,-2-11-14 16,0 0-2-16,0 0-9 0,0 0 7 15,0 0-18-15,0 0-5 0,-4-26-6 0,4 12-4 16,4-4-11-16,0 1 4 0,-1 3-12 15,3-1 4-15,-3 1-6 0,4 3-5 0,-2 1 3 16,-1 2-8-16,4 2-1 16,-1 2-9-16,-7 4 12 0,14-2 3 0,-14 2-5 15,16 6-1-15,-4 1 0 0,1 1 2 16,-1 3 0-16,-1 0-5 0,2 1 7 0,-1 0-6 16,-2 1-8-16,-3-1 12 0,1-3-6 15,-2 3 0-15,-1-4 1 0,-1 1 0 0,2-3 3 16,-3 0 2-16,-3-6 6 0,7 8 0 15,-7-8-4-15,0 0 0 0,0 0 2 0,0 0-3 16,18-20 0-16,-7 6-4 0,1-10-8 16,3-1 4-16,1 7 4 0,0-5-9 15,-3 6-2-15,-2 5-3 0,-3 2 5 16,-1 3 3-16,1 0-3 0,-1 5-2 16,-7 2 12-16,14 0-6 0,-14 0 8 0,15 7-4 15,-7 0 0-15,-1 3 2 0,1 1 5 16,-3 1-2-16,3-2-1 0,-2 4-3 0,2-1-5 15,-5-1-5-15,3-1-37 0,-2 1-34 16,-3-1-32-16,1-2-50 0,5 2-52 0,-5-4-67 16,-1 0-81-16,-1 0-80 0,0-7-97 15,4 6-155-15,-4-6 9 0,0 0 80 0,6 2-392 16,-6-2-470-16</inkml:trace>
  <inkml:trace contextRef="#ctx0" brushRef="#br0" timeOffset="16115.29">21354 4206 2674 0,'0'-14'55'15,"0"2"87"-15,-3 3 59 0,3 2 31 0,0 7 21 16,-2-10 11-16,2 10 0 0,-2-6-9 16,2 6-22-16,0 0 1 0,0 0 21 0,0 0-24 15,0 0-10-15,4 22-15 0,-3-9-13 16,1 3-26-16,3 5 4 0,-3 1-33 0,0-1-10 16,1 2-17-16,-1-2-31 0,0-3-46 15,0 2-45-15,1-3-52 0,-3 0-56 16,0-1-60-16,2-5-43 0,-2 0-73 0,2-3-66 15,-2-1-80-15,0-7-97 16,0 0-153-16,2 5 51 0,-2-5-442 0,0 0-554 16</inkml:trace>
  <inkml:trace contextRef="#ctx0" brushRef="#br0" timeOffset="16281.93">21400 4068 2822 0,'-1'-13'16'0,"-3"3"74"0,0-3 59 0,1 6 36 16,3-1 17-16,-5 4 13 0,3-4-7 15,2 8-18-15,-4-9-20 0,4 9-21 0,-2-6-42 16,2 6-52-16,0 0-60 0,-1-6-74 16,1 6-78-16,0 0-80 0,0 0-109 15,0 0-158-15,0 0-77 0,5 29 58 16,-1-19-200-16,1-1-216 0</inkml:trace>
  <inkml:trace contextRef="#ctx0" brushRef="#br0" timeOffset="16682.2">21521 4117 2170 0,'0'0'130'0,"0"0"39"16,0 0 23-16,5-11 17 0,-5 11 19 0,0 0 3 16,0 0-13-16,0 0-20 0,0 0-20 15,0 0-10-15,0 0 1 0,0 0 4 0,0 0-5 16,0 19-3-16,2-10-6 16,-2 0-4-16,0 4-6 0,0 1-14 0,2-2-8 15,-2 3-12-15,0-1-13 0,0 0-7 0,0-3-12 16,0 0-4-16,0-1-8 15,0-1-4-15,0-1-10 0,0 0 0 0,0-8 0 16,0 11-7-16,0-11 24 0,0 8-4 16,0-8-9-16,0 0 1 0,0 0-13 0,0 0-6 15,0 0 0-15,12-34-15 0,-7 16 0 16,6-2 3-16,3-7-7 0,3 3-11 0,0 2 10 16,-4 7-12-16,3 3 1 0,-5 3-5 15,3 1-4-15,1 2 6 0,-4 6-3 16,3 0 3-16,-1 6-12 0,-1 0-4 0,-1 5 2 15,0 3 1-15,1 1 9 16,-5 4-4-16,1-4-2 0,-3 6 1 0,4-1 0 16,-6 0 0-16,3-2-20 0,-3-3-7 15,3 2-34-15,-2-1-49 0,-2-1-41 0,2-3-53 16,-2-1-66-16,2-1-73 0,-2-2-60 16,-1-2-91-16,1-3-127 0,-2-3-56 0,0 0 73 15,20-1-393-15,-20 1-473 0</inkml:trace>
  <inkml:trace contextRef="#ctx0" brushRef="#br0" timeOffset="16915.43">21983 4077 2668 0,'0'-10'55'0,"-1"3"72"15,-1 1 47-15,2 6 28 0,0 0 14 16,-6-9 3-16,6 9-4 0,0 0-6 0,0 0 17 16,0 0 11-16,0 0-12 15,0 0-9-15,2 26-17 0,0-12-14 0,0 6-19 16,0 0-13-16,-2 4-16 0,0 0-8 15,0 2-15-15,0-5-32 0,0 2-25 0,0-2-57 16,0-1-57-16,-2-3-60 0,4 1-76 16,-2-3-78-16,0-3-61 0,-2-1-79 15,2-1-99-15,0-6-148 0,0-4 40 0,0 0-417 16,0 0-510-16</inkml:trace>
  <inkml:trace contextRef="#ctx0" brushRef="#br0" timeOffset="17046.46">22008 3924 2612 0,'0'-10'-83'0,"0"2"44"0,0 2 17 0,0 6 2 15,-2-8 2-15,2 8-14 0,0 0-43 16,0-7-50-16,0 7-71 0,0 0-120 0,0 0-258 16,0 0-74-16</inkml:trace>
  <inkml:trace contextRef="#ctx0" brushRef="#br0" timeOffset="17631.36">22358 4130 1789 0,'-9'7'160'16,"9"-7"39"-16,-9 6 23 0,3-1 13 16,6-5 10-16,-10 8-2 0,10-8-4 0,-5 7-10 15,1 0-8-15,4-7-16 0,-4 12-14 16,2-5-17-16,2-1-9 0,0-6-13 0,-1 16-11 15,1-9-7-15,0-7-8 0,0 13-6 16,-2-6-7-16,2-7-1 0,-2 11 2 16,2-11 4-16,0 6 2 0,0-6 0 0,0 0-9 15,-6 9-5-15,6-9 0 16,0 0-2-16,0 0 3 0,0 0-32 0,0 0-11 0,-10-22-2 16,10 11-10-16,2 0 0 15,0-2-11-15,3 1-3 0,-4 2-8 0,3-2 5 16,2 3-16-16,-5 1 4 0,5 3-4 15,0 0-7-15,-6 5 16 0,12-4-19 0,-12 4 2 16,0 0 1-16,22 9 0 0,-16-2-3 16,3 1-1-16,3 3 2 0,-4 1-5 0,-1-1 6 15,2 2-6-15,-3 0 0 16,2 2 0-16,-4-1-1 0,0-3-9 0,-2 1-5 16,-1 0 2-16,1-3 12 0,-2-1-17 0,4-2 7 15,-4-6 1-15,2 12 3 0,-2-12 4 16,0 0-9-16,0 0 3 0,0 0-12 0,23-16 11 15,-12 0-4-15,7-6 2 16,-4-2 12-16,8 2-10 0,-3 1-2 0,-2 6 11 16,-4 3-3-16,0-1 7 0,-1 5 0 15,-2 3-1-15,-1 0 5 0,0 1 1 0,-9 4 6 16,18 1-2-16,-18-1 6 0,15 11-3 16,-7-3-7-16,-1 1 8 0,1 3-4 0,-5 0-6 15,4 2-4-15,-4-3-16 0,3 0-25 16,-4 1-24-16,1 0-34 0,-1 3-38 0,0-5-57 15,2 0-64-15,1 0-77 16,-4-1-74-16,-1-2-85 0,4-2-116 0,-2-1-105 16,-2-4 64-16,5 7-460 0,-5-7-575 15</inkml:trace>
  <inkml:trace contextRef="#ctx0" brushRef="#br0" timeOffset="17929.9">22858 4125 2831 0,'-2'-5'-36'0,"2"5"59"15,0 0 35-15,0 0 20 0,0 0 51 16,0 0 30-16,0 0 15 0,0 0 10 0,0 0-1 16,-7 21-8-16,5-11-12 0,2 2-13 15,4-2-10-15,-2 2-13 0,0 2-6 0,1 0-8 16,3-3-8-16,-3-2-10 16,4 0-7-16,-1-1-6 0,1-1-7 0,0 0-8 15,3-4-6-15,0 2-9 0,-10-5-4 16,18 0-3-16,-18 0-11 0,21-2-8 0,-9-2-3 15,0 1-4-15,-3-3-2 0,1 2-2 16,-3-4-6-16,1-1-10 0,-3 2-8 0,3-2-15 16,-6-4-9-16,4-2-18 0,-2 0-24 15,-3-2-39-15,1-1-58 0,0 1-65 16,-2 0-72-16,-2 0-105 0,2 3-132 0,-3 4-75 16,-1 0 70-16,0 5-291 15,4 5-328-15</inkml:trace>
  <inkml:trace contextRef="#ctx0" brushRef="#br0" timeOffset="18563.49">23289 4084 2325 0,'0'0'136'16,"0"0"63"-16,0 0 29 0,0 0 7 0,0 0 4 15,0 0 22-15,0 0 4 0,-27 16-1 16,21-11-12-16,6-5-17 0,-9 13-20 0,7-4-22 15,-1 1-11-15,-1-1-22 16,1 1-14-16,1 0-14 0,0 2-12 0,1-1 5 0,-1-1-27 16,-2-3-12-16,0 1-10 15,4 2-1-15,-3-5-8 0,3-5-7 0,-2 14 4 16,-2-8-5-16,4-6 12 0,-2 6 12 16,2-6 3-16,0 0-13 0,0 0-12 0,0 0-6 15,0 0-2-15,10-34-9 0,-3 20-2 16,0-2-3-16,2 2-6 0,0-1 7 15,-4 4-4-15,1 3 4 0,-1 0-8 0,0 5 2 16,-5 3 5-16,13 0 10 0,-13 0 7 16,11 9-7-16,-3-1-4 0,-2 3-5 0,1-1-5 15,-3 2 7-15,2 1-16 16,-2-1 3-16,2-1-6 0,-2-1 0 0,-3 0 0 16,3-3 1-16,0 3 0 0,-2-6-3 0,-2-4 13 15,3 11 16-15,-3-11 2 0,7 2-5 16,-7-2-9-16,0 0-2 0,0 0-5 15,18-15 2-15,-8 7-30 0,0-3-3 0,-1 1 0 16,-2 0 0-16,3 3 0 0,-2-2 0 16,-1 2 0-16,1 3 0 0,0-2 0 0,-8 6 0 15,17 0 0-15,-17 0 0 16,19 7 0-16,-8 0 0 0,1 1 0 0,-1-1 0 16,0 3 0-16,3-3 0 0,-1 3 0 15,1-4 0-15,-1 2 0 0,3-4 0 0,-4 0 0 16,2-3 0-16,-1 1 0 0,3-2 0 0,-16 0 0 15,28-5 0-15,-13-1 0 16,-2 1 0-16,3 0 0 0,-5-2 0 0,3-2 0 16,-5 0 0-16,0-4 0 0,3 1 0 15,-4 0 0-15,-3 2 0 0,1 0 0 0,-2 0 0 16,-2-2 0-16,2 0-266 0,0 0-528 16,-2 1-168-16,-1-2 91 0,-1 3-931 0,2-2-1230 15</inkml:trace>
  <inkml:trace contextRef="#ctx0" brushRef="#br0" timeOffset="19346.21">24714 4247 4631 0,'0'0'-108'0,"-2"-6"87"0,2 6 55 0,-3-6 27 15,3 6 19-15,0 0 30 16,0 0 38-16,0 0 25 0,0 0 6 0,0 0-13 0,0 0-12 15,0 0-11-15,5 29-11 16,-5-21-10-16,4 0-16 0,-4 0-8 0,0 0-14 16,0 1-3-16,0-9-7 0,0 14-8 15,0-8 0-15,0-6-6 0,2 11-9 0,-2-11 8 16,0 0-4-16,0 0-8 0,0 0-8 16,0 0-8-16,16-31 3 0,-5 4-5 15,2-2-1-15,0-4-3 0,7 4-3 0,-4 0 13 16,2 5 8-16,-3 0-3 0,0 8 0 15,-3 5-3-15,0 5-6 0,-1 0 12 0,-2 6 5 16,-9 0 5-16,23 12-16 0,-9-7-9 16,-3 7 2-16,0 5-7 0,1-2 4 0,-1 2-2 15,-2 2-6-15,2 0 1 16,-4 1-1-16,0-2-8 0,-1-2-34 0,-3-2-32 16,4-3-37-16,-3-1-36 0,-1-2-59 15,3 1-50-15,-4-3-74 0,1 0-77 0,-3-6-83 16,6 4-88-16,-6-4-127 0,0 0-25 15,0 0 74-15,25-13-446 0,-15 3-553 16</inkml:trace>
  <inkml:trace contextRef="#ctx0" brushRef="#br0" timeOffset="19662.77">25269 4065 2918 0,'0'0'11'16,"0"0"58"-16,0 0 53 0,0 0 41 0,-15 19 37 15,9-9 23-15,4-1 11 16,-1 2-3-16,0 2-14 0,1-1-16 0,2 0-13 15,5 0-17-15,-2-2-16 0,3 0-12 16,-1-1-11-16,3-2-17 0,2 0-14 16,1-2-13-16,2-3-20 0,1-1-7 0,1-2-10 15,4-3-6-15,2-3-3 0,10-3 3 16,-3-2 8-16,-4-4 24 0,0 5 30 0,-11 0 32 16,0-2 11-16,-2 1 3 0,-4-2-10 15,-2-1-6-15,-3-2-8 0,0 5-14 0,-4-1-12 16,0 1-11-16,-3 1-15 0,-3 1-7 15,-3 2-8-15,-2 2-11 0,-1 2-25 16,-5 2-31-16,-2 4-48 0,-6-1-42 16,2 4-39-16,-7 7-49 0,0 0-66 0,-1 2-78 15,5 4-91-15,-1-4-118 0,4 3-169 16,8-5-50-16,7 0 81 0,5-6-531 16,5 0-670-16</inkml:trace>
  <inkml:trace contextRef="#ctx0" brushRef="#br0" timeOffset="19863.23">25815 4074 3225 0,'0'0'121'0,"0"0"90"0,0 0 67 15,0 0 42-15,-9-14 46 0,9 14 16 16,0 0-1-16,0 0-15 0,-5-6-33 16,5 6-31-16,0 0-33 0,0 0-26 0,0 0-29 15,0 0-37-15,0 0-49 0,0 0-63 16,-2-9-81-16,2 9-89 0,0 0-81 15,0 0-87-15,0 0-102 0,0 0-115 0,0 0-139 16,0 0-159-16,0 0 82 0,0 0-591 16,29 12-755-16</inkml:trace>
  <inkml:trace contextRef="#ctx0" brushRef="#br0" timeOffset="20245.59">26603 4019 3828 0,'0'0'83'0,"-38"2"45"0,38-2 35 15,-23 9 30-15,12-5 28 0,-1 4 2 0,0 0 1 16,1 1-38-16,4 0-12 0,-3 2-7 16,4 1-24-16,3-3-16 0,1 1-5 15,2 0-12-15,2-1-8 0,1-1-10 0,5-2-13 16,0 0-1-16,1-1-9 15,4-1-6-15,3-4-15 0,-1 0 7 0,2-2 9 0,3-3-21 16,0-3 12-16,-1 2-23 16,1-4-2-16,-6 0-1 0,4-1 15 0,-5-1 15 15,-6 2 6-15,2 0 2 0,-6-2-3 16,1 0-8-16,-2 0-7 0,-4-1-8 0,-2 1-6 16,1-1-3-16,-2 3-9 0,-2 1-26 15,-1 0-23-15,1 4-38 0,-3-2-30 0,0 2-40 16,1 3-53-16,1-1-59 0,8 3-92 15,-13 0-93-15,13 0-109 0,0 0-148 0,-11 5-44 16,11-5 84-16,0 0-486 0,0 0-603 16</inkml:trace>
  <inkml:trace contextRef="#ctx0" brushRef="#br0" timeOffset="20546.88">26980 3918 3057 0,'12'-2'39'0,"-5"2"86"0,-7 0 64 0,0 0 52 15,14-3 29-15,-14 3 37 16,0 0 54-16,0 0 28 0,9 12 7 0,-9-6-6 15,2 4-5-15,-2-1-15 0,0 3-16 16,-2 0-23-16,-2 6-27 0,2-3-30 16,-1 1-25-16,-3 0-89 0,4 0-160 0,-1 0 0 15,-2-6 0-15,1 0 0 0,3-1 0 16,-1 1 0-16,2-3 0 0,0-7 0 0,0 0 0 16,0 0 0-16,0 0 0 0,0 0 0 15,0 0 0-15,0 0 0 0,0-28 0 0,3 10 0 16,3-5 0-16,2-12 0 15,7-12 0-15,3 1 0 0,2-3 0 0,1 3 0 16,0 0 0-16,4 1 0 0,-3 6 0 16,-2 11 0-16,-2 3 0 0,-6 7-280 0,-1 6-86 15,2 1-49-15,-4 5-41 0,-4 3-41 16,4-1-43-16,-9 4-57 0,0 0-91 0,18 9-11 16,-16-2-544-16,-2 3-703 0</inkml:trace>
  <inkml:trace contextRef="#ctx0" brushRef="#br0" timeOffset="20717.18">27054 3892 3211 0,'-25'15'11'16,"5"-1"73"-16,4-4 54 0,3-3 36 0,1 0 38 0,1 1 38 16,6-4 32-16,-3-1 38 15,8-3-9-15,-12 10-14 0,12-6-21 0,0-4-23 16,0 0-31-16,0 0-23 0,12 10-39 16,-12-10-69-16,21-3-86 0,-21 3-88 0,28-5-92 15,-8 1-105-15,3-2-113 0,-1-1-140 16,-3 1-178-16,6-4 20 0,-6 2 80 15,0-1-416-15,1-1-501 0</inkml:trace>
  <inkml:trace contextRef="#ctx0" brushRef="#br0" timeOffset="21213.9">28164 3796 2654 0,'-10'-5'-6'16,"10"5"54"-16,0 0 38 0,0 0 37 0,-28 9 44 15,12 4 35-15,3-1 31 16,0 5 25-16,-4 5 19 0,-1 3 12 0,5-1-5 16,5-2-7-16,1-4-23 0,3 3-19 15,0-3-28-15,4-1-19 0,4-1-14 16,0 1-22-16,-1 0-13 0,8-5-26 0,-4 1-56 16,2-1-55-16,2-3-66 0,-1-1-65 15,2-1-82-15,1-3-93 0,-2-1-82 0,2-3-108 16,3-2-138-16,1-1-46 0,4-2 75 15,2-2-388-15,8-5-466 0</inkml:trace>
  <inkml:trace contextRef="#ctx0" brushRef="#br0" timeOffset="21520.22">28503 3900 2825 0,'-9'-8'88'0,"9"8"43"16,-14-1 40-16,14 1 38 0,0 0 24 0,-31 6 19 15,20 1 9-15,-3 2-1 0,1 2-3 16,2 0-16-16,-1 3-15 0,1 1-12 0,4-3-17 15,0 2-22-15,4-1-16 0,1 1-4 16,4-1-40-16,1-4-9 0,6 4-4 16,0-6-18-16,2 1-9 0,5-4-28 0,-3-4-11 15,2 0-15-15,2 0-7 0,2-4-1 16,-1 0 3-16,-3-2-2 0,-2 1-2 0,1-5-3 16,-5 2 2-16,-2 2 2 0,2-5-3 15,-6 3-1-15,-1-2-5 0,0-2 0 16,-2 3 3-16,-2 1-18 0,-2-2-19 15,1 5-15-15,-6-1-29 0,4 2-23 0,5 4-36 16,-15-4-35-16,5 4-53 0,10 0-60 16,-19 4-61-16,7 0-77 0,3 2-98 0,0-2-172 15,2 1 61-15,-4 1-434 0,8-5-533 16</inkml:trace>
  <inkml:trace contextRef="#ctx0" brushRef="#br0" timeOffset="21763.82">28770 3643 3051 0,'2'-15'78'16,"-2"3"59"-16,0 2 44 0,0 1 33 15,2 1 16-15,-2 8 10 0,0 0-12 16,0-7 2-16,0 7 18 0,0 0 8 0,0 0 4 16,-6 32-14-16,2-9-18 0,3 0-25 15,-6 12-13-15,0 2-21 0,-1 2-14 0,5 0-17 16,-4-3-15-16,2 2-28 0,-1-4-49 15,2 1-68-15,-1-8-70 0,3-4-78 0,-2 2-85 16,2-1-111-16,2-1-84 0,-4 0-114 16,2-4-182-16,0-1 64 0,4 0-542 15,3-3-687-15</inkml:trace>
  <inkml:trace contextRef="#ctx0" brushRef="#br0" timeOffset="22079.95">29016 3962 3225 0,'0'-7'29'15,"-2"-3"66"-15,-4 2 54 0,6 8 43 16,-6-9 45-16,6 9 28 0,-8-3 21 0,8 3 11 16,0 0-3-16,0 0-8 0,0 0-15 15,0 0-19-15,-23 13-18 0,21-6-23 16,2 1-20-16,-1-1-16 0,1-7-17 16,1 16-15-16,1-5-13 0,3-5-13 15,-1 2-12-15,1 1-11 0,1-3-16 0,1-3-19 0,-1 3-22 16,-6-6-20-16,17 5-21 15,-8-5-22-15,-9 0-16 0,0 0-3 0,25-5-10 16,-17 1 0-16,0-4-2 0,-2 2-8 16,-3-2-1-16,-3-1 3 0,0-1-2 0,0 0-5 15,-3-3-6-15,-3 1-7 0,0 0-15 16,-4 0-10-16,5 4-27 0,-4 2-36 16,-2 1-48-16,0 2-52 0,-2 1-50 0,13 2-49 15,-23 2-83-15,9 3-103 0,3-2-100 16,2 3 52-16,1-3-380 0,0 2-461 0</inkml:trace>
  <inkml:trace contextRef="#ctx0" brushRef="#br0" timeOffset="22678.43">29286 3938 2410 0,'-12'11'-142'0,"10"-7"53"16,2-4 41-16,-1 11 38 0,-1-3 31 0,0 0 34 15,2-8 25-15,-2 15 26 0,2-7 24 16,2 2 19-16,-2-10 11 0,0 15 24 15,2-9 12-15,0-1 13 0,-2-5 12 0,8 11 5 16,-4-7 1-16,-4-4-9 0,11 3-7 16,-11-3-13-16,0 0-13 0,25-3-14 0,-25 3-12 15,16-9-18-15,-5 3 1 0,-4-1-7 16,-2 0-9-16,5-5-8 0,-4-1-4 16,0-3-15-16,-3-1 1 0,-1-1-10 15,0-5-8-15,-2-3-11 0,0 3-6 0,0 2-7 16,-4 0 1-16,3 6-8 0,-1 0-7 15,-2 2-13-15,-2 4-5 0,2 1-2 16,-4 4-3-16,8 4-1 0,-14 0-8 0,14 0-1 16,-18 8-3-16,11-3-3 0,-1 0 1 15,4 0-1-15,4-5-1 0,-6 11 0 0,6-11-3 16,0 0 5-16,10 8 0 0,-10-8-6 16,22 0 1-16,0-1-12 0,3-5 4 0,0 2-2 15,1 2 1-15,-2 2 1 0,0 0 0 16,-3 0-2-16,-3 0 3 0,2 5 6 15,-5 0 7-15,0 2 13 0,-4 1 2 0,-1 2-3 16,0 3 0-16,-3-1 1 0,0 3 3 16,-6 1-6-16,3-1-30 0,-4-3-27 15,0 1-42-15,0 1-57 0,2-2-78 16,-2-2-97-16,0 3-101 0,2-3-131 0,0 1-151 16,1-3-11-16,3-4 73 0,3 2-450 15,3-2-556-15</inkml:trace>
  <inkml:trace contextRef="#ctx0" brushRef="#br0" timeOffset="23032.17">30178 3641 2926 0,'-2'-17'11'0,"-2"6"43"0,-1 0 38 16,1 2 30-16,-2 3 22 16,0 3 4-16,6 3-6 0,-17-6-11 0,17 6-8 15,-19 7-10-15,6 0 2 0,-4 5-8 16,-7 5 3-16,4 4-7 0,1-1-6 15,-1 2-8-15,6 3-4 0,0-7-4 0,6-3 3 16,5 2 9-16,1-5 8 0,4 0 12 16,5-1 14-16,1 1 1 0,9 0 0 0,-1 0 23 15,-2 0 13-15,4 2 20 0,-3-2 29 16,-3-2 34-16,-3 1 36 0,-2-1 30 16,-1-2-1-16,-2 1 8 0,-4 0 0 15,-2-1-203-15,-2 2-117 0,-1 2 0 16,-5-3 0-16,-2 3 0 0,-1-4 0 0,2 1 0 15,-3-1 0-15,3 1 0 0,-4-3 0 16,0-1 0-16,-1-1 0 0,1-4 0 0,2 3 0 16,-2-3 0-16,-1-3 0 0,-1 3-69 15,0 0-614-15,-2-4-171 0,2-1-62 0,-1-1 99 16,0 1-833-16,-3-4-1088 0</inkml:trace>
  <inkml:trace contextRef="#ctx0" brushRef="#br0" timeOffset="24148.02">19620 5331 4609 0,'-5'3'-190'0,"-5"0"50"0,5 3 47 15,-4-1 30-15,2 1 21 0,2 0 42 16,-1 0 28-16,2 0 23 0,1 0 19 0,3-6 12 16,0 9 12-16,0-4 17 0,0-5 9 15,7 9 6-15,-1-6 3 0,-6-3 2 16,11 5 1-16,-11-5 2 0,15-5-8 0,-4 0-3 15,2-2-7-15,-2 0-3 0,-6 0-3 16,4-5-6-16,0 0-9 0,-6 1-9 0,-1-3-9 16,-2 0-13-16,-2-3-3 0,2 0-2 15,-3 0-15-15,-8-2-1 0,-1-5-14 16,1 3 5-16,-3 5-2 0,1 5-5 0,1 3-10 16,-3 0 7-16,-1 4-6 0,3 4-7 15,2-3-1-15,-1 6 0 0,12-3-4 0,-18 2 0 16,9 0-6-16,9-2 1 15,-9 2 0-15,9-2 4 0,0 0-1 0,0 0-1 16,0 0 6-16,0 0-5 0,0 0 2 16,48-16-5-16,-14 7 6 0,-3-1-7 0,5-3-1 15,0 9-4-15,-7 1 9 0,-5 6-6 16,0-1 6-16,-2 5-3 0,-3 1 3 0,1 2-2 16,-6 1 1-16,-1 3 5 0,1 0-3 15,-5-1-2-15,3 3 1 0,-2-1 4 0,-3-3-4 16,0 1-4-16,2-1 3 0,-4-4 1 15,3 3-22-15,-5-5-31 0,3 1-35 0,0 0-46 16,-4 0-62-16,4-2-80 0,-3 0-87 16,-3-5-120-16,0 0-135 0,11 0-106 15,-11 0 81-15,0 0-473 0,20-14-580 16</inkml:trace>
  <inkml:trace contextRef="#ctx0" brushRef="#br0" timeOffset="25012.2">20283 5112 3091 0,'11'0'16'0,"-11"0"47"0,0 0 30 16,0 0 26-16,0 0 18 0,0 0 21 0,0 0 11 16,0 0-1-16,0 0-5 0,0 0-15 15,0 0 0-15,0 0 2 0,0 0 0 16,0 0-4-16,-3 13-11 0,3-13-15 16,0 0-6-16,25-1-10 0,-25 1-12 15,23-8-9-15,-10 6-6 0,1-3-12 0,-3 3-5 16,1-6-4-16,-3 1-16 0,-2 0-7 15,-1 0-8-15,-1-1-6 0,-4 1-5 0,-1 0-2 16,0 7-5-16,-10-8-4 0,5 4 1 16,5 4-1-16,-23 5 1 0,2 4 0 0,-7 7 0 15,-3 1-3-15,4 1 5 0,1 3-3 16,2 2 1-16,6-3 0 0,2-3-4 0,7-1 2 16,4-3 3-16,-2 1-1 0,5-2 2 15,2-3-1-15,7 1 5 0,-2-1-5 16,8-1 1-16,3-1-3 0,0-4-23 15,8-1-34-15,2-2-46 0,1 0-50 0,9-4-59 16,0-1-50-16,-3 2-41 0,-8-2-30 16,-1 0-25-16,0-2-9 0,-2-3 3 15,5-2 29-15,-10-1 34 0,0 1 43 0,-3-3 67 16,-3-1 63-16,1 1 62 0,-5 1 56 16,0 0 59-16,-3 5 45 0,0 0 43 0,-2 0 38 15,0 2 17-15,-2 7 8 0,1-10 7 16,-1 10-6-16,2-7-3 0,-2 7-2 0,0 0-2 15,0 0-5-15,0 0-9 16,0 0-16-16,0 0-19 0,0 0-7 0,0 0-15 16,0 0-14-16,-11 24-6 0,11-24-7 0,6 12-9 15,-3-6-4-15,-3-6-9 16,12 8-5-16,-4-3-9 0,-3 1-9 0,4-4-11 16,-9-2 3-16,14 6-4 0,-14-6-16 15,11 4-8-15,-11-4-14 0,0 0-18 0,0 0-18 16,14-10-11-16,-14 10-20 0,0-10-12 15,0 10-16-15,-7-15-18 0,0 6-3 0,4 0-11 16,-3 1-16-16,3-1-1 0,-5 1-9 16,5 1 2-16,-2-1 1 0,1 2 11 0,0 0 13 15,4 6 7-15,0-12 14 0,0 6 10 16,0 6 14-16,6-10 25 0,1 5 14 16,-4 2 23-16,-3 3 18 0,0 0 27 15,0 0 26-15,22 8 23 0,-13 4 17 0,-4 10 22 16,3 7 15-16,-5 8 13 0,3 6 7 15,-3 1 9-15,-2 15-13 0,-2 9 9 16,1-3-14-16,-5 1 0 0,3 0-6 0,-2-1-9 16,3-1-8-16,-3-4-20 0,-2-4 11 15,1 1-8-15,-2-4-2 0,4-14-14 0,-3-1-11 16,2-4-7-16,1-7-9 0,-1-7-2 16,2-3-7-16,0-1-1 0,2-6-5 15,0 0-10-15,-1-1-12 0,1-2-27 16,-2-3-36-16,2-4-46 0,0 0-47 0,0 0-50 15,0 0-53-15,0 0-64 0,3-33-51 16,1 16-53-16,2-20-65 0,1-1-71 0,5-10-121 16,-3-5 64-16,4 4-385 0,-1-6-458 15</inkml:trace>
  <inkml:trace contextRef="#ctx0" brushRef="#br0" timeOffset="25296.32">20866 5329 2701 0,'-1'-17'-2'0,"-1"3"47"0,-4 0 34 16,3 6 35-16,-1-1 30 0,0 4 12 15,4 5 5-15,-8-8 12 0,8 8 16 0,0 0-4 16,-17 12 8-16,12-4 1 16,-1 4 6-16,1 2 3 0,2 1-6 0,-1 1 0 15,2-2-16-15,0-1-11 0,4 1-6 16,0 3-13-16,2-3-2 0,-1-1-1 0,6 1 5 16,-6-3-7-16,7-3-12 0,1-4-14 15,3 4-14-15,0-6-5 0,0-2-18 0,5-4-3 16,0-2-9-16,2-1-6 0,-2-3-18 15,4-8-17-15,-4 7-8 0,-8-5-30 16,2-1-23-16,-6-3-24 0,-2 2-24 0,-1-3-34 16,0 1-27-16,-4 6-37 0,0 0-46 15,-4 1-56-15,2 1-65 0,-1 3-57 0,-5 1-67 16,3 0-66-16,-4 4-135 16,4 4 41-16,5 0-427 0,0 0-527 0</inkml:trace>
  <inkml:trace contextRef="#ctx0" brushRef="#br0" timeOffset="25532.02">21219 5111 2746 0,'10'-10'14'0,"-4"1"74"0,-2 2 70 15,-1 2 34-15,-3 0 23 0,0 5 10 16,2-7 0-16,-2 7-16 0,0 0 4 16,0 0 17-16,0 0 10 0,11 21 3 0,-9-6-16 15,4 6-22-15,-3 1-18 0,-2 2-13 16,3 13-21-16,-2-8-18 0,0-4-19 15,0 1-41-15,-1-2-40 0,-1 0-36 0,2-6-53 16,0 2-60-16,-2-3-62 0,2-1-69 16,0-5-63-16,-2-1-65 0,0-2-93 0,0-3-116 15,0-5-60-15,0 0 54 0,0 0-350 16,0 0-416-16</inkml:trace>
  <inkml:trace contextRef="#ctx0" brushRef="#br0" timeOffset="25679.05">21288 4937 2585 0,'-2'-18'15'0,"-2"6"37"16,2 1 21-16,0 5 10 0,-1 0 8 16,3 6-5-16,-2-10-8 0,2 10-11 15,-4-7-9-15,4 7-16 0,0 0-35 0,0 0-54 16,0 0-60-16,0 0-89 0,0 0-72 16,4 29-190-16,-2-21-14 0,1 7-103 15,3 1-75-15</inkml:trace>
  <inkml:trace contextRef="#ctx0" brushRef="#br0" timeOffset="26111.39">21533 5225 1816 0,'0'0'154'0,"0"0"32"16,-9 6 21-16,9-6 23 0,0 0 27 16,0 0 20-16,0 0 4 0,0 0-9 15,0 0-21-15,0 0-26 0,0 0-22 16,0 0-20-16,0 0-21 0,0 0-20 0,0 0-12 15,-5-23-25-15,5 23-16 0,9-14-25 16,-5 4-17-16,-1 4-10 0,2-5-12 0,-3 3-16 16,-4-2-16-16,2-1-6 0,-5-2-6 15,2-1-3-15,-5 2 4 0,1 0 2 0,-2 2 0 16,-2 1 0-16,2 2 1 0,-3 4 4 16,3 1-1-16,-2 0 4 0,11 2 1 15,-21-1-1-15,21 1 10 0,-15 0 10 16,15 0 8-16,0 0 15 0,0 0 5 0,0 0 10 15,0 0 1-15,0 0 6 0,0 0 4 16,52 0-6-16,-27 0-3 0,4 0-2 16,2 0-4-16,6 1 0 0,0 3-1 0,-1 4-12 15,-3 0 0-15,-8 0 0 0,-3-1-1 16,-3 3 1-16,1 2-7 0,-4 1-1 0,-2 1-4 16,1-3-1-16,-3 3-11 0,-3-2-24 15,0-3-30-15,-1 3-44 0,-2-2-49 16,0-3-72-16,-1 3-67 0,3-4-55 0,-5-2-77 15,-1 0-97-15,-2-4-141 16,10 1 58-16,-10-1-361 0,0 0-430 0</inkml:trace>
  <inkml:trace contextRef="#ctx0" brushRef="#br0" timeOffset="26479.05">22089 5066 2479 0,'0'16'26'0,"0"-16"47"0,0 0 33 15,0 0 17-15,0 0 21 0,0 0 20 0,-7 13 20 16,7-13 12-16,0 0-1 0,0 0-1 16,5 6-7-16,-5-6-11 0,0 0-17 0,0 0-16 15,16 0-11-15,-16 0-16 16,0 0-8-16,24-6-15 0,-15 2-7 0,-2-2-10 16,3-1-11-16,-2 1-9 0,-3 0-9 15,3-6-11-15,-6 4-4 0,2 1-8 0,-4 0-3 16,-2 0-6-16,2 7 0 0,-8-10-3 15,1 8-4-15,7 2 0 0,-27 9-9 0,8 1 9 16,-6 7 0-16,2 4 1 0,4 1 2 16,-1 0 5-16,6 2 4 0,3-1 3 0,1-5-1 15,6-1 4-15,0 0 2 16,4-1-2-16,0 0-3 0,4-1-3 0,0-1 0 16,2 0-4-16,1-2-3 0,3-2-12 15,2-2-23-15,-1 1-28 0,4-4-35 16,-4-1-55-16,4-1-70 0,3-3-72 0,-2 0-80 15,-2-2-105-15,6-3-187 0,-4 2 56 16,-2-4-395-16,6 0-468 0</inkml:trace>
  <inkml:trace contextRef="#ctx0" brushRef="#br0" timeOffset="26930.16">22978 4559 2829 0,'-3'-10'56'0,"-1"3"34"0,4 7 29 16,-12-4 13-16,12 4 27 0,-15 12 36 16,8 8 21-16,-9 9 15 0,1 5 2 15,0 10 0-15,2 3-16 0,-1-1-13 16,3 2-20-16,2-9-15 0,2 3-12 0,1-3-18 16,6 2-11-16,-1-5-19 0,2-5-8 15,-1-9-9-15,4 1-9 0,0-5-8 0,1-3-4 16,-4-1-8-16,1-5-11 0,2 1 1 15,-2-2-9-15,0-3-13 0,-2-5-9 16,3 5-4-16,-3-5-13 0,0 0-3 0,0 0-11 16,0 0-11-16,9-18-10 0,-10 8-4 15,-1-1-7-15,-4-5 1 0,1 0 0 0,-3 3 2 16,-2 2-3-16,-3 3 7 0,-3 2 3 16,0 6 5-16,-9 4-1 0,-7 6 6 0,-3 7 5 15,-3 10 13-15,7-6 12 16,7 4 13-16,1 1 13 0,5-1 8 0,7-4 6 15,2-3 6-15,7-2-1 0,2-1 0 16,4 1-2-16,2-5-4 0,3 3-6 0,5-1-8 16,2-5-5-16,4 0-15 0,3-1-30 15,-7-3-34-15,7-2-54 0,6-2-62 16,0 0-75-16,9-4-98 0,-1 0-101 16,2-4-128-16,-3 1-140 0,0-1 66 0,0 1-490 15,9-4-599-15</inkml:trace>
  <inkml:trace contextRef="#ctx0" brushRef="#br0" timeOffset="27561.14">23853 4746 3318 0,'-7'-5'51'0,"-7"1"79"0,3 6 47 16,11-2 41-16,-25 14 41 0,4 4 41 0,-2 7 37 15,0 4-10-15,0 13 2 0,0 4-20 16,7 7-19-16,-4-1-17 0,7 2-31 15,1-2-23-15,5-1-23 0,3-10-18 0,2 0-16 16,2 0-18-16,0-5-14 0,2 0-17 0,-2-9-28 16,2-3-26-16,-2-4-23 15,0-2-24-15,-2-4-27 0,2-1-29 0,-2 1-21 0,1-1-28 16,-6-3-21-16,0-2-9 16,-3-1-5-16,1-3-5 0,-1-4-4 0,10 0-5 15,-27-11-2-15,12-1 10 0,-2-11 15 16,0-2 4-16,2-5 10 0,0 2 13 0,5 0 19 15,2 6 19-15,3 7 21 0,1 1 17 16,0 4 9-16,1-1 10 0,1 3 16 16,4-1 25-16,-2 9 14 0,5-13 21 0,2 6 0 15,5 2 9-15,1-4-3 0,4 1-8 16,4 0-3-16,10-3-5 0,-1-1-7 16,4-2-5-16,1 1-1 0,-2 1-16 15,-4 1 5-15,-4 5-11 0,-7-2-4 0,-3 3-8 16,-1 4-2-16,-5 1-3 0,-9 0 8 15,16 14 6-15,-15-4 3 0,3 7-6 0,-2 0 1 16,-2 1 11-16,-2 7-1 0,0-1-1 16,6-2-3-16,-2 2 0 0,0-2 1 0,1-2-3 15,1-3 0-15,4 3 5 0,-2-5 3 16,5-1 2-16,3-4 1 0,1-2-8 16,6-3 3-16,1-1-9 0,3-6 0 0,11-2 5 15,1-5 0-15,-5-3-3 0,2 0-2 16,-3-1-7-16,-1-7 4 0,-6 1-4 15,-4 0-1-15,-3-5 6 0,-5 6-2 0,-4-3 5 16,-4 4-11-16,-4-2 2 0,-4-2-8 16,-6 5-6-16,2 3-12 0,-9 1-35 15,-4 6-35-15,-4 1-43 0,1 3-63 0,-3 4-71 16,-11 0-93-16,6 3-123 0,-4-3-139 16,7 6-196-16,6-2 23 0,-2 2 91 0,6-3-614 15,2 3-760-15</inkml:trace>
  <inkml:trace contextRef="#ctx0" brushRef="#br0" timeOffset="29248.85">25202 5116 3313 0,'10'-5'-115'0,"-10"5"63"0,0 0 48 16,0 0 46-16,-6-10 39 0,6 10 34 15,-11-6 20-15,1 3 16 0,10 3 7 16,-25 5 4-16,6 5 0 0,-10 1-3 16,1 9-2-16,-1 3-6 0,-3 8-11 0,1 2-7 15,6 1-13-15,11-4-9 0,1-1-11 16,2 1-9-16,8-4-8 0,3-5-7 0,2-3-5 16,-1 3-5-16,8-2-7 0,-2 1-8 15,4-3-3-15,0-3-5 0,3-1-9 0,4-2-30 16,-3-4-35-16,2 0-48 0,2-4-60 15,0-3-77-15,2-2-80 0,5-1-81 16,6-6-77-16,5-1-113 0,-2-2-54 0,-1-1 69 16,-2-4-303-16,0-1-339 0</inkml:trace>
  <inkml:trace contextRef="#ctx0" brushRef="#br0" timeOffset="29576.79">25498 5200 2473 0,'-10'-4'68'0,"0"0"39"0,10 4 36 15,-18-2 32-15,18 2 17 0,-20 4 12 16,11-2 13-16,-5 4 8 0,3 3-6 0,2 1-10 16,-3-2-8-16,5 5-14 0,-3-3-7 15,7 2-21-15,-2-2-10 0,5 0-12 16,0 1-9-16,5 1-14 0,-2-4-7 0,7 2-7 16,-1-3-14-16,5 2-3 0,-3-5-8 15,4-1-9-15,-2-2-6 0,3-1-6 0,1-1-5 16,0-2-7-16,0-1-1 15,-1-1 7-15,-2-2-16 0,-2 0 0 0,-1-2-7 16,1-1 4-16,-6 0-2 0,0 0-10 16,-5-2-3-16,1-2-1 0,-2 2-4 0,-2 0-4 15,2 0-8-15,-1 2-16 0,-3 1-19 16,-3 1-26-16,2 4-17 0,5 4-23 0,-13-4-30 16,13 4-43-16,-16 2-42 0,9 4-61 15,-1-1-52-15,-1 0-79 0,3 4-109 16,-2-3-131-16,3 3 59 0,-4 3-386 0,0-2-456 15</inkml:trace>
  <inkml:trace contextRef="#ctx0" brushRef="#br0" timeOffset="30444.59">25851 4778 2876 0,'1'-32'59'0,"1"8"57"0,-2 5 63 0,0 4 29 16,0 2 13-16,0 5-9 0,0 8 1 15,0 0 32-15,0 0 11 0,0 0-8 0,-25 50-18 16,13-16-4-16,5 6-35 0,-6 14-3 15,4 0-10-15,-1 1-6 0,4 1-15 0,6-12-17 16,-4 1-18-16,6-2-7 0,0-6-13 16,0 1-11-16,2-3-23 0,-3-8-34 0,-1-4-48 15,2-7-34-15,2 0-47 0,1-1-55 16,-4-3-48-16,3-3-68 0,2-1-66 16,-1-4-64-16,3-4-87 0,-8 0-89 15,0 0-100-15,26-8 59 0,-14 0-410 16,3-4-498-16</inkml:trace>
  <inkml:trace contextRef="#ctx0" brushRef="#br0" timeOffset="30746.95">26010 5136 2785 0,'0'0'12'0,"0"0"55"15,0 0 51-15,0 0 35 0,0 0 21 0,0 0 25 16,-23 14 18-16,21-5 1 0,-1-1-1 16,-3 3-12-16,4-1-13 0,2 2-11 15,0-1-10-15,0-3-10 0,2 2-14 0,4-1-4 16,-1-1-2-16,5 0-13 0,-2-2-13 15,3-2-10-15,2-1-10 0,1-3-10 0,-1 0-6 16,-13 0-8-16,32-5-5 16,-14 0 2-16,1-4-16 0,-2 1-4 0,-2-3-4 15,0-1-1-15,-1 1-4 0,-7 1-1 16,-1-2-5-16,-2-2 3 0,-3-2-12 0,-1 3 4 16,-3-4 9-16,-1 2-24 0,-3 1-9 15,-4-1-10-15,0 5-24 0,4 6-30 0,-7-2-31 16,1 4-37-16,-1 2-45 0,0 2-66 15,-2 4-73-15,-1-2-69 0,3 4-94 0,0 3-154 16,3-1-47-16,-2 0 73 0,4 1-400 16,4-3-479-16</inkml:trace>
  <inkml:trace contextRef="#ctx0" brushRef="#br0" timeOffset="31228.01">26414 5325 2668 0,'-4'4'35'0,"4"-4"59"0,-7 5 54 16,7-5 38-16,-10 3 20 0,10-3 18 15,0 0 4-15,0 0 4 0,-11 4-13 16,11-4-22-16,0 0-15 0,0 0-22 0,0 0-13 16,0 0-15-16,0 0-18 15,19-17-7-15,-11 10-10 0,-1-2-12 0,0 3-12 16,2-5-7-16,-2 1-5 0,0-2-11 15,-1-3 0-15,-1-1-9 0,-2-1-1 0,-3 0-7 16,0-3 0-16,0 3 2 0,0 3 0 16,-3-1 1-16,-4-2-5 0,2 7-5 0,-5-2-3 15,3 5-5-15,-1 2-4 0,-2 3-2 16,10 2 0-16,-23 0-1 0,23 0-3 0,-16 6 1 16,6-5-2-16,10-1 0 0,-12 7 4 15,12-7 0-15,0 0 5 0,0 0 10 0,0 0 3 16,0 0 5-16,0 0-7 0,38-10-2 15,-16 1 1-15,1 3-8 0,-1-2 2 16,3 2 3-16,-6 4-5 0,1-2 3 16,-2 6 1-16,-2 3 7 0,-1 0 7 15,-2 1 11-15,-1 5 0 0,-3 1-3 0,-4 4-5 16,4-1 4-16,-6 1-14 0,1 1-3 16,-2 1-4-16,0-3-11 0,1 1-29 0,-3 1-30 15,0-4-37-15,4 1-47 0,-2 1-55 16,1-3-77-16,-1 0-87 0,-1-1-96 0,3-3-127 15,0-3-143-15,-1 0 64 0,5-1-509 16,-1-3-628-16</inkml:trace>
  <inkml:trace contextRef="#ctx0" brushRef="#br0" timeOffset="32094.18">27443 4751 3312 0,'-9'-15'54'0,"-3"1"33"0,1 4 44 15,-2 4 31-15,1 2 13 0,-1 2 13 0,-1 4 11 16,-1 2 9-16,-2 7-2 0,-3 8-8 16,-2 5 0-16,5 3-7 0,2 7-19 0,-3 8-9 15,4 6-37-15,-2-2-7 0,5 2-13 16,4-7-11-16,-2-2-6 0,2 1-10 16,1-4-11-16,3-9-1 0,1-2-7 0,-2-7-14 15,2-1-9-15,-3-1-3 16,5-4-10-16,-1-2-4 0,1-1-7 0,-2-1-2 15,2-8-18-15,-2 7-14 0,2-7-7 16,0 0-8-16,0 0-4 0,0 0-5 0,0 0 0 16,-7-26 0-16,5 15 0 0,2-5 0 15,0-1 0-15,2-2 2 0,-1-2-3 0,5 0-6 16,1 1-3-16,9-3-8 0,2-1-8 16,2 3-4-16,5-2-7 0,5 4-6 0,10-3-7 15,4 0-15-15,-2 1 6 0,2 1 1 16,2-2 8-16,0 1 7 0,-3-1 11 15,2-1 21-15,-8 2 18 0,-4-2 12 0,-6 0 20 16,-5 3 25-16,-1-6 7 0,-5 4 14 16,-5 3 12-16,-6 5 19 0,1 2 6 15,-4 2-6-15,-2 1 3 0,-4 3-4 16,-2 1-6-16,-1 1 2 0,7 4 1 0,-27 4 3 16,8 5-3-16,-10 7 2 0,2 5 8 15,-10 6 3-15,-1 2-7 0,0 4 5 0,2 2-10 16,4-1-9-16,1 2-5 0,2-2-7 15,10-8-5-15,1-4-5 0,7-3-2 0,6-2-3 16,-1-4-4-16,4-2 0 0,4-5 10 16,2 1 12-16,7-5 1 0,-11-2-9 15,27-2 2-15,-10-3 0 0,7 0-10 0,7-5 18 16,-6 1 5-16,-2 2 12 0,-6 2-6 16,0 3 1-16,-3 2 5 0,-1 2 9 15,-2 3 6-15,1 2-1 0,-5 5 1 16,-1 4-7-16,-4 1-4 0,0 1-6 0,-2 3-10 15,0-1-8-15,1-1-4 0,-1 3-3 16,0-5-3-16,2 2-7 0,3-4-4 0,-3-1-1 16,0-4-2-16,3-2-1 0,1-2-2 15,1-1 0-15,1-3-2 0,4-2-4 16,-12 0 0-16,24-4-16 0,-11-3 0 0,3-1 0 16,1 0 0-16,-3 0 0 0,-3-1 0 15,0 1 0-15,1 3 0 0,-5 0 0 16,1 0 0-16,-2 1 0 0,0 1 0 0,-6 3 0 15,0 0 0-15,11-3 0 0,-11 3 0 16,0 0 0-16,9 10 0 0,-4-7 0 0,-5-3 0 16,11 8 0-16,-4-2 0 0,0-1 0 15,5-2 0-15,5 1 0 0,1-1 0 0,-6-3 0 16,6 0 0-16,1-1-18 0,0-3-137 16,0 0-51-16,4 0-57 0,0-4-45 15,11 0-47-15,3-2-71 0,2-3-71 0,10-2-82 16,-1-2-129-16,2 1-11 0,1-2 87 15,-3 2-499-15,2 1-599 0</inkml:trace>
  <inkml:trace contextRef="#ctx0" brushRef="#br0" timeOffset="32694.26">28787 4880 3103 0,'0'-9'25'0,"0"-1"50"15,0 4 51-15,0 6 54 0,-2-14 45 0,2 14 32 16,0-5 18-16,0 5 2 0,0 0-7 0,0 0 12 15,0 0 26-15,0 0 17 16,0 0-4-16,10 31-17 0,-8-14-27 0,1 3-11 16,-1 6-16-16,2-2-19 0,-2 3-20 15,2-3-23-15,-3 0-19 0,5-2-15 0,0-1-62 16,-2-1-92-16,0-5 0 0,-1-2 0 16,1-3 0-16,2-2 0 0,-3-1 0 0,4 1 0 15,-2-6 0-15,-5-2 0 0,13 4 0 16,-13-4 0-16,20-6 0 0,-9-4 0 0,3-1 0 15,-1-5 0-15,8-5 0 0,-5-4 0 16,4-1 0-16,-1-5 0 0,0 1 0 16,4-8 0-16,-2-1 0 0,-6 9 0 0,-1 3 0 15,-5 4 0-15,-2 8 0 0,-1 3 0 16,-4 4-186-16,2 0-196 0,-4 5-94 16,0 3-76-16,0 0-120 0,0 0-165 0,0 0 77 15,0 0-711-15,0 0-920 0</inkml:trace>
  <inkml:trace contextRef="#ctx0" brushRef="#br0" timeOffset="33327.08">29416 4954 3836 0,'0'0'-13'0,"-2"10"73"0,2-10 51 16,0 0 55-16,0 0 45 0,-2 9 46 0,2-9 37 15,0 0 25-15,0 0 2 16,0 0-7-16,0 0-23 0,0 0-18 0,0 0-27 15,0 0-24-15,0 0-20 0,0 0-21 16,0 0-17-16,0 0-18 0,0 0-16 0,32-13-13 16,-28 10-16-16,-4 3-13 0,6-12-13 15,-5 7-8-15,-1 5-55 0,-1-9-12 0,1 9 0 16,-8-10 0-16,8 10 0 0,-17-2 0 16,17 2 0-16,-26 6 0 0,6 0 0 15,1 5 0-15,-5 6 0 0,-1-2 0 0,7 0 0 16,6 1 0-16,-1 1 0 0,8 0 0 15,-1-2 0-15,5 1 0 0,2 1 0 16,3-1 0-16,0-3 0 0,6 1 0 16,-1-3 0-16,8-2 0 0,0 0 0 0,7-3 0 15,-2-1 0-15,1-4 0 0,4-2 0 16,-1-2 0-16,14-5 0 0,-6 2 0 0,0-4 0 16,-5 1 0-16,-8-4 0 0,1 3 0 15,-10-4 0-15,2-3 0 0,-1 0 0 0,-2 0 0 16,-4-4 0-16,-2 1 0 0,-3-2 0 15,2 3 0-15,-4 1 0 0,0 5 0 0,0-1 0 16,-4 4 0-16,2 0 0 0,-1 1 0 16,-5 3 0-16,4 2 0 0,4 4 0 15,-13-6 0-15,13 6 0 0,-9-3 0 16,9 3 0-16,0 0 0 0,0 0 0 0,0 0 0 16,0 0 0-16,18-6 0 0,-4 4 0 15,2 0 0-15,4 4 0 0,-1-2 0 16,2 2 0-16,2 0 0 0,0 5 0 0,-3 1 0 15,0 2 0-15,-5 0 0 0,-4 1 0 16,0 1 0-16,0 0 0 0,-6 1 0 0,1 1 0 16,-3 1 0-16,1 2 0 0,-2-1 0 15,0-1 0-15,-2-3 0 0,0 0 0 16,2-2 0-16,-2-1 0 0,2-1 0 16,-2-1 0-16,4 0-313 0,-2-2-131 0,3 1-71 15,-5-6-81-15,13 0-99 0,-13 0-115 16,29-8 78-16,-2-9-658 0,1-1-842 0</inkml:trace>
  <inkml:trace contextRef="#ctx0" brushRef="#br0" timeOffset="33593">30443 4309 3789 0,'-9'-25'-45'16,"0"4"53"-16,2 3 60 0,2 4 64 15,-1 4 41-15,-1 0 9 0,4 3-12 16,-3 3 18-16,6 4 20 0,-14 14 42 15,-2 10 38-15,-5 14 19 0,2 9-4 0,-4 7-5 16,2 4-13-16,0 4-20 0,2 0-25 16,2 0-24-16,4-2-19 0,1-4-23 15,7-1-18-15,-3-4-15 0,2-10-26 0,2-2-36 16,3-5-75-16,1-5-4 0,0-8 0 16,0-6-70-16,0-1-80 0,-2-4-47 0,4-2-60 15,-1 1-64-15,3-4-78 0,0-1-76 16,-4-4-87-16,0 0-84 0,0 0-107 0,15-12 63 15,-15 5-559-15,0-2-709 16</inkml:trace>
  <inkml:trace contextRef="#ctx0" brushRef="#br0" timeOffset="33734.26">30119 4938 3192 0,'-8'-3'-49'0,"1"-2"69"16,7 5 60-16,-12-5 42 0,12 5 44 0,-7-6 20 16,7 6 6-16,0 0-14 0,-6-8-20 15,6 8-26-15,0 0-42 0,18-15-54 0,-4 9-84 16,8 0-76-16,2 0-72 0,11-1-68 15,-3 3-89-15,10 4-120 0,1-2-78 0,1 2 52 16,3-2-180-16,0 0-173 0</inkml:trace>
  <inkml:trace contextRef="#ctx0" brushRef="#br0" timeOffset="34109.96">30712 4826 1912 0,'-16'-1'124'16,"0"1"41"-16,16 0 30 0,-29 1 56 0,13-1 40 15,1 0 24-15,15 0 10 0,-19 2-4 16,19-2-14-16,-17 0-12 0,17 0-10 16,0 0-8-16,-15 0-4 0,15 0-22 0,0 0-23 15,0 0-22-15,0 0-20 0,0 0-20 16,0 0-22-16,0 0-11 0,39-14-21 0,-27 11-14 16,-2-2-10-16,-1 2-15 15,1-3-5-15,-4 1-13 0,-6 5-6 0,11-7-6 16,-11 7-9-16,2-7-5 0,-2 7-5 15,0 0 3-15,0 0-7 0,0 0 1 0,-46 14-3 16,29-5 0-16,2 1 6 0,-3 3 7 16,5 1 7-16,1-2 12 0,1 5 13 0,2-6 17 15,3 3 8-15,2 1-1 0,0-3-6 16,4 2-8-16,2-2-4 0,5 3-6 16,2-2-46-16,2-3-17 0,5 2-16 0,0-4-96 15,5-3-72-15,4 2-65 0,0-5-77 16,1-2-75-16,3-2-69 0,10-3-60 0,-5-3-48 15,2-5-21-15,0 1-10 0,-6-1 35 16,1-5-631-16,-2 2-669 0</inkml:trace>
  <inkml:trace contextRef="#ctx0" brushRef="#br0" timeOffset="34331.19">30995 4886 3025 0,'16'-15'-90'0,"-3"3"88"15,-5 2 69-15,-5 2 49 0,2 1 70 0,-1-1 56 16,-3 3 46-16,-1 5 41 0,6-10 27 16,-6 10-2-16,4-8-7 0,-4 8-19 15,1-7-26-15,-1 7-23 0,0 0-13 0,0 0-6 16,0 0-9-16,0 0-20 0,20 15-19 15,-18-6-18-15,0-1-15 0,-4 5-14 0,0 1-18 16,-4 2-12-16,0 3-111 0,-2-2-24 16,-3 1 0-16,-6 5 0 0,4-4 0 0,-1-3 0 15,1-3 0-15,-3-1 0 0,7-2 0 16,2-1-226-16,-2-2-94 0,8-4-84 16,1-3-76-16,0 0-59 0,0 0-45 15,0 0-28-15,21-13-24 0,-5 1-33 0,9-9-597 16,12-6-725-16</inkml:trace>
  <inkml:trace contextRef="#ctx0" brushRef="#br0" timeOffset="34543.19">31261 4801 3326 0,'14'-12'-41'0,"-3"3"64"0,-4 4 59 0,-5 0 66 16,-2 5 53-16,0 0 56 0,0 0 44 15,0 0 41-15,-33 21 11 0,18-7 18 0,-7 7 9 16,-1 0 1-16,-1 4-9 0,10-1-18 16,0-3-28-16,5-1-27 0,3-5-27 0,2 2-26 15,4-3-48-15,4 1-198 16,2-1 0-16,1-1 0 0,7 1 0 0,10 3 0 15,4-1 0-15,7-3 0 0,3-3 0 16,2-1 0-16,-2-2 0 0,-8-2 0 0,-6-7 0 16,-5 2 0-16,-4 0-33 0,1-3-375 15,-5 1-87-15,0-4-98 0,-1-2-145 0,-6 0-102 16,-3-4 82-16,-1 0-713 0,-5-2-920 16</inkml:trace>
  <inkml:trace contextRef="#ctx0" brushRef="#br0" timeOffset="35379.05">20158 6485 3929 0,'-15'5'-117'0,"-1"3"38"15,3 2 41-15,0 2 30 0,-2 2 14 16,1 1 26-16,1-1 27 0,1 3 25 16,6-2 10-16,-3-1 7 0,7 1 3 15,1-3 4-15,2 1 11 0,5 1 1 0,1-4-3 16,9 2-1-16,1-6 2 0,6-3-3 15,5-3-4-15,8-5-11 0,9-5-8 0,4-7-7 16,-1-5-8-16,-3 1-9 0,-1-6-3 16,-8 1-9-16,-9 3-3 0,-2 0-7 0,-8-4-1 15,-3 1-8-15,-9 4-5 0,-1 2-1 16,-6-1-5-16,-5 1-5 0,-5-10-4 0,-7 4-2 16,-2 5-6-16,0 2-6 15,0 6-5-15,4 4-12 0,0 4-13 0,1 7-13 16,-1 1-13-16,-2 1-16 0,2 4-24 15,0 4-36-15,1 1-60 0,4 1-63 0,0-1-56 16,2-1-71-16,8-1-48 0,1-4-65 16,2-1-102-16,-1-6 49 0,20 0-257 15,-4-3-288-15</inkml:trace>
  <inkml:trace contextRef="#ctx0" brushRef="#br0" timeOffset="35680">20667 6210 2193 0,'15'-8'10'15,"-1"2"47"-15,-7 3 30 16,-2 1 10-16,-5 2 12 0,0 0 34 0,0 0 24 15,8 14 17-15,-10 1-3 0,0 2 1 16,-2 7 1-16,-1 10-10 0,1 1-15 0,1 0-11 16,1-6-12-16,0-3-7 0,2-1-15 15,0 1-12-15,0-7-6 0,-2-1-6 0,2-4 3 16,2 0 6-16,-2-1 22 0,0-3 20 16,2-4 44-16,-2-6-18 0,0 0-10 15,0 0-13-15,0 0-18 0,0 0-12 0,13-26-15 16,-10 9-9-16,3-7 11 0,2-12-19 15,0-3-8-15,3-11-4 0,3-4-1 0,-3-2-18 16,1 3-25-16,1 0-18 0,-6 2-22 16,0 12-25-16,3 2-34 0,0 6-38 0,-1 7-54 15,-4 7-71-15,-2 4-48 16,5 4-32-16,-3 4-34 0,3 1-50 0,-2 2-44 0,-6 2-96 16,0 0-83-16,19 9 61 15,-14 2-307-15,-1-1-354 0</inkml:trace>
  <inkml:trace contextRef="#ctx0" brushRef="#br0" timeOffset="35860.23">20766 6307 2444 0,'-13'10'20'0,"3"-2"37"0,0-1 26 15,5-3 18-15,-3-2 24 0,4 2 21 16,4-4-3-16,-8 6-4 0,8-6-18 16,0 0-5-16,0 0-14 0,0 0-14 0,0 0-26 0,27 2-45 15,-5-6-50-15,12-4-54 16,5 2-69-16,4-2-75 0,11-7-81 0,4 1-95 15,1 1-90-15,0-3 38 0,-2 1-79 16,-1-2-42-16</inkml:trace>
  <inkml:trace contextRef="#ctx0" brushRef="#br0" timeOffset="36308.86">21497 6114 1446 0,'0'0'27'0,"0"0"29"16,-34 17 32-16,19-5 22 0,0 2 12 15,-8 3 14-15,2 4 11 0,2 0 13 0,1-5-7 16,7 1 1-16,2 0-11 15,4-3-7-15,-4 1-10 0,5-3-11 0,4 0-4 16,0-3-2-16,4 1-2 0,5 0-6 16,0-4-8-16,2-2-10 0,3-1-5 0,0-3-10 15,4 0-6-15,0-3-7 0,4-5-7 16,-3 0-5-16,1-2-2 0,5-5-3 0,-5 1-4 16,-5-1-4-16,-3-1-1 0,1 1 4 15,-4 1 20-15,-3 3 16 0,2 3 4 0,-5 0-9 16,1 2-8-16,0 3-6 0,-4 3-2 15,0 0 3-15,-8 22-1 0,1 0-2 0,-5 15-7 16,-1 11-3-16,2 1 5 16,-5 8 4-16,5-1 7 0,1 3-3 0,1-9 2 15,1 5-3-15,5-13-2 0,-6 1-5 16,6-4 1-16,-3-3 15 0,-1-1 12 0,-1-4 9 16,2 0 7-16,-2-8 11 0,-1-3 7 15,2-5 18-15,-3-1 5 0,-1-1-5 16,0-3-12-16,-7-1-5 0,-1 0-14 0,-4-4 0 15,0 0-12-15,-4-5-13 0,1 0-4 16,-10-5-6-16,1-1-7 0,-2-7-10 0,1-2-13 16,4-4-17-16,2-2-32 15,3 0-27-15,7 0-34 0,2 7-35 0,7-3-54 0,4 2-69 16,0 1-85-16,5-1-61 16,2 1-84-16,4-3-92 0,10-12-139 0,4 2 65 15,5 0-470-15,11-8-576 0</inkml:trace>
  <inkml:trace contextRef="#ctx0" brushRef="#br0" timeOffset="36743.32">21630 6520 2910 0,'0'0'-29'0,"-3"6"35"0,3-6 34 16,0 0 36-16,-6 5 23 0,6-5 16 15,0 0 10-15,0 0 0 0,0 0-2 16,0 0-17-16,0 0-7 0,0 0-15 15,0 0 1-15,0 0-11 0,0 0-11 0,23-11-2 16,-13 3-10-16,0-1-5 0,-1-1 2 16,0 0-9-16,1-2-3 0,-2-2 0 0,-3 0-9 15,1-1 0-15,-3-2 1 0,-1-2-3 16,-2 0-4-16,-2 0 3 0,-3-5-3 0,-1 3 4 16,-3 4-4-16,3 3 2 0,-4 2-4 15,1 5-3-15,0 3 1 0,-1 0-3 16,-1 4 0-16,11 0-1 0,-21 4-2 0,9 0-7 15,7-2 4-15,-2 3 0 0,7-5 5 16,-5 12-8-16,5-12 16 0,4 6-1 0,-4-6-5 16,13 4 6-16,0-4 1 15,7 0-3-15,1 0-4 0,-1-2-2 0,3 2 1 16,-1 0-1-16,-2 2-8 0,-1 0 8 16,-4 0-8-16,5 1 2 0,-7 5 1 0,0-2-6 15,-2 4 2-15,0-1-17 0,-4 4-25 16,0-1-35-16,-3-2-52 0,0 0-60 0,0 1-67 15,-2-1-91-15,0 0-112 0,4-1-142 16,-3-4 65-16,-3 2-287 0,4-4-304 0</inkml:trace>
  <inkml:trace contextRef="#ctx0" brushRef="#br0" timeOffset="37827.37">22005 6227 2301 0,'0'-3'46'0,"0"3"12"15,1-7 8-15,-1 7-4 0,0 0 13 0,0 0 33 16,0 0 22-16,0 0 1 0,0 0-4 16,22 19-11-16,-17-10-5 0,3-1-9 0,-3 2 4 15,1 1-7-15,0 1 8 0,-2-3 4 16,-2 3-5-16,-2-2-8 0,2-2 10 16,-2 1-1-16,-2-1 0 0,-2 0-4 15,0-2-6-15,4-6-7 0,-12 9-11 0,5-8-8 16,7-1-4-16,-16 1-9 0,16-1-6 0,-18-7-5 15,6-3-1-15,3-4-8 16,-3 2-2-16,2-5-8 0,5 2 0 0,1-2 2 16,0 5-3-16,2 2-5 0,1 2-1 15,1 8-4-15,0-8 0 0,0 8 14 0,0 0-3 16,0 0 2-16,0 0-4 0,0 0-4 16,25 23 0-16,-16-15-1 0,2 2-3 0,1 2-1 15,3-3 1-15,0 1-2 0,4 0-3 16,-5-4-2-16,0-1-5 0,2-1-4 0,1-4-6 15,-1-2-8-15,0-2-7 0,2 1-5 16,-1-7-3-16,4-1-1 0,0-9 3 0,-6 2 4 16,2-5-2-16,-1-6 3 15,-7-2-3-15,0-2 0 0,-1-4 2 0,-2-1-1 16,-2-3-1-16,0-4 3 0,-3-3 2 16,-1 3-1-16,0 3 4 0,-1 8 7 0,-3 6 10 15,0 6-1-15,2 7-5 0,-2 6 4 16,-2 5-1-16,1 4-2 0,5 0 12 15,-22 19 4-15,6 6 10 0,0 10 7 0,-1 13 8 16,5 7 4-16,0 5 0 0,-6 4 0 16,11 1-4-16,-1 1-1 0,3 6-4 0,3 1-2 15,4-8-1-15,1 2 0 16,-3-3-5-16,6-6-3 0,-1-4-1 0,3-13-4 16,-4-6 2-16,0-10-3 0,0-4 0 15,-2-6 2-15,0-1 1 0,-1-4 18 0,1-3 7 16,-2-7-2-16,0 0 0 0,0 0-2 15,0 0 3-15,0 0-2 0,6-31-6 0,-8 5-4 16,2-15 0-16,2-7-10 0,1-8 0 16,6-3-5-16,-4 5-1 0,6 6-1 0,-1 10-1 15,-2 5 7-15,-1 13-10 0,-1 2 2 16,-1 7-3-16,4 1 2 0,-4 7-1 16,5 2 0-16,-10 1 1 0,0 0 3 15,26 16-1-15,-16-8 1 0,-2 3-3 0,-3 4 1 16,5-2-6-16,-7 3 5 0,3 1-3 15,-1-2-1-15,-4 4 3 0,-1-3 1 16,0 1-4-16,-4 0 0 0,2 0 2 0,-4-3-3 16,-1 1-4-16,3-5-6 0,-1 0-13 15,-2-2-20-15,2 0-25 0,-1-7-34 0,6-1-38 16,0 0-39-16,0 0-37 0,-7-17-39 16,9 4-16-16,-1-11-6 0,9-9 0 0,0-4 17 15,5-11 24-15,2-2 22 0,2 3 25 16,-2 5 42-16,-6 9 40 0,1 4 43 0,-2 7 40 15,-5 7 41-15,-1 1 30 0,-1 3 25 16,-1 1 25-16,0 3 9 0,1 1 5 16,-1-2 2-16,-2 8 25 0,0 0 22 15,0 0 1-15,0 0 6 0,0 0-13 0,5 23-3 16,-5-13-16-16,2 2-8 0,2 3-10 16,-2-1-10-16,1 3-11 0,-1-3-8 0,2 1-6 15,0-1-10-15,0 1-10 0,-2-4-5 16,2-1-5-16,0 0-7 0,-3 0-7 15,5-3-1-15,-4-1-4 0,1-2 0 0,-3-4 7 16,13 10-1-16,-13-10-1 0,12 2-6 16,-12-2-1-16,0 0-9 0,25-6-2 15,-25 6-2-15,18-6-20 0,-11 3-12 0,-7 3-30 16,13-7-27-16,-5 5-47 0,-8 2-53 16,14-5-85-16,-7-1-81 0,-2 0-82 15,7 0-85-15,0 0-128 0,3-5-44 0,9-3 77 16,-1 2-416-16,0 3-483 0</inkml:trace>
  <inkml:trace contextRef="#ctx0" brushRef="#br0" timeOffset="39576.23">21229 4619 2650 0,'-19'-3'-88'0,"3"-2"37"0,3-1 34 0,-2 1 23 15,2 1 21-15,1-2 19 0,-1 2 22 16,-3 0 10-16,5-4 10 0,2 5 9 0,1-1-5 15,8 4 4-15,-15-4-6 0,15 4-17 16,-9-4-2-16,9 4-7 0,0 0 2 16,-11-4-14-16,11 4 17 0,0 0 5 0,0 0 7 15,0 0-5-15,61 4 5 0,-16-2-10 16,5 0 1-16,14 2-7 0,6 1-8 16,4 3-3-16,9-2-3 0,22 4-15 15,3-5 6-15,5 3-2 0,3-4-9 0,6 2-1 16,2-4 0-16,1-2-7 0,3-2 2 15,6-4-5-15,-1 0-3 0,0-1 4 0,-1-3-7 16,-3 0 4-16,-5-3-6 0,-4 7 1 16,-9-6-4-16,-8 1-1 0,-21 3 2 0,-4-2-8 15,-2 2 3-15,0 0 3 0,-3 0 3 16,-3-1-7-16,0 2-1 0,3 0 5 16,-2 0-4-16,2-3 1 0,2 2 0 15,1-3-4-15,1 3 11 0,-1-4 12 16,-3 1 6-16,-3 3 5 0,-6-1-2 0,-3 3 1 15,-16 0-3-15,-7 3-5 0,-10 0 7 16,-5 0 10-16,-4-1 2 0,-5 4 4 0,-3-2-4 16,-2 0-3-16,-9 2-6 0,16-1-1 15,-16 1-4-15,0 0-7 0,0 0-2 0,14 1-17 16,-14-1-27-16,0 0-35 0,0 0-66 16,0 0-87-16,9 4-92 0,-9-4-131 15,0 0-204-15,0 0 22 0,0 0 63 0,0 0-264 16,0 0-302-16</inkml:trace>
  <inkml:trace contextRef="#ctx0" brushRef="#br0" timeOffset="40958.67">21983 7018 2346 0,'-3'-12'17'0,"-3"2"36"0,4 1 47 16,-1 1 50-16,-3 2 30 16,1 0 7-16,4 1-6 0,1 5-25 0,-4-6-21 15,4 6 15-15,0 0 31 0,-4 28 2 16,6-1 20-16,2 12 1 0,-1 18 3 0,6 1-3 15,-2 6-2-15,4 1-13 0,-1 2-13 16,1-4-17-16,4-1-17 0,3-3-12 16,-5-8-13-16,2-2-11 0,-4-14-11 0,2 0-8 15,-4-4-10-15,-2-6-9 0,-1-6 0 16,-2-2-33-16,2-4-34 0,-2-1-49 0,-1-1-41 16,1-1-54-16,-2-3-84 0,-2-4-115 15,0-3-111-15,0 0-96 0,0 0-152 16,0 0 62-16,0 0-483 0,0 0-590 15</inkml:trace>
  <inkml:trace contextRef="#ctx0" brushRef="#br0" timeOffset="41158.98">21869 7597 3140 0,'-11'-5'19'16,"3"2"59"-16,1-3 58 0,7 6 26 15,-8-4-3-15,8 4-13 0,0 0 11 0,0 0 37 16,0 0 5-16,-2 17-13 0,5-3-16 15,10 1-11-15,1 7-19 0,8 2-10 16,1-2-18-16,2 5-7 0,-1-5-41 16,-1 0-45-16,2-2-55 0,-4 0-83 0,-5-5-95 15,-2-3-96-15,-3-2-96 0,0-1-119 16,2-3-102-16,-4 1 61 0,-6-3-343 16,7-1-390-16</inkml:trace>
  <inkml:trace contextRef="#ctx0" brushRef="#br0" timeOffset="41393.73">22367 7567 2804 0,'3'-11'181'0,"-1"3"16"0,0 3 15 0,-2 5 21 15,0 0 20-15,0 0 19 0,-15 18 2 0,5 0 3 16,-3 7-3-16,-2 6-14 16,0 0-21-16,-3 2-19 0,3-3-16 0,0-1-19 15,-2 1-16-15,3-1-20 0,1-2-10 16,-1-1-17-16,5-4-21 0,2-4-23 0,-1-3-41 15,2-1-42-15,0-1-37 0,3-3-40 16,-3 2-46-16,3-4-58 0,-1-1-63 0,-1-1-80 16,1-1-81-16,-3-2-93 0,7-3-132 15,-11 4-35-15,11-4 68 0,-12 0-432 16,12 0-507-16</inkml:trace>
  <inkml:trace contextRef="#ctx0" brushRef="#br0" timeOffset="42959.36">21027 9005 2494 0,'0'0'-226'0,"0"0"24"0,0 0 24 15,0 0 12-15,0 0 7 0,0 0-2 0,0 0-316 16,0 0 16-16</inkml:trace>
  <inkml:trace contextRef="#ctx0" brushRef="#br0" timeOffset="44843.13">21141 8966 1209 0,'0'0'-34'16,"0"0"48"-16,0 0 36 0,3-5 34 16,-3 5 34-16,0 0 36 0,0 0 20 0,0 0 28 15,0 0 24-15,0 0 16 0,1-7 9 16,-1 7-2-16,0 0-13 0,0 0-16 0,0-7-10 15,0 7-11-15,0 0-17 0,0 0-16 16,0-9-20-16,0 9-13 0,0 0-14 0,0 0-16 16,0 0-10-16,0 0-9 0,0 0-7 15,0 0-11-15,0 0-6 0,0 0-3 0,0 0-8 16,0 0 2-16,0 0-2 0,24 11-1 16,-24-11-2-16,5 5 1 0,-5-5-3 0,4 5-1 15,-4-5-1-15,0 0-3 0,0 0-1 16,3 5-3-16,-3-5 1 0,2 5-4 15,-2-5 0-15,0 0 2 0,0 0-1 16,0 0 6-16,0 0 8 0,0 0 7 0,0 0 3 16,0 0 5-16,0 0-5 0,0 0-3 15,0 0-8-15,0 0 1 0,0 0-5 16,0 0-5-16,0 0-5 0,0 0-2 0,0 0-5 16,0 0 7-16,0 0 3 0,0 0-1 15,6-17 3-15,-6 17 6 0,0 0 5 0,0 0 4 16,2-10 3-16,-2 10 6 0,0 0-11 15,0 0-2-15,2-10-9 0,-2 10-3 0,0 0-4 16,0 0-9-16,0 0-2 0,0 0 2 16,24 25-3-16,-12-8 2 0,0 9-17 15,1 0 2-15,-1 4-14 0,-5-7 19 16,-2-1 3-16,-1 1 0 0,0-2 9 0,-2-1 2 16,-2-3 9-16,-2 0 7 0,0-1 3 15,-4 1 1-15,3-2 1 0,-5-1-1 0,2-2-4 16,-3-2-1-16,-1-3-4 0,0 0-3 15,-1-4-5-15,2-1-2 0,9-2 4 0,-21-2-11 16,10-5 8-16,-3-1-10 16,5-8-14-16,-7-11-9 0,7-6-2 0,-1-2-7 0,7-3 0 15,1 1-4-15,2 8 0 16,2 5-3-16,0 5-1 0,-1 4 3 0,3 3-3 16,2 4 5-16,-3 2 3 0,-3 6-11 15,18 0 16-15,-18 0-1 0,21 14-2 0,-6 0 4 16,2 6 5-16,4 2 0 0,0-1-1 15,2 1-3-15,-1-1 6 0,1-2 4 0,0-1-7 16,-1-3-3-16,-6-3 12 0,0-2-3 16,-3-1-3-16,1-3 11 0,-3 0-17 0,0-3-1 15,1-6 12-15,-12 3 8 0,25-4-13 16,-12-4 9-16,0-1-12 0,-1-5-3 0,-1-5-10 16,3-6-9-16,-7-7-16 15,2-2-5-15,-3-3-5 0,-1-4-3 0,-5-7 1 16,1-10 0-16,-2-8-2 0,-2-3-1 15,1 1 4-15,-2 0 8 0,2 2 2 0,-3 10 3 16,1 14 8-16,2 6 0 0,0 11 6 16,1 6-3-16,-3 5-1 0,-3 9 9 0,4 3 0 15,3 2 6-15,-11 11 6 0,3 9 6 16,0 13 6-16,4 4 10 0,2 6 0 16,2 3 6-16,2 11 5 0,7 2-6 0,2-1-1 15,3 1 4-15,6-4-5 0,3 1-1 16,2-8 4-16,1-6-4 0,2-2-3 0,-3-6 6 15,0-10-11-15,-2-3 2 0,1-3-6 16,-6-9-3-16,0-1-9 0,-4-8-9 0,4-2-6 16,-2-4-6-16,2-4-4 15,-3-3-8-15,6-12-3 0,0-3-7 0,-2-2-9 16,-2-13-3-16,1-5-8 0,-7-6-2 16,0-5 4-16,-4-5 8 0,-4-4 0 0,1 3 9 15,-8-1 5-15,-4 10 12 0,2 13 17 16,-3 7 13-16,5 10-3 0,-1 7 1 0,-3 9 3 15,0 7 9-15,1 6 9 0,-5 5 5 16,-5 15 3-16,3 8-5 0,7 7 7 0,0 1 1 16,1 4 6-16,4 2 0 15,6-1-3-15,0 11-3 0,3-4-2 0,7 0 0 0,1-5-5 16,2-3 1-16,3 1-4 16,5-8-19-16,2-4 0 0,-4-8-26 0,0-5-49 15,-1-7-55-15,-2-5-78 0,-2-2-92 16,2-5-90-16,3-3-81 0,15-6-189 0,0-6 26 15,8-4 78-15,6-3-399 0,-5-4-438 16</inkml:trace>
  <inkml:trace contextRef="#ctx0" brushRef="#br0" timeOffset="45658.08">23037 8206 2830 0,'-13'-12'64'0,"2"4"35"15,1 1 55-15,5 3 34 0,-4-1 3 16,9 5 8-16,0 0 24 0,-14 15 21 0,6-3 1 16,2 9 0-16,-2 15-3 0,3 3-7 15,1 4-21-15,0 2-9 0,1 10-23 16,1-9-16-16,2 0-17 0,-7 8-16 0,6-9-12 16,-3-3-12-16,-2-4-12 0,-1-2-11 15,1-2-13-15,2-7 0 0,-2-3-8 0,3-8-8 16,-1 1-3-16,0-4-10 0,1-1-13 15,-3-2-10-15,-4-3-18 0,1-1-18 0,-2-4-16 16,-3 0-14-16,-1-4-9 0,-5-3-6 16,1-2 1-16,1-2-2 0,-9-7-3 15,5-1 4-15,6 0 6 0,4 1 1 16,4 2 4-16,3 1 3 0,5-2 5 0,4-2 1 16,5-2 0-16,8-6-9 0,8-1-18 15,10-5-15-15,2-1-21 0,7 3-30 0,6-4-24 16,3 2-6-16,6-2 15 0,21-6 12 15,0-4 5-15,1-2-15 0,-7 2-10 0,-19 8 13 16,-8-4 14-16,-8-1 20 16,-10-3 11-16,-11 0 21 0,-6 7 22 0,-8-3 19 0,-8 4 15 15,-2 2 23-15,-6 2 17 0,0 4 10 16,-2 8 12-16,-1 7 1 0,-5 2 8 16,6 5 6-16,-4 5 10 0,-3 7 7 15,-8 8 4-15,1 17 4 0,-3 5 9 0,5 9 5 16,3 6 2-16,0 2 2 0,5 6-1 15,4 2-9-15,5-1-6 0,0 2-9 0,5-5-9 16,6-12-4-16,2 0-5 0,4-2-6 16,-2-7-5-16,3-2-6 0,-2-3-3 0,4-10-1 15,-6-5-5-15,3-1-1 0,-5-6 1 16,6-3 7-16,-2-4 0 0,2-3 0 0,-9 0 1 16,25-10-6-16,-7-2 5 0,2-7 28 15,1-1 2-15,-1 3 18 0,-7 3 7 16,-2 4 15-16,-1-1 2 0,-3 5-17 15,1 1-5-15,-3 1-9 0,-5 4 5 0,0 0-1 16,21 12-8-16,-13-3-4 0,-2 3-11 16,4-1-7-16,-3 3-1 0,0 0-6 0,2-1 0 15,-4 0-13-15,4-2-2 0,3 0 0 16,1-3 1-16,0-3-4 0,5 1 0 0,-2-6-2 16,6 0-4-16,-3-4-1 0,6-3-4 15,7-1 0-15,-8 1 0 0,0-2-4 0,-3 4-2 16,-4-2-2-16,0 2-27 0,-1 2 3 15,-5 1-23-15,-2-1-21 0,1 1-26 0,-1 0-15 16,1 0-30-16,-10 2-52 0,17-1-66 16,-8 1-97-16,-9 0-99 0,22-3-123 0,-8 1-193 15,0-2 48-15,-3 1 81 16,5-1-525-16,-5 1-623 0</inkml:trace>
  <inkml:trace contextRef="#ctx0" brushRef="#br0" timeOffset="46290.95">24732 8533 3418 0,'0'-7'138'0,"0"7"12"0,-2-8-1 15,2 8 1-15,0 0-8 0,-2-7-13 0,2 7 25 16,0 0 21-16,0 0 10 0,0 0-12 16,0 0-14-16,6 28-22 0,-6-18-9 0,2 1-13 15,-2 1-9-15,0 0-11 0,0-1-11 16,-2 1-4-16,0 1-9 0,0-3-7 15,-2 2-2-15,0-4-6 0,-2 1-5 0,1-3-5 16,-5 0-8-16,2-3-2 0,-1-1-9 16,9-2-11-16,-22-5-6 0,10-5-4 15,-1-6-4-15,-3-9-2 0,5-3 2 16,1-2-3-16,2 7 1 0,6 4 0 0,1 1-1 16,1 5 3-16,-2 1-4 0,4 3 2 15,-1-1 6-15,3 3 5 0,4 0-1 0,0 4 1 16,-1-2 3-16,4 5-1 0,-11 0-2 15,27 3-2-15,-9 2 3 0,-4 1-8 0,10 0 5 16,-1-1-10-16,0 2-25 0,1-3-31 16,-1 1-34-16,0 3-48 0,-5-6-51 15,2 0-60-15,-3-2-58 0,2-2-55 0,-2-3-86 16,0-2-82-16,2-1-104 0,-3-6 55 16,4-6-387-16,2-3-444 0</inkml:trace>
  <inkml:trace contextRef="#ctx0" brushRef="#br0" timeOffset="46674.86">25172 7761 2684 0,'-2'-35'15'16,"0"8"56"-16,2 6 57 0,-2 5 66 16,-2 4 25-16,2 2 14 0,2 3-7 15,0 7 6-15,0 0 8 0,0 0 14 0,-21 31 3 16,12 4-2-16,-7 15-18 0,3 5-3 16,-1 6-12-16,3 2-13 0,2 2-15 15,2-1-20-15,0-2-19 0,4-2-15 16,1-4-14-16,0-11-6 0,4-2-20 0,-2-5-10 15,3-9-11-15,-3-5-6 0,2-6-10 16,0 0-8-16,0-5-15 0,1-1-7 0,-1-1-7 16,-1-4-11-16,-1-7-23 0,2 3-18 15,-2-3-12-15,0 0-5 0,0 0-7 0,-2-21-13 16,-4 9-4-16,0-3-4 0,-5-1 0 16,0 1 9-16,-3 3 0 0,-2 0 3 0,0 5 6 15,-1 4 3-15,-2 1 7 0,0 4 4 16,-3 3 1-16,4 3 4 0,0 3 3 0,4 3 1 15,0-2 2-15,5 6-14 16,5-4-17-16,2 0-24 0,4-2-24 0,2 1-27 0,3-1-37 16,3 0-42-16,3-5-24 15,3 1-19-15,2-6 5 0,9-2 0 0,9-8-31 16,5-1-32-16,4-8-28 0,-9 2-26 16,6-6-44-16,2-3-41 0,-14 4-381 0,-1-1-320 15</inkml:trace>
  <inkml:trace contextRef="#ctx0" brushRef="#br0" timeOffset="46896.49">25326 8299 2161 0,'10'-17'-13'0,"-4"5"58"0,-3 2 55 15,1 1 57-15,0 3 34 0,-3 0 11 16,-1 6 3-16,0 0 30 0,0 0 21 0,0 0 4 16,0 0-2-16,-3 23 6 15,3-5-11-15,-4 5-8 0,2 4 2 0,0 10-16 16,4 3-19-16,-2-1-21 0,4 1-16 16,1 0-13-16,1 2 6 0,1-3-12 0,-2 1-14 15,2-2-14-15,-1-2-9 0,-1-4-16 16,-5-4-9-16,2-8-24 0,-2 1-5 15,-2-3-10-15,-3 2-21 0,-1-6-33 0,-3 2-40 16,-5-3-48-16,1 2-66 0,-4-6-78 16,-3-1-105-16,-2-3-99 0,3-3-115 0,0-4-190 15,-4-3 45-15,-3-9 72 0,2-6-494 16,10-7-585-16</inkml:trace>
  <inkml:trace contextRef="#ctx0" brushRef="#br0" timeOffset="47074.65">25471 7931 3347 0,'4'-16'138'0,"-4"5"50"0,0 1 54 16,0 3 24-16,-2 1 1 0,2-1-12 0,0 7-16 15,-2-11-23-15,2 11-24 0,0-9-24 16,0 9-44-16,0-6-64 0,0 6-74 0,2-5-77 16,-2 5-83-16,0 0-95 0,0 0-86 15,0 0-120-15,15 10-185 0,-9-2 57 0,0 3 68 16,-3 0-324-16,3 8-344 0</inkml:trace>
  <inkml:trace contextRef="#ctx0" brushRef="#br0" timeOffset="47425.57">25652 8261 2604 0,'0'3'105'16,"0"-3"19"-16,-2 12 55 0,0-5 36 0,2 1 17 15,0 2 6-15,0 4 1 0,-2-1-3 16,2 4-9-16,-1 2-14 0,-3 5-19 0,-3 0-16 15,-2 7-15-15,-2 1-11 0,-1-1-16 16,-3-2-14-16,1-2-8 0,1-5-13 0,4-7-5 16,1-1-13-16,1-2-1 0,3-5-10 15,-2-4-9-15,6-3-12 0,0 0-8 16,0 0-5-16,-2-32 0 0,8 9-7 16,3-12-3-16,3-2 0 0,5-8-8 0,-3 11 7 15,-1 5-11-15,1 0 5 0,-7 8 10 16,-2 6-12-16,3 3-2 0,-4 4-2 0,2 2 4 15,0 0-2-15,-1 6 3 0,-5 0-4 16,15 0-1-16,-15 0-1 0,19 12-4 0,-5-4-2 16,3 1-5-16,-1 3-18 0,0-2-30 15,4 1-39-15,-6 2-55 0,6-1-79 0,-6 1-96 16,4-1-108-16,-5 0-126 0,1 2-172 16,-3 2 65-16,-1-5-554 0,-3 2-671 15</inkml:trace>
  <inkml:trace contextRef="#ctx0" brushRef="#br0" timeOffset="48127.21">26258 8324 3351 0,'0'0'-14'0,"-7"-4"16"0,7 4 25 16,0 0 31-16,0 0 19 0,0 0 8 15,0 0 23-15,0 0 12 0,0 0 9 16,0 0 7-16,0 0-1 0,0 0 0 0,0 0-10 15,0 0-7-15,26 1-9 0,-18-2-10 0,1-4-11 16,1 3-9-16,-1-4-7 16,1 2-8-16,-1-2-5 0,-3-1-2 0,2 0-4 15,-5 2-1-15,3-1 0 0,-4-4-1 16,-2 4-1-16,-2-3-2 0,-4 2-5 0,1-1-7 16,-4 2-2-16,-3 3-5 0,-3 3-5 15,-5 3-2-15,-4 3-3 0,-7 7 1 0,-1-1 1 16,3 7 4-16,0 2-1 0,3 3 0 15,2 2 0-15,4 0 1 0,4 1 2 0,9-3 1 16,3-4 1-16,3 1-1 0,2-4 3 16,7 3-2-16,2-2 0 0,3-3-2 15,5-3 0-15,2-2-1 0,3-5 5 16,6-3 7-16,-3-2-1 0,14-4 3 0,-2-3-7 16,-5-3 4-16,0-2 8 0,-8-3 9 15,2 0 11-15,-4-1 2 0,-3-1-4 0,-7 5 5 16,-6-1-5-16,1 2 5 0,0 3-2 15,-3-1 3-15,1 4-9 0,-3-2-5 0,-1 4-1 16,-2 3-15-16,0 0-7 0,0 0 4 16,0 0-8-16,0 0-6 0,0 0 4 15,-7 22-7-15,5-13 4 0,2-2-3 0,0 1-3 16,-2-1-5-16,6 1 2 0,-2-1 0 16,1-2 0-16,-3-5-4 0,13 8 3 0,-6-7-8 15,-7-1 1-15,17-1 8 0,-4-1-5 16,-2-2-8-16,1-1 5 0,0 2 4 15,0-1-10-15,-1-1 4 0,0 3 2 16,-3-3-6-16,-1 2 5 0,1-1 9 0,-8 4 2 16,9-3 5-16,-9 3-2 0,10-5-6 15,-10 5 1-15,8-3-9 0,-8 3 3 0,0 0 6 16,11 6-6-16,-11-6 2 0,10 9-2 16,-5-1-9-16,5-3-15 0,-3 4-13 0,1-2-18 15,5 1-34-15,3-2-20 0,-1-1-31 16,1 0-40-16,2-2-38 0,1-3-46 15,3-3-50-15,0-2-48 0,3-2-36 16,3-7-32-16,3-3-17 0,-1-5 9 0,5-7-16 0,-5-4-27 16,-1-3-21-16,-4-7-508 15,-4-3-477-15</inkml:trace>
  <inkml:trace contextRef="#ctx0" brushRef="#br0" timeOffset="48324.12">27178 7927 2517 0,'4'-55'-102'0,"-1"-9"56"16,-3 1 47-16,-5-1 53 0,-2 4 50 0,-3 4 47 15,-4 8 37-15,5 12 18 0,2 7 6 16,0 9-2-16,-4 3-1 0,4 12 1 0,-2 5 5 15,9 0 1-15,-27 32-6 0,9 0-7 16,4 15-14-16,-2 7-13 0,5 3-10 0,2 2-27 16,0 5-11-16,6 0-10 15,-3-4-19-15,4 1-41 0,4-4-50 0,0-12-60 16,2-4-70-16,-1-2-84 0,1-5-75 16,2-8-65-16,-4-5-49 0,0-6-21 0,0-2-29 15,-2-4-29-15,2-2-20 0,-4-1-393 0,2-6-370 16</inkml:trace>
  <inkml:trace contextRef="#ctx0" brushRef="#br0" timeOffset="48460.04">26992 8257 2352 0,'-24'-4'15'0,"24"4"63"16,-24-6 56-16,12 4 56 0,1-3 28 16,4 4 15-16,7 1 17 0,-14-6-7 0,10 1-15 15,4 5-18-15,0 0-23 0,18-17-16 16,-1 7-29-16,9-5-47 0,5 1-59 0,-1-5-56 16,8 4-35-16,3 1-32 15,4-3-70-15,5 0-77 0,-14 6-97 0,-4 1-107 0,-9 2-136 16,-6 5 50-16,-5 0-280 15,-3 0-290-15</inkml:trace>
  <inkml:trace contextRef="#ctx0" brushRef="#br0" timeOffset="49090.04">27474 8181 2633 0,'-6'-8'281'0,"4"3"-3"0,-1 0 4 16,3 5-5-16,-4-7-13 0,4 7 2 16,0 0 32-16,0 0 6 0,0 0-13 15,18 19-21-15,-4-8-29 0,3 2-21 16,-1 2-22-16,10 3-19 0,-2 1-17 0,1-2-15 15,-3-5-20-15,-6-1-1 0,4-1-19 16,-6-4-11-16,-1 2-6 0,-4-3-6 0,1-1-9 16,-3 0 1-16,3-2-2 0,-10-2-17 15,0 0-5-15,23-10-14 0,-16 3-17 0,0-3-19 16,4-3-33-16,-2-3-29 0,4-13-36 16,-1-1-43-16,1-3-53 0,-1-3-51 0,-1 2-70 15,-2 0-60-15,1 1-85 0,-2 6-89 16,-1 6-139-16,-2 1 4 0,4 5 68 0,-4 4-468 15,1 3-554-15</inkml:trace>
  <inkml:trace contextRef="#ctx0" brushRef="#br0" timeOffset="49709.04">28171 8073 3250 0,'-2'5'110'0,"2"-5"35"16,0 7 50-16,0-7 39 0,0 0 17 0,0 0 9 15,-1 5 1-15,1-5 3 0,0 0-21 16,0 0-13-16,0 0-19 0,0 0-23 0,0 0-14 16,23-2-22-16,-23 2-10 0,14-9-15 15,-4 3-16-15,2-3-7 0,-5 3-14 16,0-2-11-16,2 2-9 0,-5-3-7 16,-1 0-7-16,-1 3-4 0,-2-3-8 0,-4 1-2 15,3 0-14-15,-5 3-3 0,-2 1-6 16,-2 1-6-16,10 3 2 0,-28 8-3 15,8 1 7-15,-4 11-9 0,1 0 5 0,2 1-11 16,4 4 3-16,4-1-1 0,1 4 4 16,7-6-13-16,0-3 6 0,5-2 3 0,5 1 1 15,0-4 2-15,3 3-2 0,5-2-1 16,2-3-3-16,3-4 1 0,0-2 5 0,6-2 0 16,-3-3 2-16,-3-1-2 15,4-1-5-15,-1-3 9 0,-1-4-11 0,0-2 2 16,-4-1 8-16,2-1 0 0,-4-2 8 15,-3-1 3-15,-2-2-10 0,-4-1 0 0,2-3 3 16,-3 4-1-16,-3-5-3 0,-1-4-1 16,0 6-2-16,0 3-3 0,0 3 1 0,2-1 6 15,-2 4-13-15,0 0 0 0,0 3-8 16,2-1-1-16,-2 1-3 0,2 0 2 0,-2 8 1 16,4-8 2-16,-1 3 3 0,5 1 3 15,2-1-3-15,-10 5 5 0,23-5-1 0,-10 3-1 16,5 2 7-16,-4 0 13 15,4 4 5-15,0-1 5 0,0 1 6 0,-2 4 16 0,0 2 4 16,-5-2-8-16,5 0 0 0,-5 1-3 16,3 7-7-16,-7-7-6 0,4 3 0 15,-3 1-10-15,2-1-23 0,-3 1-37 16,-1-4-44-16,-1-2-44 0,2 3-51 0,0-3-61 16,-1-2-77-16,-1 0-75 0,1-3-86 15,-6-2-82-15,19-2-123 0,-6-3-49 0,7-4 73 16,-5-1-548-16,13-10-671 0</inkml:trace>
  <inkml:trace contextRef="#ctx0" brushRef="#br0" timeOffset="50207.11">29191 7231 3123 0,'-10'-18'8'0,"3"5"52"0,-3 3 23 0,2 4 34 0,1 0 26 15,-4 3 24-15,1 6 20 16,2 1 16-16,-7 10 18 0,1 11 2 0,-4 17 2 15,4 6-12-15,-1 7-6 0,5 3-4 16,-1 6-20-16,2-2-13 0,3 2-22 0,2 2-15 16,0-2-14-16,2-1-11 0,2-3 12 15,0-13-21-15,-4-4-27 0,6-1-31 0,-2-12-30 16,0-4-24-16,0-6-18 0,0 1-18 16,0-7-8-16,0 1-7 0,0-2-7 0,0-5-28 15,-2-3-23-15,2-5-10 0,0 0 6 16,0 0 15-16,0 0 12 0,0 0 12 15,-23-22 8-15,16 7 20 0,-10-9 21 16,0 1 24-16,4 5 18 0,3 4 23 16,-1 1 17-16,1 2 12 0,2 0-5 0,1 4-3 15,1 3-5-15,1 1-2 0,5 3 5 16,-9-6 2-16,9 6-1 0,0 0 2 0,0 0 3 16,0 0 4-16,10-6-1 0,1 0-7 15,3 0-1-15,8-4-7 0,9-3-4 0,3-1-2 16,-1 3-5-16,0 0-4 0,-7 2-4 15,-5 5-3-15,-4 4 6 0,-2 2-1 0,5 8 6 16,-7-2 4-16,-1 5-4 16,1 4-2-16,-6 4-2 0,-1 0-1 0,-2 0-2 15,2 0 0-15,-5 4-13 0,1-3-24 16,0 0-34-16,2 0-42 0,-4-4-52 0,2 0-76 16,0-4-90-16,-1-2-89 0,1-3-110 15,3-3-148-15,-1-1-1 0,-4-5 82 0,11 0-428 16,-11 0-478-16</inkml:trace>
  <inkml:trace contextRef="#ctx0" brushRef="#br0" timeOffset="50359.3">29459 7656 2810 0,'0'-16'87'0,"-4"4"41"0,4 4 32 16,-3-1 18-16,1 4 19 0,0 1 3 0,2 4-18 15,-4-8-19-15,4 8-20 0,-1-7-22 16,1 7-41-16,0 0-56 0,0 0-79 0,0 0-115 15,0 0-124-15,0 0-137 0,9 23-153 16,-6-13 52-16,6 3-287 0,2 4-305 0</inkml:trace>
  <inkml:trace contextRef="#ctx0" brushRef="#br0" timeOffset="50574.58">29726 7935 2526 0,'-15'5'146'0,"1"2"28"0,-2-2 29 0,0 0 48 16,-2 8 31-16,0-6 11 0,3-1-10 16,1 1-15-16,2 0-28 0,0 2-26 0,0 0-19 15,5-2 3-15,-1 0-26 0,0 0-16 16,5-1-44-16,1 1-49 0,0-1-58 0,2-6-75 16,2 10-102-16,-2-10-110 0,5 4-114 15,-5-4-110-15,20-4-161 0,-20 4 59 0,25-8-440 16,-11 1-520-16</inkml:trace>
  <inkml:trace contextRef="#ctx0" brushRef="#br0" timeOffset="51223.15">29823 7892 2858 0,'0'0'18'0,"0"0"45"15,-20 10 40-15,20-10 57 0,-12 8 34 16,4-3 28-16,3 1 3 0,-3 4 0 0,5-4-10 15,-2 2-9-15,3-1-15 0,2-7-13 16,0 16-16-16,2-7-19 0,1-3-1 0,1 1-14 16,-1 0-12-16,5-1-16 0,-8-6-5 15,21 4-8-15,-14-4-10 0,-7 0-11 16,29-4-7-16,-16-2 8 0,1-1-19 16,1 0-5-16,-3-2 1 0,-3-1-7 0,0 0-4 15,-1-1 6-15,-4 0 1 0,-2 2 2 16,-2 2-10-16,0 7-6 0,-10-6-2 15,10 6-8-15,0 0 1 0,-55 23 1 0,23-4-5 16,-7 12-1-16,7-1 19 0,-1 6-1 16,8-2-2-16,9-7-11 0,0 1 4 0,9-6-3 15,3-1-2-15,4-6-2 0,6-1 4 16,-1-2-5-16,7-3 6 0,1-3-6 0,7-3-2 16,-2 0-2-16,9-6 5 15,11-4 5-15,0 0-7 0,2-5 5 0,6-6-6 16,1-3-3-16,-2-1 8 0,-4-6-10 15,1-2 3-15,-5-4 2 0,-1 1-7 0,-4-6 2 16,-1 1-4-16,-6 1 0 0,-9 5-2 16,2 3 1-16,-5 3 6 0,-4 9 0 0,-1 3-3 15,-4 2-4-15,-2 7-3 0,-2 1 2 16,0 4 2-16,0 0-4 0,0 0 7 0,0 0-1 16,-21 21 4-16,15-7 2 0,2 0-4 15,1 3 13-15,-1 0 14 0,2-1 22 0,0 4 25 16,4 0 27-16,2 1 35 0,0 1 8 15,-3 3-3-15,5-4 4 0,-2 2 9 16,-1 0-22-16,-1-5-137 0,0 0 0 0,-2-3 0 16,-2 2 0-16,0-1 0 0,-3 2 0 15,-3-1 0-15,-3 0 0 0,-3-3 0 16,2 2 0-16,-4-5 0 0,-9 8 0 16,5-8 0-16,-2-3 0 0,3 0 0 0,0-4 0 15,2 2 0-15,-3-5 0 0,2 2 0 16,-3 0 0-16,1-2-407 0,-4-1-596 0,5-1 83 15,-2 1 108-15,0-3-905 0,4 0-1151 16</inkml:trace>
  <inkml:trace contextRef="#ctx0" brushRef="#br0" timeOffset="52006.73">21343 10159 4904 0,'0'0'-63'0,"0"0"75"0,-9 22 57 0,-1-13 38 16,0 1 24-16,-1 2 17 0,-1 3 8 16,3 1-5-16,5-1-3 0,-1-1-13 15,1 0-15-15,4-1-10 0,6 2-4 0,-1-3-14 16,8 2-4-16,5-4-13 0,-1-3-3 15,6 1-8-15,0-4-5 0,-2-4-5 0,4 0-3 16,-1-6-6-16,6-2 1 0,1-4-6 16,-3-5-3-16,-3 0 17 0,-3-3 11 15,-6-1 26-15,-2 4 11 0,-5-3 0 0,-3 1-11 16,-6 0-6-16,-2-5-10 0,-5-6-7 16,-4 2-11-16,-5-1-8 0,-3 3-10 0,0 2-18 15,1 7-27-15,6 7-26 0,-6-1-44 16,1 8-46-16,3-1-46 0,2 4-60 15,-4 2-78-15,5 2-92 0,0 0-77 16,0 2-86-16,2 2-138 0,4-1-17 0,-1 1 79 16,4-2-530-16,2 2-634 0</inkml:trace>
  <inkml:trace contextRef="#ctx0" brushRef="#br0" timeOffset="52623.17">21627 10115 3010 0,'6'6'-46'0,"0"1"61"0,-4-2 60 16,-1 1 58-16,-1-6 45 0,2 8 20 0,-2-8 18 15,2 5 7-15,-2-5-2 0,4 5-5 16,-4-5-2-16,0 0 5 0,7 7 4 0,0-3-13 16,-7-4-14-16,14 1-21 15,-14-1-18-15,20 0-13 0,-20 0-10 0,23-3-15 16,-10 1-8-16,-2-1-16 0,3-2-11 16,1-2-4-16,-3 0-8 0,1-2 18 0,-4-3-12 15,-1-1-9-15,1-5-6 0,-3-3-8 16,-4 5-2-16,-4-5-8 0,-4-2-6 0,3-1-4 15,-5 3-1-15,2 0-5 0,-2 5-4 16,3 1-12-16,-2 5 1 0,-6 3-4 0,4 4-3 16,0 3 1-16,9 0-1 0,-19 5-3 15,9-2-3-15,0 4-4 0,5-2-2 16,-1 0 3-16,6-5 6 0,0 9-5 16,0-9 8-16,14 5-3 0,-5-5 3 0,-9 0 1 15,56-12-5-15,-22 3 3 0,2-4-1 16,0 1 2-16,-4-2 9 0,1 0 17 0,-7 4 17 15,-8 3 2-15,-3 2 7 0,-3 2 0 16,-1-2-5-16,-4 3 0 0,-7 2 24 0,20 7 5 16,-13 0 0-16,-2 3-7 0,-1 2-2 15,3 3-45-15,-4 2-29 0,-1 5 0 0,2-1 0 16,0-4 0-16,-1 4 0 0,1-4 0 16,0-3 0-16,0-3 0 0,2 4 0 15,-2-6 0-15,-1 2 0 0,5-2 0 16,-3-4 0-16,5-1 0 0,0 1 0 0,1-5 0 15,-11 0 0-15,26-9 0 0,-6 0 0 16,-3-1 0-16,2-2 0 0,-2-2 0 0,4-5 0 16,-6 5 0-16,-3 5 0 0,-2 1 0 15,-1 2 0-15,-3 2 0 0,-3 0 0 0,-3 4 0 16,0 0 0-16,0 0 0 0,0 0 0 16,16 12 0-16,-12-6 0 0,-3 1 0 0,7 3 0 15,6-2 0-15,0 4 0 0,8-1 0 16,1-5 0-16,9 4 0 0,1-5-52 0,4-2-120 15,1 0-86-15,5-8-108 16,-2 1-113-16,-1-4-109 0,12-2-134 0,0-1-67 16,-9 1 88-16,-3 0-681 0,0 1-836 15</inkml:trace>
  <inkml:trace contextRef="#ctx0" brushRef="#br0" timeOffset="54239.11">23437 9492 4012 0,'-7'-31'-21'0,"2"6"38"0,1 3 50 15,-3 7 46-15,4 1 7 0,-3 2-6 16,2 4-11-16,4 7 23 0,0 1 44 16,0 0 28-16,-3 39 12 0,1 1 6 15,2 9 2-15,-4 13-3 0,2 3 1 0,2-3-7 16,0 1-28-16,2-3-11 0,2 0-17 15,1-3-14-15,1-13-13 0,0 0-17 0,-1-7-8 16,3-2-12-16,0-5-8 0,-5-9-8 16,1-2-5-16,2-6-6 0,-2-2-5 15,-2-3 1-15,2-3-7 0,-4-5-3 0,5 4-6 16,-5-4-4-16,0 0-4 0,13-26-9 16,-6 7 7-16,-2-13-10 0,3-2-1 0,-5-4-4 15,3-2-2-15,-2 2 0 0,0 2-1 16,2 2 2-16,-4 10-4 0,1 5-4 0,-3 4 3 15,0 3-11-15,2 2 0 16,2 1 0-16,-2 4 0 0,1 3-5 0,-3 2 2 0,0 0-1 16,0 0 2-16,31 9 0 15,-21-2 4-15,1 3-4 0,0 0-2 0,3 1 6 16,-3-1-38-16,3 2-29 0,-5-2-42 16,2 2-44-16,0-4-57 0,-2 4-59 0,-2-1-72 15,2-1-66-15,0 0-52 0,-4-1-48 16,5-1-48-16,-2-2-94 0,-3-2-35 0,3-4 79 15,-8 0-468-15,0 0-542 0</inkml:trace>
  <inkml:trace contextRef="#ctx0" brushRef="#br0" timeOffset="54840">23933 9789 2909 0,'6'-5'16'0,"0"0"40"16,-3 1 28-16,-3 4 38 0,2-3 20 16,-2 3 0-16,0 0-6 0,0 0 0 15,0 0 28-15,0 0 12 0,0 0-1 16,18 14 0-16,-16-2-6 0,1-4-7 0,-3 4-4 15,2-2-12-15,-2 4-14 0,0-2-11 16,0 2-7-16,-2-1-18 0,1 3-6 0,-6-3-8 16,1-1-6-16,3-1-9 0,-3-1-11 15,1-2-4-15,-3-1-5 0,0-1-11 0,1-5-12 16,7-1-14-16,-18-1-16 0,11-5-12 16,-4-2-11-16,-1-7-8 0,2-5-3 15,-1-7-4-15,4-2-1 0,0 3 6 0,4 6 2 16,1 3 0-16,0 0 6 0,0 5 0 15,0 2-1-15,2 2 4 0,-2 2 5 16,2 6 18-16,4-5 4 0,-4 5 10 16,0 0 7-16,0 0 9 0,0 0 6 0,23 15 4 15,-15-7 3-15,1 0-8 0,1 3 1 16,1-1-1-16,0 1 2 0,-1-2 1 0,1-4-1 16,0 3-4-16,0-3-1 0,-4 0 0 15,0-1 2-15,-7-4 2 0,18 3-2 16,-18-3-2-16,17-3 1 0,-17 3-5 0,21-7-3 15,-10 2-2-15,-3 1-1 0,3-2-3 16,-3 4-3-16,-8 2-8 0,12-3 2 0,-12 3-4 16,0 0 15-16,0 0 12 0,27 5 7 15,-22 1-5-15,4 1 2 0,-1 0 5 16,2 4-2-16,-1-3 2 0,0 0-2 0,3 3 3 16,-1-3-5-16,5-1-10 0,-1 0 8 15,1-2 8-15,-2-1 0 0,6-2-6 0,-2-2 8 16,4-2-11-16,1-4-2 0,0 0 2 15,4-8-3-15,-2 0-3 0,0-1-1 0,-3-1 6 16,-2-2-1-16,-6 2-16 0,-1 3 0 16,-3-4-1-16,-3 5 2 0,1 2 3 15,-5 1-8-15,4-3-2 0,-3 4-23 16,-3 1-20-16,3 1-27 0,0 0-41 0,-1 1-50 16,-3 5-62-16,4-9-82 0,-4 9-70 0,6-4-68 15,-6 4-72-15,0 0-149 0,6-2-2 16,-6 2 68-16,0 0-431 0,0 0-498 15</inkml:trace>
  <inkml:trace contextRef="#ctx0" brushRef="#br0" timeOffset="55040.06">24701 9578 2945 0,'8'-12'96'16,"-5"5"55"-16,-1 0 28 0,0 4 12 16,-2 3 0-16,0 0 22 0,0 0 34 0,0 0 12 15,14 19-1-15,-12-8-6 0,2 7-25 16,-3 4-23-16,3 0-16 0,-2 1-18 15,2-2-23-15,-3 3-15 0,-1-2-38 16,2-6-47-16,2 4-55 0,-1-3-59 0,-1-3-79 16,-1-2-84-16,-1-1-86 0,2 1-67 15,-4-5-110-15,1 0-162 0,-1-2 38 0,2-5 63 16,-10 5-372-16,10-5-406 0</inkml:trace>
  <inkml:trace contextRef="#ctx0" brushRef="#br0" timeOffset="55188.72">24687 9379 2524 0,'0'-11'2'0,"-1"7"24"0,-1-4 16 0,0 3 5 15,2 5-4-15,-2-7-7 16,2 7-5-16,0 0-20 0,0 0-27 0,0 0-43 16,0 0-57-16,0 0-67 0,0 0-80 15,9 20-136-15,-5-11-188 0,1 3-88 0</inkml:trace>
  <inkml:trace contextRef="#ctx0" brushRef="#br0" timeOffset="55823.74">24754 9532 1832 0,'0'0'146'0,"0"0"18"0,0 0 11 0,0 10 6 16,0-10 22-16,3 8 27 0,-3-1 18 0,2 4-1 16,1-1-9-16,1 5-12 15,0 2-12-15,-1-1-12 0,-1-1-17 0,4 2-15 16,-3-1-14-16,4 3-13 0,-3-1-15 15,-3-7-13-15,5 3-6 0,-2-5-12 0,-1 1-11 16,-1 0-8-16,2-3-6 0,1-2-3 16,-5-5-1-16,11 3-4 0,-11-3 0 15,0 0-4-15,34-19 4 0,-15 1 18 0,3-3 5 16,0-4 1-16,-5 4 5 0,0 1 10 16,-5 8 9-16,-5 4 8 0,2-1 3 15,-3 1-16-15,-1 3-14 0,-5 5-5 0,0 0-1 16,0 0-7-16,0 0-8 0,24 17-9 15,-20-9-6-15,2 3-1 0,-1 1-10 16,1 2-2-16,-1-3-9 0,4-1-9 0,-4 2-11 16,3-5-5-16,-3 3-23 0,1-4-3 15,0 0-2-15,0-4 0 0,-6-2 2 0,13 3 1 16,-13-3-2-16,0 0-3 0,21-11 5 16,-12 3-2-16,0-2 5 0,2-7-3 0,-2 5 4 15,-2-3 5-15,2 3-1 0,-6 2 0 16,3 1-2-16,-1 5-2 0,-5 4-1 0,0 0 18 15,0 0 12-15,0 0 0 0,8 25 8 16,-8-4 2-16,-4 12-2 0,2 8-1 0,4 3 2 16,0 13 10-16,3-1 38 15,2 2 5-15,4-2 10 0,-2-1-3 0,3-3 1 16,-1-4 2-16,3-11-86 0,-5-4-4 16,-3-6 0-16,-2-6 0 0,-1-5 0 0,-1 1 0 15,-2-3 0-15,-4-3 0 0,1 4 0 16,-6-5 0-16,-3 0 0 0,-3-1 0 0,-6-2 0 15,-4 0 0-15,-1-4 0 0,-17 0 0 16,2-4 0-16,-7-2 0 0,-10-4 0 0,6-2 0 16,-6 0 0-16,9-2 0 15,7 2 0-15,3 0 0 0,5 3 0 0,9 1 0 16,7 1 0-16,4 2 0 0,1 0 0 16,5 1-598-16,0-2-127 0,8 3-177 0,0 0 77 15,-17-2 89-15,17 2-762 0,0 0-945 16</inkml:trace>
  <inkml:trace contextRef="#ctx0" brushRef="#br0" timeOffset="57155.86">26057 9728 3982 0,'7'4'-39'0,"-5"2"63"16,-2-6 66-16,0 0 64 0,4 5 50 16,-4-5 39-16,0 0 17 0,0 0 11 0,0 0-4 15,0 0-23-15,0 0-18 0,0 0-18 16,18-17-24-16,-10 5-13 0,0 1-17 16,1-3-16-16,1-1-16 0,-1-3-10 15,2-11-9-15,1 8-13 0,-2-9-8 0,-3 4-4 16,0 4-4-16,-2 2 3 0,1 1-3 15,-3 4 7-15,1-2-3 0,0 7-8 0,-2 1-12 16,-1 2-9-16,-1 7-4 0,0 0-3 16,0 0-2-16,0 0-4 0,0 0-4 0,-5 26-5 15,5-7-3-15,0 3-8 0,2 1-16 16,1 0 0-16,6 9 0 0,-6-8 0 16,5-5 0-16,1 1 0 0,0-3 0 0,1-5 0 15,3 2 0-15,-1-5 0 0,1-3 0 16,-2-2 0-16,1-4 0 0,3 0-2 15,3-4-27-15,1-6-4 0,0 0-2 0,6-11-2 16,-2 0 6-16,-3-4-5 0,-1-2 5 16,3-2 3-16,-8 0 1 0,4 2 7 0,-7 7 4 15,-4 5 4-15,2 5-3 0,-6 0-1 16,-1 5 0-16,4 1 9 0,-6 4 11 16,0 0 6-16,0 0 4 0,7 19-3 0,-7-7 0 15,0 5-3-15,0-1 5 0,0 1-6 16,0 0-1-16,2 1-4 0,0 0 13 0,0-1-20 15,2 0-19-15,-4-5-33 0,4 0-38 16,0-2-40-16,-2 0-49 0,1 0-61 16,1-6-83-16,2 0-93 0,-6-4-86 15,12 4-95-15,-12-4-151 0,20-6 63 0,-8 2-621 16,3-4-769-16</inkml:trace>
  <inkml:trace contextRef="#ctx0" brushRef="#br0" timeOffset="57556.3">26877 9341 3379 0,'-2'-8'-18'0,"0"1"67"0,2 7 57 16,-3-9 39-16,3 9 35 0,0 0 32 16,0 0 16-16,0 0 11 0,0 0 5 0,-22 16 0 15,20-5-1-15,-1 5-11 0,-5 3-16 16,7 3-10-16,-5 1-15 0,2 2-9 16,3 0-18-16,-6 9-19 0,5-7-14 0,0-5-8 15,0-1-15-15,2-4-14 0,0 2-8 16,0-6-8-16,-1-1-5 0,1-1-6 0,0-1 0 15,0-2 1-15,0-8 8 0,0 8-4 16,0-8-3-16,0 0-7 0,0 0-9 16,0 0-4-16,9-28-4 0,-3 7-8 0,5-11-1 15,9-9-5-15,-4 0-6 0,4 6-4 16,1 6 4-16,-2 2-1 0,0 4 3 0,-4 6-2 16,-3 5 0-16,-3 4-18 0,-2 2-7 15,5 3 0-15,-12 3 0 0,19 3 0 16,-9 3 0-16,-1 4 0 0,0 0 0 15,2 5 0-15,-2 2 0 0,-4 1 0 0,7 1 0 16,-4 2 0-16,-1-3 0 0,2 1 0 16,-1 0 0-16,-2-3 0 0,0-3 0 0,-2-1 0 15,-3-2-80-15,5 1-157 0,-2-3-55 16,-3 0-75-16,1-2-95 0,1-1-90 0,-3-5-100 16,4 5-123-16,-4-5 66 0,0 0-674 15,0 0-835-15</inkml:trace>
  <inkml:trace contextRef="#ctx0" brushRef="#br0" timeOffset="57790.54">27289 9341 3825 0,'0'-10'67'0,"2"3"50"15,-2 7 42-15,0-10 33 0,0 10 19 16,0 0 30-16,0 0 32 0,0 0 25 16,0 0 4-16,2 25-18 0,0-8-20 0,-2 0-22 15,0 9-23-15,0 1-22 0,0 0-18 16,-2 9-17-16,0-2-22 0,0-5-31 0,2-6-48 15,0 0-46-15,-4-4-62 0,4-3-56 16,0-1-62-16,0-3-58 0,-2-2-73 0,2-3-73 16,0-2-51-16,0-5-47 0,0 0-37 15,0 0-39-15,0 0-53 0,0 0-8 16,4-26-491-16,-2 6-566 0</inkml:trace>
  <inkml:trace contextRef="#ctx0" brushRef="#br0" timeOffset="57922.53">27329 9186 2803 0,'2'-26'-73'0,"-2"5"59"15,1 6 47-15,-1 2 36 0,0 3 31 16,0 2 14-16,0 0 5 0,0 8-9 0,0-15-14 16,0 15-15-16,0-10-27 0,0 6-41 15,0 4-59-15,0 0-72 0,0 0-102 16,0 0-118-16,0 0-161 0,7 21 44 0,-5-13-167 16,0 6-121-16</inkml:trace>
  <inkml:trace contextRef="#ctx0" brushRef="#br0" timeOffset="58274.17">27685 9288 1721 0,'-3'-10'73'0,"-1"8"14"0,4 2 17 16,0 0 21-16,0 0 37 0,-19 12 17 15,11-5 18-15,1 3 4 0,-3 4 8 0,0 3 1 16,-1 0-1-16,3 2 3 0,-1 2-7 15,1-3-8-15,3 2-9 0,-2-4-10 0,5 0-9 16,1-3-4-16,-1 0-10 16,2-3-4-16,2-1-5 0,-1-2-4 0,4-1-10 15,1 0-12-15,-3-3-9 0,-3-3-12 16,13-2-5-16,-13 2-15 0,20-9-13 0,-9 3-16 16,-1-4-14-16,3-4-13 0,-2-1-12 15,-1-2-14-15,-1 0-16 0,1-5-8 16,-4 3-11-16,-2 5-20 0,-1-3-34 0,-1 7-39 15,0 3-38-15,-6 0-41 0,4 7-27 16,-3-3-26-16,3 3-33 0,0 0-50 0,0 0-63 16,-25 12-97-16,17-5-58 0,2 1 43 15,0-3-267-15,5 1-277 0</inkml:trace>
  <inkml:trace contextRef="#ctx0" brushRef="#br0" timeOffset="58488.25">27695 9399 2180 0,'1'4'68'0,"1"4"60"0,1 3 57 0,-3 3 53 15,0 5 34-15,0 4 21 0,-5 18 14 16,0 2 8-16,-4 9 15 0,-1 2-4 0,-2 0-16 16,1 1-5-16,-1 5-40 0,-1 0-21 15,0-4-24-15,0 2-22 0,-2-6-23 0,-1-2-17 16,3-2-13-16,1-11-16 0,1 0-13 16,2-4-24-16,-1-7-32 0,0-3-37 0,7-8-39 15,-3-1-39-15,3-5-54 0,1-1-62 16,-3-4-72-16,5-4-78 0,0 0-74 0,0 0-73 15,0 0-82-15,-7-15-151 16,8-3 62-16,5-5-522 0,2-16-628 0</inkml:trace>
  <inkml:trace contextRef="#ctx0" brushRef="#br0" timeOffset="58790.14">27798 9351 3037 0,'0'-10'7'16,"0"4"44"-16,0-2 8 0,0 8 14 15,0 0 45-15,0 0 26 0,0 0 30 0,0 0 13 16,-10 29 5-16,8-15-6 0,2 3-12 16,-2 4-14-16,0 2-14 0,2-3-10 15,2 1-16-15,0 1-13 0,0-3-8 16,3-2-8-16,0-3-9 0,-1 3-7 0,1-5-11 16,3-2-6-16,2-3-15 0,-1-2-14 15,2 0-18-15,3-5-16 0,-1-2-10 0,1 1-6 16,1-6-4-16,0-4 2 0,0 0 4 15,1-1 2-15,-3-4-1 0,-2 1-3 0,1-2-11 16,-3-5-16-16,-3 5-9 0,0-7-22 16,-2 5-26-16,-1-2-42 0,-1 3-42 0,2-1-56 15,-4 1-72-15,0 4-87 16,0 2-141-16,2-2-21 0,-2 4 66 0,2-2-257 16,-2 2-247-16</inkml:trace>
  <inkml:trace contextRef="#ctx0" brushRef="#br0" timeOffset="59204.94">28396 9326 2213 0,'0'5'136'0,"0"-5"44"0,0 8 49 16,0-8 35-16,0 0 32 0,0 0 19 0,-2 5 16 15,2-5-2-15,0 0-6 16,0 0-24-16,0 0-24 0,0 0-26 0,0 0-23 15,0 0-24-15,0 0-21 0,27-15-18 16,-22 10-16-16,0-2-29 0,0-2-6 0,-3 1-14 16,2-4-8-16,-2 2-13 0,-2 0-20 15,-2-1-12-15,-2 1 0 0,1 1-22 0,-3 4 6 16,6 5 0-16,-21-1-4 0,0 6 1 16,-6 8-6-16,-2 3 2 0,0 3-8 0,4 3 1 15,2 4-8-15,5 1-8 16,3-2 13-16,7 0-4 0,0-4 7 0,7-3-3 0,1 2-6 15,1-3 4-15,-1 1-1 0,6-1-2 16,2 1 9-16,3-3-1 0,0 0 0 0,3-3 7 16,-1-3-7-16,1-1 2 15,3 0-4-15,-1-4-10 0,-4-4-20 0,2 0-24 16,1 0-33-16,-1 0-35 0,1-4-47 16,0-2-46-16,0 3-54 0,1-4-70 0,-3 0-72 15,0-1-69-15,-1-1-103 0,-3-1-138 16,0-6 68-16,1 6-530 0,-2-1-636 0</inkml:trace>
  <inkml:trace contextRef="#ctx0" brushRef="#br0" timeOffset="60554.76">29159 8828 3222 0,'4'-39'-48'0,"-3"0"14"0,3-1 17 0,2 3 39 16,-1-1 45-16,1 2 39 15,2 3 34-15,-2 7 35 0,-5 6-1 0,3 4-15 16,-4 9-17-16,0 6 16 0,0 1 33 16,-16 41 16-16,-9 8 14 0,-11 29 14 15,-7 14 33-15,-2 17 29 0,-5 11 1 0,-17 44-15 16,6-1-21-16,19-37-25 0,0 2-21 16,4 3-20-16,4-3-17 0,6-8-21 0,-1-5-12 15,4-11-15-15,2-10-12 0,10-26-13 16,-3-5-11-16,5-12-15 0,4-15-80 15,-3-2 0-15,4-11 0 0,2-5 0 16,1-4 0-16,-1-3 0 0,2-5 0 0,0 0 0 16,2-6 0-16,0 0 0 0,0 0 0 15,0 0 0-15,4-24-52 0,0 7-241 0,3-16-87 16,2-1-87-16,7-14-79 0,5-2-98 16,0 0-146-16,5-8 53 0,14-14 77 0,6 0-572 15,6-2-694-15</inkml:trace>
  <inkml:trace contextRef="#ctx0" brushRef="#br0" timeOffset="61138">29728 8785 3421 0,'2'-23'-1'0,"0"5"48"16,-2 5 51-16,0 1 42 0,0 3 26 16,-2 4 12-16,2 5 23 0,0 0 27 0,0 0 23 15,-29 41 15-15,9 2 30 0,-1 8-7 16,-3 7-2-16,2 5-9 0,-3 15-18 15,4-15-19-15,0 4-24 0,1-4-17 0,4-2-17 16,1-4-25-16,-1-4-14 0,9-13-17 16,0-5-12-16,0-2-12 0,3-11-8 0,3-3-11 15,-3-3-10-15,4-5-29 16,-2 0-45-16,2-4 0 0,0-2 0 0,0-5 0 16,0 0 0-16,0 0 0 0,0 0 0 15,0 0 0-15,0 0 0 0,0-38-59 0,-5 18-14 16,-1-1-9-16,-6-8-5 0,1 4 3 15,-5-1 5-15,1 9 2 0,2 5 6 0,0 4 8 16,-4 3 11-16,-2 7-3 0,-3 5 8 16,-5 7 4-16,4 5 4 0,1 7 2 0,5 1 5 15,2 2 3-15,1 0 4 0,7-4 4 16,3-4-4-16,2-4 7 0,2-3 3 0,4 1 1 16,1-3 3-16,7-2-11 15,3-4-12-15,3-4-23 0,0 1-29 0,3-5-22 0,4-3-30 16,8-5-29-16,1-4-37 0,0-1-40 15,6-8-36-15,0 1-25 0,-2-5-23 16,-2-1-22-16,0-2 6 0,-3-4 36 16,-8 10 39-16,-2-1 37 0,-2 4 45 0,-8 4 38 15,1 5 38-15,-9 2 41 0,5 3 38 16,-7 2 44-16,1 3 41 0,-4 2 36 0,0 0 39 16,0 0 14-16,0 0 14 0,2 22-1 15,-2-11-1-15,-4 4-2 0,0 2-12 16,3 3-12-16,-3-4-16 0,2 2-7 0,-2 1-12 15,4-2-24-15,-1 0-35 0,1-3-49 16,0-2-61-16,0-2-71 0,0-2-60 0,0-1-77 16,1-1-82-16,-1-6-89 0,0 0-90 15,0 0 39-15,0 0-225 0,22-9-223 16</inkml:trace>
  <inkml:trace contextRef="#ctx0" brushRef="#br0" timeOffset="61571.04">29905 9198 2205 0,'0'-12'138'0,"0"6"29"0,0 6 23 16,-2-11 16-16,2 11-4 0,0-8-6 16,0 8-21-16,0 0-19 0,-1-8-16 0,1 8-17 15,0 0-35-15,0 0-33 0,0 0-25 16,9-6-37-16,-9 6-38 0,6-2-24 16,-6 2-18-16,0 0-4 0,17 2 6 15,-17-2 9-15,0 0 6 0,14 4 7 0,-14-4 13 16,0 0 22-16,9 6 24 0,-9-6 23 15,2 6 21-15,-2-6 16 0,0 11 9 0,0-11 11 16,-7 16 4-16,0-5 4 0,3 1 0 16,-1 0-1-16,-3 1 0 0,5 1-8 0,-1 0-8 15,0-2-4-15,2-2-1 0,0 2-5 16,2-2 9-16,0 1 10 0,2-3 0 0,0 2 7 16,4 1 5-16,-2 1 13 0,1-2 10 15,1 3 14-15,-1-1 7 0,4-1 8 16,-6-1 17-16,3 3 28 0,-1-4-13 15,-1 2 14-15,0-2 4 0,0 0-4 0,-4 0-7 16,4-1-10-16,-4 2-11 0,0-10-22 16,-4 15-4-16,3-8-24 0,-2 0-13 15,-3 0-31-15,1-2-28 0,5-5-39 0,-15 5-45 16,15-5-51-16,-16 0-47 0,16 0-56 16,-17-7-60-16,7 0-72 0,3-6-75 0,0-3-85 15,0-7-116-15,3-10-114 0,4-5 63 16,7-3-546-16,6-15-671 0</inkml:trace>
  <inkml:trace contextRef="#ctx0" brushRef="#br0" timeOffset="62087">30481 8494 3139 0,'2'-13'29'0,"-4"2"79"0,0 1 42 16,-2 3 34-16,4 7 26 0,-1-9 16 15,1 9 12-15,0 0 21 0,0 0 8 0,-24 33 13 16,13 0-2-16,1 4 2 0,-6 13-6 15,0 0-16-15,3 3-35 0,-3 3-17 0,1 2-19 16,2 2-20-16,-2-4-16 0,4 2-15 16,-3-7-14-16,5 1-12 0,-5-6-14 15,6-9-26-15,3-5-25 0,-4-3-25 16,2-5-30-16,2-7-23 0,-1-3-28 0,2-2-22 16,1-2-21-16,-1-1-31 0,-2-4-25 15,2 0-14-15,-2-1-10 0,6-4-3 0,0 0 15 16,0 0 21-16,-23-9 8 0,16 4 23 15,-2-4 9-15,1 1 13 0,0 1 28 16,0 0 18-16,3 2 11 0,-1-1 11 0,3 1 9 16,3 5 10-16,-11-6 13 0,11 6 18 15,0 0 25-15,0 0 19 0,0-9 9 0,0 9 8 16,14-7 2-16,1 2-1 0,5-4 5 16,3 1-4-16,5-7-4 0,3 1 0 0,-1-1 10 15,1-2 10-15,-5 3 2 16,-7 6 4-16,-1 1 0 0,-6 4 11 0,-1 0 11 15,-11 3 8-15,20 5 3 0,-15 0-2 16,4 4-9-16,-5 1-10 0,-3 1-9 0,1 4-10 16,-2 3-14-16,-2 0-10 0,2-1-8 15,0 0-40-15,-1 2-26 0,-3-2-9 0,-1 0-50 16,5-3-69-16,-4-1-48 0,4 1-47 16,-1-2-51-16,-1-4-58 0,2 1-67 0,2-2-59 15,-2-7-77-15,1 8-79 0,-1-8-103 16,0 0 56-16,0 0-566 0,20-15-688 15</inkml:trace>
  <inkml:trace contextRef="#ctx0" brushRef="#br0" timeOffset="62221.22">30620 9124 3125 0,'2'-10'-41'0,"0"4"64"0,-2 0 44 16,0 6 36-16,0 0 18 0,0 0 5 0,-7-8-12 16,7 8-15-16,0 0-20 0,0 0-42 15,-10-1-76-15,10 1-76 0,0 0-85 0,0 0-105 16,0 0-148-16,0 0-55 0,0 0 54 15,0 0-151-15,-6 15-105 0</inkml:trace>
  <inkml:trace contextRef="#ctx0" brushRef="#br0" timeOffset="62754.52">30599 9145 1929 0,'0'0'169'0,"0"0"25"16,0 0 15-16,0 0 19 0,0 0 33 15,-7 8 27-15,7-8 6 0,0 0-6 16,0 10-12-16,0-10-18 0,3 11-21 0,-3-11-19 15,8 10-24-15,-4-5-15 0,-4-5-20 16,10 10-12-16,-7-6-18 0,3 2-11 0,-6-6-15 16,5 6-5-16,-5-6-12 0,4 6-4 15,-4-6-7-15,8 6-4 0,-8-6-11 0,0 0-6 16,0 0-17-16,0 0-3 0,21-14-5 16,-16 4-9-16,4 5-1 0,-4-4-1 15,3 0 0-15,-3 3-1 0,3 1 3 0,-2-1 3 16,-6 6 9-16,11-6 12 0,-11 6 17 15,9-2 12-15,-9 2 11 0,0 0 2 0,0 0 0 16,0 0-14-16,22 10-6 16,-17-6-8-16,-1 1-3 0,2 3-9 0,0-4-4 15,-1 2-36-15,3 0-18 0,-5-3-26 16,6-1-13-16,-4 2-17 0,-5-4-20 0,15 4-8 16,-15-4-18-16,14-2-14 0,-3 0-16 15,0-2-15-15,1-3-15 0,3 0-17 0,-3-4 9 16,3 2 12-16,0-3 16 0,-2-2 24 15,-3 5 18-15,0-3 21 0,-5 4 24 0,3 0 19 16,-5 3 19-16,4 1 16 0,-3 0 16 16,-4 4 23-16,0 0 22 0,0 0 10 15,0 0 8-15,0 0-3 0,0 0-4 16,7 15-3-16,-5-9-5 0,-2 4-6 0,0-3-6 16,2-1-6-16,-1 2-3 0,1 0-9 15,2-1-12-15,2-2-9 0,0-1-18 0,1 1-26 16,3-5-27-16,0 4-38 0,-10-4-46 15,22-2-48-15,-6-2-47 0,-2-1-47 0,4-7-50 16,7-6-52-16,-5-3-46 0,3-1-54 16,-3-4-34-16,5-13-293 0,-3-2-312 15</inkml:trace>
  <inkml:trace contextRef="#ctx0" brushRef="#br0" timeOffset="62974.3">31469 8396 2086 0,'7'-39'-17'0,"-2"-3"73"15,1 3 53-15,-4 10 51 0,-2 7 35 0,0 3 14 16,-2 5-2-16,-2 4 3 0,-1 5 11 15,5 5 20-15,0 0 9 0,-25 26 3 16,10 3-15-16,-3 13-21 0,2 12-13 0,2 3-20 16,1 4-5-16,-1 1-23 0,5 4-18 15,3 4-14-15,3 3-11 0,5-1 6 0,1-1-15 16,5-8-19-16,-1-5-51 0,-1-5-51 16,-2-14-51-16,2-1-63 0,-4-10-79 0,-1-6-80 15,3-5-56-15,-4-5-65 0,0-1-57 16,0-5-76-16,0 0-57 0,0-6-416 15,0 0-491-15</inkml:trace>
  <inkml:trace contextRef="#ctx0" brushRef="#br0" timeOffset="63121.1">31316 9099 2618 0,'-5'-14'-14'0,"4"4"57"15,-1 3 35-15,2 7 38 0,-2-10 41 16,2 10 46-16,0 0 51 0,0 0 30 0,0 0 15 16,0 0 1-16,16 0-15 0,-16 0-26 15,16-2-19-15,-16 2-28 0,21 0-15 0,-8 0-28 16,-1-5-42-16,3 4-54 0,-1-1-63 15,-1 2-73-15,1-2-97 0,-3 0-112 0,-11 2-120 16,21 0-128-16,-13 4-159 16,-1-2 53-16,-7-2-462 0,4 8-558 0</inkml:trace>
  <inkml:trace contextRef="#ctx0" brushRef="#br0" timeOffset="63871.31">22324 11168 3032 0,'-5'-9'183'0,"-5"-2"13"0,-1 5 4 16,-2 0 20-16,-4 5 23 0,-4 2 13 16,-6 2 13-16,-9 9 5 0,-10 5 2 0,2 8-9 15,6 1-18-15,3 5-25 0,9 1-22 16,5-3-19-16,5 4-25 0,7-1-10 0,7-4-15 16,8-4-14-16,1 9-9 0,7-4-17 15,6-4-32-15,2-1-25 0,1-3-52 16,2-4-54-16,2-2-54 0,-2-6-65 15,-2-4-62-15,-1-3-67 0,3-2-52 0,1-3-48 16,11-9-42-16,0-4-69 0,8-4-78 16,-4-6-2-16,3-3-470 0,-4-2-549 0</inkml:trace>
  <inkml:trace contextRef="#ctx0" brushRef="#br0" timeOffset="64171.03">22706 11188 2895 0,'2'-10'11'0,"-4"0"52"0,2 10 43 15,-8-7 46-15,3 5 37 0,5 2 33 16,0 0 18-16,-27 6 7 0,17 1-2 0,-1 3 4 15,0 2-13-15,-1 4-14 0,4 3-18 16,3 0-19-16,-3-3-18 0,6 2-17 16,2 0-14-16,2-1-11 0,0-2-15 15,6-1-5-15,1 0-17 0,3-6-2 0,1 0-7 16,0-3-6-16,1-1-14 0,0-4-9 16,4-2-18-16,-3-2-5 0,2-6-6 0,1 5 2 15,-5-3-6-15,3-4-2 16,-5 3 0-16,-4-3 0 0,-2 4-4 0,-3-3-4 0,0 0 6 15,-2-3-12-15,-4 0-4 0,1 0-13 16,-5 1-8-16,1-2-18 0,-1 6-29 0,0 0-42 16,1 4-49-16,-2-1-67 0,-1 4-72 15,0 0-67-15,10 2-92 0,-19 0-114 16,19 0-108-16,-17 3 71 0,10 1-489 16,7-4-571-16</inkml:trace>
  <inkml:trace contextRef="#ctx0" brushRef="#br0" timeOffset="64404.04">23133 10628 3183 0,'-2'-18'151'0,"0"5"53"0,-2 4 58 0,2 1 44 16,1 0 14-16,-6 4-2 0,7 4-17 16,0 0 11-16,0 0 7 0,-13 17-12 0,8 1-21 15,-5 13-27-15,-2 4-27 0,3 14-20 16,0 0-22-16,-1 0-19 0,0 3-18 0,1 2-23 15,1-1-50-15,4-7-46 0,2 0-54 16,-1-3-61-16,1 4-74 0,4-1-64 0,0-5-71 16,3-1-82-16,3-3-77 0,-2-12-77 15,-1-4-100-15,1-7-98 0,1-2 54 16,2-6-554-16,0-2-686 0</inkml:trace>
  <inkml:trace contextRef="#ctx0" brushRef="#br0" timeOffset="64705.21">23274 11098 3242 0,'6'-17'-36'0,"-5"5"58"0,1 4 38 0,-2 3 38 16,0 5 34-16,0 0 34 0,0 0 24 16,-13 17 9-16,5-3 3 0,1 3-4 0,-1 1-4 15,1 5-16-15,-2-3-11 0,6 3-17 16,1-4-9-16,2 0-16 0,0-2-10 0,4 0-9 16,-1-2-10-16,8-1-6 0,-4-3-3 15,4-5-4-15,-1-1-2 0,5-1-5 0,-1-6-7 16,1 2-3-16,2-5-9 0,0-2-2 15,0-1 4-15,2-3-4 0,-4 1-1 0,-2-4-4 16,-2 2 1-16,-2 0 1 0,-6-1-3 16,3-5-6-16,-4 1-7 0,-6-1-13 15,2 1-7-15,-1 1-3 0,-3 3-21 16,1 1-25-16,-4 2-24 0,2 3-35 0,-2 7-46 16,9 0-41-16,-23 3-72 0,10 1-78 15,-3 6-78-15,-1-2-106 0,3 4-197 0,0-3 66 16,2 3 64-16,2-2-430 0,3 1-485 15</inkml:trace>
  <inkml:trace contextRef="#ctx0" brushRef="#br0" timeOffset="65186.64">23626 11390 3052 0,'0'0'121'0,"0"0"20"16,0 7 28-16,0-7 18 0,0 0 18 0,0 0 15 16,0 0 10-16,5 4-4 0,-5-4-14 15,13 0-19-15,-13 0-18 0,0 0-19 0,24-5-15 16,-14 2-14-16,-1-1-9 0,3-2-12 16,-3-1-17-16,0-1-11 0,3-2-6 0,-4-2-10 15,-3-2-5-15,3-5-11 0,-4-1-2 16,-2-5-5-16,-2-3-2 0,-2-9-3 15,-2-1-7-15,-4 3-1 0,1 3-3 16,1 9 0-16,1 4-3 0,-3 5-4 0,0 5-1 16,1 3-4-16,-3 2 1 0,0 4-5 15,10 0-1-15,-16 6 3 0,7-3-8 0,6 2 2 16,3-5-3-16,2 9 8 0,-2-9-3 16,21 1 4-16,-2-4 2 0,17-1-3 0,4-1 17 15,4 2 16-15,0 3-1 16,-3 1 26-16,2 1 42 0,-7 9 18 0,-6-3 17 0,-1 7 11 15,-8 6 8-15,-2-1 5 0,-5 6-9 16,-5-3-11-16,-4-2-12 0,-3 2-15 16,2 0-98-16,-4-3-22 0,0 3 0 15,-2 2 0-15,-2-2 0 0,6-3 0 0,-4-3-22 16,2 0-249-16,0-1-106 0,2-4-104 16,2-1-78-16,0 1-100 0,-3-4-149 0,4 1 71 15,2-3-718-15,3-3-903 0</inkml:trace>
  <inkml:trace contextRef="#ctx0" brushRef="#br0" timeOffset="65439.2">24734 11404 3986 0,'0'6'44'0,"0"-6"82"0,-22 20 64 0,-6-3 52 16,-16 5 43-16,-9 2 37 0,-12 4 18 16,-25 6 11-16,-6 0-17 0,-6 0-12 15,-8 7-27-15,-10-2-26 0,-8 3-24 0,2 1-21 16,-4 7-17-16,-39 18-18 0,7 2-1 15,38-12-156-15,2 0-32 0,4 1 0 0,12 0 0 16,16-5 0-16,13 0 0 0,14-3 0 16,22-11 0-16,7-1 0 0,5-4 0 0,10-8 0 15,2-2 0-15,9-6 0 0,0-3 0 16,5-2 0-16,1-5-198 0,0 1-214 0,4-2-71 16,1-1-86-16,-1-3-101 0,4 2-146 15,-3-2 72-15,-3-4-718 0,9 7-911 16</inkml:trace>
  <inkml:trace contextRef="#ctx0" brushRef="#br0" timeOffset="86883.21">21171 13437 1431 0,'0'0'304'16,"0"0"-30"-16,0 0 1 0,-16-9-6 0,16 9-10 0,0 0-4 15,-6-6-23-15,6 6-14 16,0 0 4-16,0 0 3 0,0 0-2 0,-5-6-7 15,5 6-12-15,0 0-17 0,0 0-21 16,0 0-19-16,0 0-13 0,0 0 5 16,0 0-4-16,-11 23-5 0,10-5 1 0,-3 4-2 15,0 4-5-15,-1 6-17 0,-2 4-8 16,2 0-1-16,1 1-9 0,-2-4-6 0,1 0-9 16,1-8-5-16,0-3-7 0,0-1-1 15,0-3-9-15,2-1-5 0,0-5-7 0,1 0-3 16,-1-2 8-16,2-1-4 15,-2-2 1-15,2-7 23 0,-4 8-8 0,4-8-6 16,0 0-6-16,0 0-5 0,0 0-8 16,0 0-2-16,-2-26-3 0,2 9-1 0,0-8-10 15,6-9 1-15,-1-3 2 0,3 4-7 16,-2-2-1-16,0 7-1 0,-2 7-3 0,-1 4 2 16,1 0-7-16,0 3 6 0,-1 4-8 15,4 2 7-15,-2 3-9 0,3 3-2 16,-8 2-4-16,0 0 6 0,23 7 5 15,-12 0-9-15,3 1 7 0,1 4-2 0,-2 0 0 16,2-2-1-16,1 2 3 0,-5-3-7 16,0-1 5-16,-1 1-2 0,-1-4 6 0,-1 0 2 15,-3 1 3-15,4-5 7 0,-9-1-2 16,13 3-4-16,-13-3 0 0,14-10-4 16,-3 0 2-16,-2-2 0 0,1-5-3 0,5-10 1 15,-2-4 0-15,1 2-2 0,-2-2 0 16,8 4 4-16,-11 6-6 0,1 4 3 0,-2 3-2 15,-3 3 0-15,3 3-6 0,-5 2 3 16,6 6 3-16,-9 0 1 0,13 8 8 0,-4 3-3 16,-1 9 3-16,1 9-3 15,1 2-2-15,-2 1 1 0,-1 4-1 0,1-3 4 0,-3-1-8 16,1-5 3-16,-2-5-4 16,-2-1 1-16,4 0 2 0,-3-3-32 0,-1-1-9 15,0-5-17-15,2 0-6 0,0-5-12 16,-3 1-14-16,-1-1-26 0,2-2-34 0,-2-5-37 15,7 4-39-15,-7-4-47 0,0 0-69 16,0 0-64-16,0 0-77 0,9-14-90 0,-9 14-122 16,7-14 43-16,-5 9-487 0,4 0-603 15</inkml:trace>
  <inkml:trace contextRef="#ctx0" brushRef="#br0" timeOffset="87099.49">21711 13679 2856 0,'2'-11'-67'0,"-1"1"72"16,-1 2 59-16,2 1 57 0,-2 7 52 16,0-10 16-16,0 10-11 0,0-7-17 15,0 7-13-15,0 0-6 0,0 0-7 0,0 0-14 16,0 0-10-16,0 0-9 0,20 24-12 16,-18-12-10-16,-1 1-7 0,1-1-29 0,-2 2-42 15,2-1-45-15,-2 1-59 0,-2-1-63 16,2 1-56-16,0-2-61 0,-2-3-75 0,2 4-88 15,-1-6-88-15,1 0 19 0,0-7-189 16,-2 6-196-16</inkml:trace>
  <inkml:trace contextRef="#ctx0" brushRef="#br0" timeOffset="87251.12">21728 13544 1777 0,'0'-22'-22'0,"0"1"47"15,0 4 38-15,0 3 27 0,-1 1 21 0,1 1 6 16,0 0 0-16,0 5-10 0,-2-1-18 15,2 0-19-15,0 2-40 0,0 6-39 0,0-9-45 16,0 9-50-16,0 0-67 0,0-8-63 16,0 8-93-16,0 0-243 0,0 0-71 15</inkml:trace>
  <inkml:trace contextRef="#ctx0" brushRef="#br0" timeOffset="87666.34">21804 13527 1578 0,'0'0'55'0,"0"0"31"0,0 7 35 15,0-7 30-15,0 0 22 0,0 0 34 16,0 8 22-16,0-8 1 0,0 10 1 0,2-1-4 16,-2-1-4-16,2 1-6 0,0 1-13 15,0 2-14-15,0 0-17 0,0 1-14 0,2-3-16 16,-2 1-12-16,1 1-15 0,-1 1-12 16,0-5-9-16,0 0-6 0,2 0-12 15,-3 1-1-15,-1-9 4 0,0 10 8 0,0-10 13 16,4 8 4-16,-4-8-12 15,0 0-7-15,0 0-11 0,0 0-9 0,0 0-8 16,0 0-4-16,10-21-7 0,-4 9-6 16,-2 0-6-16,1-1-4 0,3-1 1 0,0-1-8 15,-3 3-17-15,5 0 2 0,-5 1-3 16,3 1-1-16,0 3-1 0,-1 4-5 0,2-1 4 16,-9 4-1-16,0 0-1 0,25 7 4 15,-14 0 0-15,0 3-2 0,0-1 0 0,1 1-1 16,-3 2 2-16,0 0-3 15,1 3 0-15,1-2-1 0,-5-1 0 0,2-2-11 16,0 1-19-16,-5-3-29 0,5 1-35 16,-3-2-39-16,2-1-44 0,-3-1-58 15,-1-1-64-15,-3-4-76 0,6 4-77 0,-6-4-113 16,0 0-62-16,7 4 49 0,-7-4-349 16,0 0-408-16</inkml:trace>
  <inkml:trace contextRef="#ctx0" brushRef="#br0" timeOffset="87867.05">22322 13529 2586 0,'0'-7'51'0,"0"7"43"0,-1-7 35 0,1 7 35 16,-2-7 9-16,2 7-10 0,0 0-20 15,0 0 8-15,0 0-1 0,0 0-7 16,0 0-12-16,0 26-16 0,0-11-5 16,0 1-10-16,-2 1-13 0,-2 1-8 15,4 3-10-15,0-4-19 0,-2 3-32 0,0-3-34 16,2-1-31-16,-1-1-48 0,1-3-54 15,-2 0-50-15,2-1-49 0,-2-2-66 0,0-2-78 16,0 0-101-16,2-7-16 0,-2 7-254 16,2-7-254-16</inkml:trace>
  <inkml:trace contextRef="#ctx0" brushRef="#br0" timeOffset="88019.18">22272 13430 2094 0,'-2'-16'10'0,"-5"2"36"0,5 1 27 15,2 3 18-15,-1 2 9 0,1 3-8 0,-2-1-13 16,0 0-16-16,2 6-19 0,0 0-33 16,0 0-50-16,0 0-60 0,0 0-77 15,0 0-102-15,0 0-162 0,0 0-129 0,0 0-69 16</inkml:trace>
  <inkml:trace contextRef="#ctx0" brushRef="#br0" timeOffset="88582.38">22370 13660 1676 0,'0'8'131'16,"0"-8"31"-16,0 0 26 0,0 0 28 0,0 0 18 15,0 0 5-15,0 0-7 0,0 0-17 0,-3 9 15 16,3-9-3-16,2 10-4 0,-1-4-10 16,1 2-11-16,0 3-6 0,2-1-14 15,-4 2-20-15,2 1-12 0,-2 2-14 0,0-1-14 16,2-1-11-16,-2-1-13 0,0 0-12 15,0-2-8-15,0-1-5 0,0-1-7 16,0-8-1-16,0 14-1 0,0-14 8 0,0 7-5 16,0-7-12-16,0 0-1 0,0 0-11 15,0 0-2-15,21-24-3 0,-14 9 0 0,7-2 0 16,-1 1-10-16,1 1 1 0,-1 0-1 16,-2 2 5-16,1 3-5 0,-3 2 0 15,0 2-2-15,2 5 6 0,-11 1 11 16,14 1-6-16,-14-1 2 0,18 8-5 0,-13 1-1 15,3-1 0-15,-3 2-7 0,2 0 1 16,-4-1-7-16,1 1 0 0,0 0-7 0,-2-1 5 16,1-1-2-16,-3-1-4 0,2 0 3 15,-2-7-5-15,4 12 6 0,-4-12 11 16,4 5-3-16,-4-5-5 0,0 0-3 0,0 0-2 16,0 0-5-16,15-19 0 0,-7 7-4 15,2-3-2-15,-1-1 0 0,2 1 2 0,1-1-9 16,-3 6 4-16,3-1 1 15,-2 3-9-15,-3 2 3 0,0 2-1 0,-7 4 5 16,16 0 0-16,-16 0-2 0,11 9 7 16,-5-4-5-16,-1 3 2 0,-3 3-2 0,3-3 9 15,-3 3-24-15,0-1-20 0,-1 0-35 16,-1-1-33-16,2-1-37 0,-2 2-43 0,0-1-40 16,0 0-65-16,0-1-78 0,0-1-66 15,0 0-69-15,0-7-95 0,-2 10-49 0,2-10 44 16,0 0-409-16,0 0-487 0</inkml:trace>
  <inkml:trace contextRef="#ctx0" brushRef="#br0" timeOffset="88865.95">22845 13695 2751 0,'0'-8'-4'0,"0"0"22"0,0 4 18 0,0 4 32 16,0 0 37-16,0 0 28 16,0 0 5-16,0 0 4 0,0 0 4 0,-14 20-2 15,11-9-8-15,1 1-2 0,0 3-1 16,0-2-9-16,2 0-13 0,0 0-16 0,0 1-4 15,4-2-6-15,3-1-8 0,-1 0 7 16,2-2-6-16,1-4 0 0,1-2-10 0,2 0-3 16,1-3-2-16,-13 0-4 0,26-4 7 15,-16 2 0-15,2-3-4 0,1-1-5 16,-2 0-3-16,-3-2-7 0,-1-1-3 16,1-2-9-16,-5 1-4 0,6-4-26 0,-6-4-25 15,-1-1-32-15,2-3-41 0,0 0-56 16,-1 2-57-16,3 2-58 0,0 3-65 15,-4 0-83-15,4 4-100 0,-1 6-73 0,-1 2 39 16,-4 3-290-16,0 0-321 0</inkml:trace>
  <inkml:trace contextRef="#ctx0" brushRef="#br0" timeOffset="89433.2">23148 13704 2557 0,'0'0'158'0,"0"0"20"16,0 0 32-16,0 0 31 0,0 0 9 15,0 0-7-15,0 0 8 0,0 0 11 16,0 0-1-16,-1 14-9 0,2-4-16 16,3-1-19-16,0 4-10 0,-1 1-19 15,-1-2-17-15,2 1 4 0,-4 3-21 0,2 1-9 16,-4-2-17-16,2 0-9 0,0-1-15 16,-2-2-11-16,0 0-10 0,4-2-7 0,-4-1-1 15,0-4-8-15,2-5-2 0,0 11-6 16,0-11-8-16,0 0 2 0,0 0-15 0,0 0 1 15,0 0-7-15,2-40 0 0,7 21-4 16,0-3-4-16,4-4 5 0,-2 6 1 0,-3 2-1 16,0 7 3-16,-1 1-5 15,-2 2 0-15,2 3 6 0,0 2 2 0,-7 3-3 16,0 0 2-16,0 0-3 0,25 16-2 16,-17-10-3-16,-5 3-3 0,1 1-2 0,0 0-4 15,-1 1-1-15,-3 1 0 0,4-4-1 16,1 3 0-16,-3-3-2 0,-2-1-2 0,0-7 6 15,1 10-3-15,-1-10 14 0,4 7-3 16,-4-7-1-16,0 0-4 0,0 0-20 0,23-17 0 16,-12 6 0-16,0-6 0 0,11-3 0 15,-1-3 0-15,-6 8 0 0,0 1 0 16,-4 4 0-16,3 2 0 0,-4 3 0 16,-1 5 0-16,-9 0 0 0,19 5 0 0,-10 1 0 15,-1 5 0-15,-2-2 0 0,0 6 0 16,-1-1 0-16,-1-1 0 0,2 1 0 15,-5-2 0-15,3 0 0 0,1 3 0 0,-1-4 0 16,-3-3 0-16,3-1 0 0,-2 0 0 16,-2-7 0-16,5 10 0 0,-5-10 0 0,8 3 0 15,-8-3 0-15,8 0 0 0,-8 0 0 16,17-4-278-16,-8-4-193 0,1 0-117 0,1-6-142 16,1-1-104-16,-1-2 70 0,7-9-775 15,0-2-984-15</inkml:trace>
  <inkml:trace contextRef="#ctx0" brushRef="#br0" timeOffset="90019.37">23929 13728 4431 0,'0'-12'-48'0,"0"12"41"16,-2-8 27-16,2 8 28 0,-2-7 17 16,2 7 41-16,0 0 44 0,0 0 28 15,0 0-12-15,9 23 14 0,-4-13 5 0,-1 9 17 16,-4-3 17-16,0 3-10 16,0-2-10-16,-4 7-8 0,2-1-15 0,-1 0-17 15,2-6-13-15,-1 2-11 0,0-4-12 16,-2-2-2-16,4-2 10 0,0-1 16 0,-2 0 12 15,2-5 5-15,0-5-8 0,0 0-76 16,0 0-80-16,0 0 0 0,25-17 0 0,-8-6 0 16,2-5 0-16,12-3 0 0,-2 1 0 15,-5 6 0-15,1 2 0 0,-8 6 0 0,-1 4 0 16,-5 4 0-16,-2 3 0 16,3 1 0-16,-3 4 0 0,-9 0 0 0,22 9 0 0,-13-1 0 15,-2 2 0-15,3 4 0 16,-2 1 0-16,-3 4 0 0,3-2 0 0,-2 2 0 0,2 2 0 15,-5 3 0-15,3-4 0 16,-3 3 0-16,-1-2-177 0,2-3-225 0,-1-3-73 16,-1 3-56-16,0-6-30 0,-1-3-72 15,5 1-69-15,-1-3 1 0,1-4-663 0,2-1-817 16</inkml:trace>
  <inkml:trace contextRef="#ctx0" brushRef="#br0" timeOffset="90319.24">24474 13902 3483 0,'7'-14'-87'0,"0"2"65"16,-5 4 60-16,0-1 58 15,-1 2 34-15,-1 2 20 0,0 5 16 0,0 0 10 16,0 0 12-16,0 0 2 0,0 0-4 16,0 0-5-16,0 0-14 0,-21 21-7 0,19-11-23 15,1 2-8-15,-1 5-14 0,2-3-12 16,0 4-9-16,3-2-9 0,1 0-11 0,2-3 0 16,4 0-12-16,-1-3-5 0,0-1-4 15,3-7-4-15,3 1-1 0,-1-3-9 0,2-5 0 16,0 1-5-16,1-1 2 0,0-5 3 15,0-3-4-15,-1 0 8 0,-3-4 9 0,1-8-8 16,-3-2-11-16,-4 1 5 0,-4 2-13 16,-1 1 5-16,-2 2-15 0,-2 2-3 15,-1 2-6-15,-1 4-14 0,-1 1-24 0,-3 6-30 16,-3 2-33-16,-1 4-53 16,12 0-50-16,-27 6-79 0,15 1-95 0,-4 2-118 15,-3 1-185-15,5 1-6 0,2 3 65 16,1-3-455-16,8-1-542 0</inkml:trace>
  <inkml:trace contextRef="#ctx0" brushRef="#br0" timeOffset="90517.32">25071 13883 3309 0,'0'0'199'0,"5"-10"37"16,-5 10 38-16,0-8 54 0,0 8 46 15,2-9 8-15,-2 9-21 0,0-9-34 0,0 9-32 16,4-8-31-16,-4 8-34 15,0-7-54-15,0 7-77 0,0-7-97 0,0 7-97 16,0 0-109-16,0 0-128 0,4-5-125 16,-4 5-154-16,0 0-125 0,0 0 64 0,0 0-603 15,0 0-735-15</inkml:trace>
  <inkml:trace contextRef="#ctx0" brushRef="#br0" timeOffset="91002.2">25747 13772 3299 0,'0'0'-127'0,"0"0"47"0,0 0 54 16,0 0 51-16,0 0 45 0,7 14 30 0,-7-14 31 16,2 15 12-16,-2-7 11 15,3 1 3-15,1 2 0 0,-2 0-6 0,1 0-10 16,1-1-10-16,2 0-8 0,4 1-9 15,-1-1-9-15,0-2-10 0,0-2-9 0,5-1-7 16,-1-2-10-16,3-3-8 0,-3 0-3 16,-13 0-2-16,27-3-4 0,-15-2 4 0,-1 1 5 15,-6-2 3-15,5-2-3 0,-6-2 5 16,0-2-7-16,-2 0-7 0,-2-3-2 16,-2-4-6-16,-2 0-5 0,1 0-1 15,0 2-6-15,-1 2-8 0,0 2-6 16,2 4-31-16,-1 2-29 0,-1 2-38 0,4 5-46 15,-10 0-53-15,10 0-66 0,-15 6-58 16,8 2-79-16,-5 1-84 0,4-1-141 0,3 0 12 16,1-1-408-16,4-2-480 0</inkml:trace>
  <inkml:trace contextRef="#ctx0" brushRef="#br0" timeOffset="91266.55">26070 13728 2723 0,'12'-4'48'0,"-4"1"46"0,0 0 31 15,-8 3 34-15,9-2 29 0,-9 2 49 0,0 0 25 16,0 0 3-16,8 10-8 0,-8-10-11 15,2 8-13-15,-2-8-30 0,0 12-14 0,0-12-13 16,1 11-15-16,-1-11-19 16,0 10-11-16,0-10-9 0,0 9-14 0,0-9 6 15,0 0-11-15,-5 8-6 0,5-8 0 16,0 0-7-16,0 0-1 0,0 0 2 0,-25-19-19 16,21 5-8-16,2-11-7 0,2-14-5 15,8-15-8-15,2-6-8 0,5-5-6 0,6 2 0 16,2 1-23-16,2 8-19 0,-3 8-35 15,-2 16-39-15,1 6-50 0,-4 0-58 0,0 12-72 16,-4 3-75-16,1 4-65 0,-7 2-76 16,4 3-95-16,-11 0-101 0,16 8 47 15,-9 1-487-15,-1-1-586 0</inkml:trace>
  <inkml:trace contextRef="#ctx0" brushRef="#br0" timeOffset="91432.35">26118 13679 3305 0,'-7'5'48'0,"3"-2"21"16,4-3 36-16,0 0 24 0,0 0 14 0,0 0-8 16,0 0-16-16,0 0-10 0,38-16-27 15,-18 9-56-15,3-2-82 0,5-5-83 0,7 2-92 16,-3-1-125-16,2-1-177 0,-2 0 0 16,-1 2 54-16,-4 1-182 0,-2 0-157 0</inkml:trace>
  <inkml:trace contextRef="#ctx0" brushRef="#br0" timeOffset="92064.79">27002 13520 1856 0,'2'-15'67'15,"1"4"23"-15,-1-1 30 0,0 2 39 16,0 2 39-16,-2-1 40 0,0 1 15 16,0 8-12-16,-8-10-14 0,2 8-12 0,6 2-3 15,-26 8 0-15,-3 11 4 16,-8 7-11-16,1 6-6 0,0 4-10 0,2 4-19 15,4 0-14-15,3 1-17 0,4 0-14 16,6 3-15-16,7-10-10 0,5-1-7 0,3-6-13 16,2-3-21-16,3-7-30 0,3 2-33 15,6-2-40-15,1-2-55 0,4-5-67 0,2-6-76 16,2-4-64-16,8-4-65 0,7-2-74 16,14-9-85-16,-7-6-81 0,3-1 42 0,-6-1-306 15,4-4-357-15</inkml:trace>
  <inkml:trace contextRef="#ctx0" brushRef="#br0" timeOffset="92350.03">27302 13643 2396 0,'0'0'22'16,"0"0"40"-16,0 0 43 0,0 0 44 0,-32 21 38 15,21-10 19-15,-2 1 19 0,-1 2 4 16,1 1-9-16,1-1-4 0,3 3-11 0,-1 1-13 16,7-3-12-16,-2-1-8 0,3-3-13 15,0 2-7-15,4-1-16 0,5-3-12 0,0-1-7 16,0-1-14-16,4-3-9 0,3-1-9 15,-1-3-10-15,7-2-6 0,-6-1-4 16,6-2-8-16,-3-4-2 0,-4 1-7 0,5-3-1 16,-7-3-10-16,-4 1-4 0,4-4-3 15,-6-3 0-15,-3 4-7 0,0-3-6 0,-4 1-3 16,-2 3-17-16,2-1-21 0,-4 5-22 16,0 2-29-16,-1 2-29 0,0 5-41 15,-5 2-57-15,12 0-76 0,-27 4-74 16,12 1-102-16,-1 2-134 0,2 2-49 0,-2 1 46 15,5-4-374-15,3 2-443 0</inkml:trace>
  <inkml:trace contextRef="#ctx0" brushRef="#br0" timeOffset="92567.09">27805 13040 2841 0,'10'-28'88'0,"-5"6"65"15,0 5 46-15,-1 3 41 0,-3 4 18 0,1 1-9 16,0 3-5-16,-2 6 34 15,0 0-14-15,0 0-4 0,-17 37-12 0,5-3-13 16,-3 16-19-16,-4 1-20 0,4 7-21 16,-2 1-16-16,1 5-14 0,3-3-17 0,-1-1-50 15,-2-2-68-15,-4 1-59 0,7-1-67 16,0-1-51-16,2-8-99 0,-1 1-89 0,4-10-38 16,-1-10-64-16,3-3-75 0,3-12-102 15,3-1 26-15,2-8-442 0,-1-2-523 16</inkml:trace>
  <inkml:trace contextRef="#ctx0" brushRef="#br0" timeOffset="92881.24">27888 13552 2794 0,'7'-6'2'15,"-5"4"42"-15,-2 2 45 0,0 0 56 0,0 0 45 16,-16 27 29-16,7-11 12 0,0 2 3 16,-7 8 0-16,5 1-14 0,0 2-8 0,1 0-15 15,-1 1-12-15,5-4-15 0,1-5-12 16,2-3-16-16,1 0-13 0,2-5-8 15,2 1-8-15,2-4-5 0,2 0-8 0,1-3-8 16,4-2-6-16,1-3-7 16,3-2-13-16,5-2-3 0,-1-4-10 0,-1-3-1 0,2 1-6 15,-4-5 1-15,2 0-7 0,1-8 0 16,-2-1 3-16,-5-3-7 0,-3-5-1 0,-1-1-8 16,-1 0-5-16,-3 6 7 15,-4 2-8-15,3 6-8 0,-6 3-7 0,1 2-19 16,-2 4-31-16,-1 3-24 0,-5 5-33 15,10 0-47-15,-23 5-56 0,10 2-71 0,-4 2-97 16,-3 0-113-16,8 3-145 0,-4 0-63 16,3 2 55-16,6-2-472 0,1 4-578 15</inkml:trace>
  <inkml:trace contextRef="#ctx0" brushRef="#br0" timeOffset="93281.56">28259 13943 3327 0,'0'0'110'16,"0"0"38"-16,0 0 46 0,0 0 33 0,0 0 29 16,0 0 10-16,0 0 1 0,0 0-37 15,0 0-16-15,0 0-25 0,0 0-14 16,0 0-2-16,0 0-30 0,2-32-17 0,2 21-14 16,1-2-6-16,3-8-16 0,0 1-9 15,-1-13-4-15,2 0-16 0,0 0-1 0,-2 2-6 16,-1 4-5-16,-3 6-5 15,1 5-6-15,-2 2-7 0,0 2-1 0,1 2-10 16,-2 1 2-16,-1 2-10 0,0 7-1 0,0-10 6 16,0 10-7-16,0 0-1 0,0 0-5 15,0 0-2-15,0 0 2 0,0 0 2 16,0 0-1-16,0 0 16 0,0 0-9 0,0 0 20 16,33 12 19-16,-17-7 16 0,4 2 2 15,-4 4 3-15,2 0 20 0,1 8 8 0,-2-2-3 16,-5 0-5-16,-5 2-7 0,1 1-15 15,-3-2-5-15,-1 0-7 0,0-2-29 16,-1 2-46-16,-2-5-73 0,-1-1-72 0,2 1-67 16,0-3-68-16,0-2-83 15,2 1-88-15,-4-4-118 0,-2 2-176 0,-2 0 18 16,-1-1 78-16,-8 2-562 0,-3 2-691 16</inkml:trace>
  <inkml:trace contextRef="#ctx0" brushRef="#br0" timeOffset="93882.15">23857 14483 3587 0,'4'-34'17'0,"-3"-2"50"0,1 9 58 16,0 5 53-16,0 5 32 0,-2 3 11 16,0 1-7-16,0 7 4 0,0 6 47 15,0 0 17-15,-17 22 20 0,-2 19-14 0,-4 11-13 16,-4 4-6-16,-7 17-3 0,0 5-7 15,-2-3-13-15,3 2-16 0,8-14-19 0,6-5-16 16,2-4-12-16,12-10-100 0,1-5-83 16,6-2 0-16,2-11 0 0,3-3 0 15,0-2 0-15,13 1 0 0,-4-4 0 0,8-4 0 16,-3-5 0-16,2 0 0 0,7-1 0 0,6-1 0 16,-5-2 0-16,-4-3 0 15,1 1 0-15,1-1 0 0,0-2 0 0,-1 2 0 16,0-4 0-16,1 2 0 0,-4-2 0 15,1 0 0-15,-3-1-137 0,2-1-434 0,-4-3-99 16,2 1-132-16,-6-3-51 0,2-1 86 16,-3 0-726-16,-3-2-941 0</inkml:trace>
  <inkml:trace contextRef="#ctx0" brushRef="#br0" timeOffset="94115.01">24179 15057 4376 0,'-12'-3'34'0,"12"3"29"15,0 0 48-15,0 0 59 0,0 0 32 16,-2 19 15-16,6-9-2 0,0 7-14 0,4 5-6 16,1 5-2-16,3 4-18 0,0 0-18 15,-1 1-13-15,-2 1-14 0,-3-1-7 16,2 1-14-16,-6-5-7 0,-2-2-16 0,-2-3-6 16,0 3-20-16,-6 5-22 0,0-7-42 15,1-4-34-15,-2 1-47 0,-2-6-33 0,4 2-34 16,0-5-41-16,-3-1-67 0,0-1-86 15,3-3-78-15,-2-4-99 0,0-3-155 0,9 0-9 16,0 0 62-16,-9-12-412 0,9 12-510 16</inkml:trace>
  <inkml:trace contextRef="#ctx0" brushRef="#br0" timeOffset="94598.2">25209 15269 2922 0,'9'-4'30'15,"-6"1"27"-15,-3 3 37 0,0 0 48 0,6-7 38 16,-6 7 27-16,0 0 13 0,0 0-3 15,0 0-8-15,-2-10-11 0,2 10-15 0,0 0-10 16,0 0-8-16,0 0-16 0,0 0-4 16,0 0-5-16,0 0-6 0,-2-9-18 0,2 9-6 15,-7-7-11-15,7 7-12 0,-18-6-1 16,11 2-9-16,-9 1-10 0,3-1-7 0,-1 4-5 16,-4 0-4-16,-3 4-2 15,-2 1-5-15,-8 3 5 0,2 8-1 0,-1 1 9 16,1 5 14-16,5 2 11 0,1 4 3 15,4 1 12-15,4 1 1 0,5 1-7 0,6-3-5 16,2-4-2-16,8-2-16 0,0 1-8 16,5 4-8-16,2-3-2 0,1-4-3 15,1-7-6-15,1-3-4 0,0 0-6 0,-2-3-26 16,4 0-13-16,-2-6-41 0,6-1-42 16,-4 0-48-16,5-2-46 0,0-6-57 0,0 1-75 15,8-6-81-15,-4-1-79 0,-5-2-89 16,1-1-116-16,-4-3-20 0,2-2 67 15,-6-2-458-15,0 0-564 0</inkml:trace>
  <inkml:trace contextRef="#ctx0" brushRef="#br0" timeOffset="94998.02">25410 14750 3266 0,'-2'-18'110'15,"-2"5"32"-15,3 1 43 0,-3 3 45 0,4 2 22 16,0 7 2-16,0 0 17 0,0 0 8 15,0 0-1-15,-9 29 2 0,6 5-9 0,-3 6-25 16,1 13-21-16,-4 4-19 0,-2-2-22 16,0 6-13-16,2-1-19 0,-5 1-16 15,1-2-14-15,-1-4-11 0,1-3-12 0,1-5-8 16,5-12-12-16,0-2-4 0,-1-8-10 16,3-6-6-16,0-3-6 0,1-4-4 15,3-2-3-15,-1-2-4 0,0-2-4 16,2-6-7-16,0 0-1 0,0 0-7 0,0 0-8 15,25-24-12-15,-12 8-8 0,8-8-11 16,-2 2 3-16,2-1-2 0,0 3 4 0,-3 6-2 16,-4 5-1-16,0 1-4 0,-3 4 3 15,0 4 3-15,-11 0 6 0,22 9-5 0,-13 1 3 16,1 6 2-16,-3 1 8 0,1 3-6 16,-3 1 0-16,2 2 1 0,-4-1 1 0,3-1-14 15,0 0-10-15,-5-3-30 0,3-3-36 16,-2 0-46-16,0-3-47 0,1-1-51 15,0-3-63-15,1 2-73 0,-2-4-87 16,0-3-92-16,-2-3-136 0,0 0-45 0,9 2 72 16,-9-2-526-16,0 0-650 0</inkml:trace>
  <inkml:trace contextRef="#ctx0" brushRef="#br0" timeOffset="95148.15">25987 15380 2864 0,'-5'-3'-264'15,"5"3"5"-15,-8-4-24 0,8 4-56 0,0 0-246 16,0 0-85-16</inkml:trace>
  <inkml:trace contextRef="#ctx0" brushRef="#br0" timeOffset="97014.34">25767 15509 1908 0,'0'10'202'0,"0"-1"43"16,1-3 39-16,-1-6 23 0,2 13 17 16,-2-6 6-16,0-7 13 0,6 11-3 15,-4-9-5-15,-2-2-22 0,12 9-29 0,-7-8-29 16,-5-1-23-16,15 5-25 0,-15-5-20 15,19-3-14-15,-19 3-19 0,20-3-16 0,-9-3-22 16,-2 1-19-16,1-1-13 0,-2-5-17 16,-3 1-13-16,-1-4-4 0,-2-1-12 0,0-4-9 15,-6 2-2-15,-2-5-4 0,1 0 0 16,-7-5-6-16,3 5 2 0,-3 7-6 16,0 0-6-16,1 5-3 0,-3 0 2 15,2 5-4-15,0 3 7 0,-1-1-8 16,13 3-2-16,-22 3-2 0,22-3 5 0,-16 2-2 15,8 0 1-15,8-2 0 0,-3 7 3 16,3-7 5-16,0 0 3 0,0 0 0 0,25 6-2 16,-5-10-9-16,7-2 7 0,7 1-3 15,-5 0 3-15,-5 2-8 0,1 1 3 0,-4 0 1 16,-4 4 8-16,3 0 4 0,-6 1 9 16,4 4-2-16,-3 0 4 0,1 5 4 15,-5-1-12-15,0 2 6 0,1 3-12 0,-3-2 1 16,0 1-6-16,0-1 3 15,-2-2-28-15,0 2-43 0,-1-1-61 0,4-1-59 16,-4 0-67-16,-1-4-82 0,1 1-89 16,1 0-96-16,-1-4-96 0,0-2-129 0,0-1 53 15,-6-2-547-15,19-4-696 0</inkml:trace>
  <inkml:trace contextRef="#ctx0" brushRef="#br0" timeOffset="97318.48">26407 15362 3451 0,'0'-4'20'0,"0"4"32"0,0 0 43 15,-16-7 58-15,16 7 50 0,0 0 31 16,0 0 15-16,0 0 2 0,-29 11-7 0,22-7-2 16,0 3-7-16,-1 0-11 0,5 4-21 15,-4-2-18-15,5 3-22 0,0 0-15 0,2-1-11 16,0-1-13-16,4 3-15 0,3-5-6 16,-4 2-12-16,6-2-11 0,-1 0-10 0,2-3-6 15,-1-2-17-15,2 1-14 0,1-3-13 16,-1 1-6-16,-11-2 3 0,20-3 3 15,-13-1-6-15,2-1 0 0,-9 5 3 0,11-12-1 16,-9 5-2-16,-1-3 0 0,-2-1-1 16,-4-3-4-16,-3-3 0 0,-1-3-9 0,-7-5-29 15,2 0-42-15,-4 5-36 0,3 3-38 16,0 7-32-16,2 1-56 0,-3 5-64 0,1 4-64 16,1 0-58-16,-2 7-60 0,0 0-83 15,3 4-124-15,-1 0 46 0,5 0-447 16,4-2-557-16</inkml:trace>
  <inkml:trace contextRef="#ctx0" brushRef="#br0" timeOffset="97830.31">26495 15334 3218 0,'0'0'53'16,"7"-7"26"-16,-7 7 29 0,0 0 35 16,2-4 21-16,-2 4 26 0,0 0 14 15,0 0 7-15,7 18-12 0,-5-5-14 16,0-1-19-16,2 5-13 0,-2 0-16 15,2 5-16-15,-2 0-10 0,0 0-9 0,0-4-12 16,-2 3-8-16,1-2 2 0,-1 0-18 16,-1-1-6-16,-1-5-9 0,2 1-3 0,-2-1-8 15,0-2-13-15,2-3-13 0,0 1-10 16,0-9-21-16,0 7-23 0,0-7-21 0,0 0-9 16,0 0 0-16,15-28-2 0,0 4 5 15,-3 5 12-15,1-8 4 0,-3 10 6 16,-1 1 6-16,-2 5 2 0,0 4 6 15,-2 0 7-15,3 2 12 0,-5 3 10 16,-3 2 6-16,0 0-2 0,18 11 2 0,-13-3 1 16,3 2-2-16,-3 0 1 0,4 2 0 15,-4 0-6-15,3-1-7 0,-5-1-6 0,6-2-8 16,-4 1 0-16,1-1 4 0,-3-2-9 16,3 0-10-16,-2-2 4 0,2-3-5 0,-6-1-8 15,15 0-4-15,-15 0-1 0,18-9-6 16,-7 1 4-16,3-5 0 0,2-2 13 0,5-9-2 15,-10 10 27-15,2 3 1 0,-1 3 12 16,-4 1 6-16,-3 0 9 0,4 4 28 16,-9 3 12-16,11-2 2 0,-11 2-3 15,0 0-7-15,13 12-1 0,-12-5-7 0,1 0-12 16,3 1-35-16,0 3-45 0,-5 0-50 16,4 2-27-16,2 1-73 0,-1 1-100 15,1-1-98-15,0-5-109 0,2 3-72 0,-3-4 51 16,6 0-243-16,5-1-266 0</inkml:trace>
  <inkml:trace contextRef="#ctx0" brushRef="#br0" timeOffset="98183.02">27199 15513 2149 0,'-1'-11'138'16,"-1"4"19"-16,2 7 16 0,-6-11 2 16,6 11 17-16,-2-6 14 0,2 6-4 0,0 0-9 15,0 0-13-15,0 0-14 0,0 0-21 16,0 0-12-16,-14 17-13 0,14-17-13 15,-1 14-10-15,-1-7-10 0,0 0-8 16,-2 0-8-16,2 1-12 0,-3 2-13 16,-2-3-6-16,4 3-17 0,-7-3-14 0,5 0-23 15,-4 0-17-15,-2 1-18 0,0-4-20 16,-1-1-14-16,1-1-20 0,-2-2-11 0,13 0-1 16,-23-5-5-16,14-5-2 0,1-2 15 15,2-3 11-15,4-1 15 0,2-1 16 0,6 2 16 16,-1 2 20-16,6 3 11 0,-2 0 9 15,2 6 3-15,1 3 4 0,-12 1-2 16,29 5 2-16,-15 2-7 0,6 3-2 16,-4 0-11-16,2 2-14 0,0-1-30 15,-2 2-33-15,2-1-48 0,8 5-22 0,9-1 14 16,1-5-10-16,3-2-79 0,2-2-147 16,-1-3-76-16,-12-4-104 0,-3-2-72 0</inkml:trace>
  <inkml:trace contextRef="#ctx0" brushRef="#br0" timeOffset="98649.34">27802 14722 1934 0,'-9'-21'183'0,"-2"6"4"16,2 5 5-16,-2 3 27 0,1 5 26 16,10 2 26-16,-23 15 10 0,2 6 0 0,8 10-8 15,-4 15-9-15,3 7 1 16,5 4-25-16,1 3-21 0,3 1-20 0,-2-1-29 15,7 1-16-15,0-3-16 0,0-12-27 16,9 8-37-16,-6-14-33 0,1 0-36 0,2-6-39 16,-3-6-41-16,5-6-37 0,-4-3-38 15,0-4-31-15,0 1-28 0,-2-7-22 0,0 1-20 16,-1-3-22-16,-1-3-9 0,0-4 4 16,-5 6 19-16,5-6 20 0,0 0 26 15,-21-6 29-15,9-2 35 0,-3-5 46 16,0 0 48-16,-4-9 46 0,2-5 42 15,7 0 38-15,-3-2 35 0,5 3 35 0,4 3 24 16,2 7 9-16,2 3 8 0,5 1 4 16,0 3-1-16,3 3-4 0,1 2-13 0,1 4-16 15,3 2-16-15,4 4-15 0,2-2-9 16,0 6-12-16,3-3-11 0,-2 3-7 0,-1-1-6 16,3 1-11-16,-4 0-5 0,1-2-6 15,-6-1-4-15,1-1-6 0,-1 2-4 0,-4-2-3 16,3-2-4-16,-2 3-4 15,-1-1-2-15,-3 0-6 0,2 2 1 0,-3 1-6 16,1-1-19-16,-3 4-28 0,1 0-45 16,-1 0-68-16,1-1-98 0,-4 4-93 15,0-2-111-15,0 3-164 0,0-3-16 0,0-2 63 16,2-1-301-16,-1-3-349 0</inkml:trace>
  <inkml:trace contextRef="#ctx0" brushRef="#br0" timeOffset="98831.03">28339 15087 2727 0,'2'-18'200'16,"0"3"0"-16,0 5 10 0,-2 2 21 0,0 1 5 15,2 0-16-15,-2 7-22 0,0-9-26 16,0 9-49-16,0 0-61 0,2-10-89 16,-2 10-78-16,0 0-118 0,0 0-141 15,0 0-217-15,0 0 5 0,0 0 66 0,0 0-236 16,-27 20-237-16</inkml:trace>
  <inkml:trace contextRef="#ctx0" brushRef="#br0" timeOffset="99880.88">24945 15104 2247 0,'8'-7'124'16,"-8"7"16"-16,9-10 33 0,-4 6 33 15,-5 4 35-15,9-10 20 0,-9 10 3 16,3-8-6-16,-3 8-18 0,6-6-20 0,-6 6-20 15,0 0-24-15,5-5-16 0,-5 5-19 16,0 0-13-16,6-6-14 0,-6 6-8 16,0 0-11-16,8-4-7 0,-8 4-9 15,0 0 12-15,10-4 9 0,-10 4 14 0,0 0 16 0,0 0-12 16,7-6 28-16,-7 6 2 16,0 0 6-16,-4-11-11 0,4 11-2 0,-5-10-11 15,-1 5-5-15,-1 0-11 0,-2-2-6 16,-3 4-9-16,-2 1-9 0,-7 4-10 0,-2 1-7 15,-13 12 2-15,-6 3 0 0,-2 7 12 16,3 8 6-16,0 4 3 0,3 1-96 0,6 5 0 16,7 0 0-16,2 0 0 0,12-5 0 15,3-2 0-15,8-6 0 0,2-3 0 16,6 4 0-16,5-2 0 0,0-6 0 16,0-4 0-16,1-3 0 0,1-2 0 0,4-3 0 15,-2-4 0-15,-1 0 0 0,1-3 0 16,2-1 0-16,-2-1 0 0,2-4 0 15,-2 0 0-15,3 1 0 0,-4-3 0 0,0 1-37 16,-3 1-463-16,0-2-118 0,-1-1-124 16,-1 2-115-16,-4 0 60 0,2-1-781 0,-6 1-1020 15</inkml:trace>
  <inkml:trace contextRef="#ctx0" brushRef="#br0" timeOffset="100213.28">25090 15112 4611 0,'-6'-18'-2'0,"-2"3"34"0,1 2 56 16,1 1 63-16,-2 2 31 0,1 2 21 16,-2-1-13-16,-5 5 7 0,-1 4-26 0,-10 6 16 15,-9 9 13-15,-11 11 20 0,-4 8 11 16,-8 17 4-16,4 10 5 0,4 5 5 0,2-2 6 15,17-10-15-15,5 4-13 0,7-4-123 16,2-1-100-16,10-11 0 0,4-1 0 16,8-6 0-16,1 0 0 0,5-2 0 15,7-8 0-15,4 0 0 0,0-7 0 16,-2-6 0-16,0-3 0 0,2-4 0 0,-4-3 0 16,1-2 0-16,5-4 0 0,-2-1 0 15,8-7 0-15,-4-1-292 0,0 1-187 0,-5-6-70 16,-5 3-91-16,-2 1-116 0,-1-2-36 15,-1 3 72-15,-3 0-628 0,-1 1-803 0</inkml:trace>
  <inkml:trace contextRef="#ctx0" brushRef="#br0" timeOffset="101418.18">28484 15383 3541 0,'8'-6'-6'0,"-6"-1"49"0,-2 7 21 16,0-8 4-16,0 8 32 0,0 0 40 16,0 0 46-16,0 0 28 0,-39 36 21 15,20-10 5-15,-6 9-10 0,2 3-1 0,5-7-22 16,2 0-13-16,5 1-12 0,3 0-24 15,6-9-7-15,4 0-22 0,2-3-13 0,8 0-5 16,7 3-15-16,5-4 0 0,3-5-16 16,1-3-19-16,1-5-41 0,-6-4-59 0,-2 1-59 15,10-2-69-15,3-7-83 0,4-1-101 16,-6-2-111-16,1-1-163 0,-10-2-126 16,-5 2 65-16,2 0-490 0,-3-2-640 0</inkml:trace>
  <inkml:trace contextRef="#ctx0" brushRef="#br0" timeOffset="101913.87">29164 15619 3655 0,'0'-7'229'0,"2"2"-18"0,-2 5-17 0,0 0 10 15,2-9 27-15,-2 9 26 0,0 0 35 16,0 0-3-16,0 0-9 0,0 0-20 0,-4 34-28 16,3-22-24-16,-1 2-16 0,0 3-10 15,-1-1-8-15,-1 1-16 0,4-1-13 16,-3 1-17-16,1-2-12 0,-4-1-12 0,4-2-11 15,1 0-8-15,1-4-9 0,-2-1-7 16,0 2-1-16,2-9-9 0,0 8-59 0,0-8 0 16,0 0 0-16,0 0 0 0,0 0 0 15,17-22 0-15,-5 5 0 0,2-7-25 0,6-2-17 16,1 1 6-16,-4 6 4 16,-2 1 0-16,-4 6 3 0,0 3-2 0,2 3 9 15,-2 2-3-15,-2 2-7 0,-9 2-19 16,19 2-26-16,-10 2-26 0,2 2-28 15,-2 0-27-15,2 3-36 0,1-1-54 0,-1 2-55 16,3 1-51-16,1-3-49 0,0 2-57 16,-2-1-57-16,-2-2-87 0,3-1-75 0,-3 0 51 15,1-3-384-15,-4 1-487 0</inkml:trace>
  <inkml:trace contextRef="#ctx0" brushRef="#br0" timeOffset="102179.5">29649 15629 2806 0,'3'-4'48'0,"-3"4"27"0,4-8 21 15,-4 8 36-15,0 0 29 0,0 0 31 16,0 0-1-16,0 0-13 0,0 0-13 0,0 0-18 16,-4 25-11-16,6-15-15 0,4 0-13 15,-1-2-9-15,1 1-9 0,6-2-17 0,-1 2-22 16,3-4-20-16,-3-3-24 0,3 2-12 16,0-4-5-16,4-2-8 0,-1 0 2 15,0 0 2-15,-2-3 4 0,1-1 1 0,-5 0 17 16,-2-4 8-16,-1 3 12 0,-2-3 0 15,-4-2 11-15,-1 2-6 0,-2-1-6 0,-3-5 0 16,-2 4-5-16,-2-1 0 16,-1 1-6-16,-2 4-4 0,1 1-17 0,-1 4-28 15,-3 3-27-15,14 0-45 0,-31 9-63 16,11-1-71-16,-5 7-102 0,0 4-130 16,0-2-144-16,3 3 40 0,6-6-272 0,5-2-333 15</inkml:trace>
  <inkml:trace contextRef="#ctx0" brushRef="#br0" timeOffset="102347.04">30047 15521 2714 0,'0'0'217'16,"0"0"-5"-16,-9-10-5 0,9 10-6 0,-9-4 1 16,9 4-21-16,0 0-18 0,-11-5-37 15,11 5-70-15,0 0-91 0,0 0-107 16,0 0-128-16,0 0-166 0,0 0-157 15,-12 14 52-15,12-14-229 0,-4 12-258 16</inkml:trace>
  <inkml:trace contextRef="#ctx0" brushRef="#br0" timeOffset="103180.01">30486 15466 2603 0,'0'-5'279'0,"0"5"-32"16,-1-7-24-16,1 7-9 0,0 0 31 0,0 0 21 15,-2 28 12-15,0-11-19 0,0 2-20 16,-2 4-27-16,3 1-24 0,1 2-12 16,-2 0-26-16,0-2-13 0,0-2-34 15,0-2-48-15,0-1-60 0,-1-1-80 16,0-3-90-16,1 1-112 0,-2-6-119 0,2-1-157 16,-1 1-128-16,-1-6 66 0,4-4-408 15,0 0-507-15</inkml:trace>
  <inkml:trace contextRef="#ctx0" brushRef="#br0" timeOffset="103331.99">30515 15332 3175 0,'-4'-15'138'0,"3"5"10"0,-5-1 5 16,4 6 5-16,0-2-13 0,2 7-13 16,-3-8-27-16,3 8-61 0,0 0-93 15,0 0-97-15,0 0-107 0,5-7-139 16,-5 7-192-16,0 0 40 0,0 0-215 15,15 19-248-15</inkml:trace>
  <inkml:trace contextRef="#ctx0" brushRef="#br0" timeOffset="103697.96">30666 15387 2357 0,'0'0'148'0,"7"8"20"0,-7-8 48 16,-2 9 49-16,4-1 40 0,-2-8 23 0,-2 14 2 15,4-5-12-15,-2 0-11 16,0 1-21-16,3 0-20 0,-1 1-29 0,-2-2-22 15,2 1-22-15,-2 0-16 0,1-3-21 16,-1-7-16-16,2 13-15 0,0-7-16 0,-2-6-21 16,2 10-25-16,-2-10-20 0,5 3-16 15,-5-3-6-15,0 0-5 0,0 0 2 16,25-19-1-16,-14 8-3 0,3-2 10 0,-3 0 26 16,0 2 22-16,0-1 29 0,-4 3 19 15,0 3 14-15,-1 1 4 0,2-1 9 0,-8 6 12 16,13-3 5-16,-13 3-35 0,16 2-129 15,-16-2 0-15,11 7 0 0,-4 0 0 0,5-3 0 16,-2 2 0-16,-1-1 0 16,1-1 0-16,-3 2 0 0,6-4 0 0,-2 0 0 15,-11-2 0-15,22-4 0 0,-8 1 0 16,0-4 0-16,0 0 0 0,-1 1-416 0,1-3-119 16,-5-2-130-16,2 3-205 0,-2-1 34 15,-6 2 90-15,3 4-656 0,-6 3-855 16</inkml:trace>
  <inkml:trace contextRef="#ctx0" brushRef="#br0" timeOffset="104299.32">25248 16663 3804 0,'0'0'-47'16,"0"0"19"-16,0 0 21 0,0 0 40 15,-15 22 48-15,13-12 30 0,0 2 25 16,0-1 13-16,2 1 3 0,4 0 5 0,3-1-1 16,1 1-5-16,5-3-9 15,5-2-7-15,0-2-15 0,4-3-6 0,-1-2-14 16,4-2-10-16,-1-2-8 0,1 1-5 16,-2-5-17-16,-4-2-12 0,2 1-6 0,-6-1-6 15,-2-2-1-15,-4 1-2 0,2-2-6 16,-10 1-5-16,-1-2 0 0,-1-1-2 0,-10-3-4 15,2 0-2-15,-6-4-3 0,0 4-10 16,2 7-19-16,-1 2-11 0,-1 4-25 16,1 3-24-16,0 6-38 0,-2 0-45 15,-3 5-63-15,2 1-65 0,4 4-75 0,-1 1-87 16,8-1-101-16,-1-2-85 0,3 2 55 16,4-4-282-16,2-1-348 0</inkml:trace>
  <inkml:trace contextRef="#ctx0" brushRef="#br0" timeOffset="104546.06">25439 16745 2306 0,'5'5'23'0,"1"4"43"0,-5-1 36 16,2 4 45-16,-6 3 48 0,3-1 41 0,-3 11 23 16,1-4 3-16,-4 12 0 0,5-3-12 15,-3 6-12-15,0-1-13 0,2 3-21 0,2-5-20 16,0 2-14-16,0-2-20 0,0-6-15 16,0 0-14-16,0-1-13 0,0-3-12 15,0 0-6-15,-2-4-3 0,2-1-3 0,-3 1 8 16,-4-4 5-16,2 1 2 0,-4-2-5 15,-4-3-13-15,-1-2-1 0,1-2-12 16,-1-3-11-16,-4-6-26 0,0-4-30 16,-2-6-35-16,-4-9-45 0,1-8-45 0,6-2-59 15,-6-9-55-15,8 8-60 0,6-2-66 16,0 1-80-16,6 8-117 0,5 5-138 16,-1 3 65-16,1 1-401 0,7 1-508 0</inkml:trace>
  <inkml:trace contextRef="#ctx0" brushRef="#br0" timeOffset="104967.09">25888 16944 3248 0,'-9'2'224'0,"9"-2"13"0,0 0 32 16,-19 2 48-16,19-2 21 0,0 0-14 15,-16 0-21-15,16 0-33 0,0 0-36 0,0 0-48 16,-4-12-40-16,4 12-53 0,11-16-46 15,-4 4-41-15,0-1-41 0,3 1-31 0,0-5-22 16,-5 0-15-16,3-3-1 0,-5 3 2 16,-1-1 14-16,-4 1 8 0,1-3 9 15,-3-1 12-15,-5 0 13 0,-3-6 15 16,1 7 23-16,-1 5 21 0,6 3 4 16,-3 1 4-16,1 3 6 0,3-1 5 0,-2 1 2 15,2 1 3-15,1 2-6 0,4 5-1 16,-4-6 12-16,4 6 1 0,0 0-3 0,0 0 3 15,0 0-6-15,27 4 0 0,-12-2-9 16,3 0-2-16,1-2 0 0,-1 0-3 0,2 0 2 16,-1 3-5-16,0-3-3 0,-4 1-1 15,-2 1 6-15,3 2-2 0,-5-1-1 16,2 2-4-16,-1 4-5 0,-5-1-12 16,3 3-28-16,-2-1-41 0,-1 0-60 15,-1 1-78-15,-1-1-100 0,3 0-88 0,-2-1-114 0,4-1-139 16,-3-2 2-16,-2-2-425 15,6-2-544-15</inkml:trace>
  <inkml:trace contextRef="#ctx0" brushRef="#br0" timeOffset="105896.26">26315 16524 2792 0,'6'-7'-17'16,"-4"3"22"-16,-2 4 20 0,0 0 26 0,0 0 34 15,0 0 40-15,0 0 17 0,26 11 15 16,-20-8 5-16,-6-3 0 0,6 10-1 15,-6-10-10-15,6 8-8 0,-6-8-6 16,4 7-8-16,-4-7-3 0,3 8-1 0,-3-8-11 16,-3 9-8-16,3-9-7 0,-9 7-12 15,2-4-8-15,-4 1-15 0,2-1-19 16,-5-2-16-16,1 1-22 0,13-2-22 0,-25 2-16 16,11 0-17-16,3-2-10 0,11 0 0 15,-18 2-3-15,18-2-2 0,-11 0 3 0,11 0 3 16,0 0 12-16,0 0-2 0,0 0 11 15,0 0 6-15,0 0 9 0,0 0-1 16,0 0 3-16,31-12 0 0,-15 7-2 0,0-1-8 16,5-2-26-16,-2-2-32 0,0 2-33 15,1-3-29-15,0-7-32 0,5 1-25 0,-6-4-26 16,3-3-1-16,-8-1 5 16,-3-4 15-16,3-6 16 0,-6-2 14 0,1-5 18 15,-3-8 17-15,0-6 23 0,-2-2 35 16,-1 1 35-16,-1 16 31 0,0 11 27 15,-2 6 25-15,-2 7 23 0,0 5 13 0,-1 7 21 16,-5 1 29-16,8 4 18 0,-19 11 23 16,6 5 6-16,-5 17 12 0,-1 12-7 0,2 11-3 15,5 3-10-15,7 11-13 0,-3 0-5 16,3 0-9-16,7 0-15 0,-4 5-13 0,4 0 6 16,3 1 12-16,4-2 9 15,4-5-14-15,-6-5-11 0,4-1-10 0,-3-12-7 16,0-10-6-16,-5-5-10 0,1-8-5 15,0-7-8-15,-2-7-15 0,-1 1-13 16,1-7-14-16,-2-4-13 0,0-4-2 0,0 0-6 16,0 0-13-16,0 0-4 0,-5-39-7 15,3 4-5-15,-2-8-4 0,2-3-3 0,2-14 1 16,2 2 6-16,2 0 1 0,0 12 5 16,-3 8 18-16,1 11 25 0,3 7 7 0,-5 2 18 15,0 6 8-15,2 4 23 0,0 1 17 16,-2 7 5-16,0 0-3 0,0 0-7 15,0 0-9-15,0 0-4 0,25 15-9 16,-18-6-8-16,0-2-20 0,3 2-22 0,0-3-29 16,-1 1-22-16,-2 0-25 0,5-4-31 15,-4 1-23-15,1-4-22 0,-9 0-23 16,19-4-21-16,-2-1-16 0,-3-2-13 0,3-4-11 16,4-12 2-16,-2-2-2 0,-2-4 17 15,6-14 33-15,-5-1 39 0,0-2 40 0,-2-2 40 16,-5 11 45-16,-2 3 42 0,-1 3 47 15,-2 10 29-15,-1 4 33 0,-5 7 12 16,2 2 44-16,-2 8 24 0,0 0 14 0,0 0 15 16,0 0 0-16,-7 37-2 0,5-14-13 15,-2 2-18-15,3 0-18 0,1 3-13 0,0-3-11 16,0 1-20-16,1-4-15 16,5-1-14-16,-1-1-7 0,1-5-15 0,-1-3-3 15,4-1-11-15,0-3-12 0,-2-2-4 16,5-2-22-16,-2 1-10 0,-1-2-12 0,-9-3-10 15,16 6-22-15,-9-3-18 0,-7-3-28 16,13 5-36-16,-7-4-50 0,-6-1-66 16,10 8-60-16,-5-8-84 0,-5 0-113 0,9 8-160 15,-9-8-75-15,0 0 60 0,12 4-411 16,1-3-520-16</inkml:trace>
  <inkml:trace contextRef="#ctx0" brushRef="#br0" timeOffset="106319.35">27870 16471 3167 0,'-27'13'114'0,"2"9"-8"0,-11 5 6 0,4 2 22 16,7-2 25-16,-2 8 12 0,9-6 2 16,6 0-15-16,1 2-19 0,7-6-15 0,4-2-17 15,2-5-24-15,3 5-29 0,7 2-37 0,5 0-41 16,-1-7-63-16,0-5-67 16,4-7-67-16,-4 0-79 0,6-6-88 0,3 0-112 15,0-6-78-15,7-2 52 0,-2-4-168 16,-1-5-188-16</inkml:trace>
  <inkml:trace contextRef="#ctx0" brushRef="#br0" timeOffset="106614.83">28133 16601 2050 0,'0'0'139'0,"-40"17"25"16,23-6 3-16,0 3 17 0,-6 4 24 0,2 3 29 16,5-4 1-16,5-1-11 0,0 0-20 15,5 5-22-15,4-4-19 0,2-2-19 16,2 3-13-16,6-1-25 0,1 1-23 15,4-6-23-15,5-1-26 0,-1-2-21 16,4-2-19-16,-4-4-13 0,2-3-12 0,-4 0-1 16,5-1 1-16,-4-3 15 0,-3 0 13 15,-2 0 20-15,-2 0 4 0,-4-2 13 0,0 2 7 16,-1-5 9-16,-6 1 3 0,0-4-5 16,-4 0-4-16,-4-3-6 0,-3 3-7 0,1-1-17 15,-1 1-19-15,1 2-26 0,-1 1-37 16,1 2-47-16,0 4-61 0,0 1-65 15,0 0-79-15,-1 6-98 0,13-4-159 0,-23 6-11 16,14 0-287-16,2 0-354 16</inkml:trace>
  <inkml:trace contextRef="#ctx0" brushRef="#br0" timeOffset="106862.46">28394 16204 2395 0,'-2'-13'160'0,"2"3"56"16,-4 3 16-16,4 7 19 0,-11-3 35 0,11 3 37 16,0 0 36-16,-21 29 5 0,6 2-8 15,1 15-18-15,2 6-28 0,-1 2-33 16,2 3-31-16,4-1-19 0,0 2-29 16,-2 0-38-16,6 0-39 0,-1-2-47 0,4-8-55 15,0-3-64-15,0 2-62 0,2-6-70 16,1-4-64-16,1-4-76 0,3-8-70 15,-4-6-96-15,3-4-111 0,-1-3-119 0,3-7 70 16,-3-3-447-16,-5-2-561 0</inkml:trace>
  <inkml:trace contextRef="#ctx0" brushRef="#br0" timeOffset="107162.7">28575 16673 2879 0,'0'0'-9'0,"0"0"34"0,-13 28 17 0,8-16 23 15,-1 3 27-15,-2 1 27 0,2 2 15 16,1 1-6-16,1-2-10 0,2 2-16 0,4-1 3 16,2-1-13-16,-1-3-15 0,3 1-8 15,1-3-10-15,3-2-22 0,-2-1-15 16,3-4-2-16,-1-2-14 0,-10-3-16 0,18-2-2 16,-18 2-7-16,25-8 7 0,-11 1-6 15,-1-1 16-15,-2-1 7 0,1-1 4 0,-2-2 25 16,-3 0 13-16,-1-3-1 0,-4-3 3 15,2-1-1-15,0 1 0 0,-2 1-9 0,-2 2-16 16,0 3-8-16,-2 0-25 16,-2 4-28-16,-2 1-44 0,6 7-47 0,-17 0-68 15,17 0-73-15,-31 13-99 0,12-1-154 16,-5 4-27-16,5 3 54 0,-5 4-119 16,13-5-114-16</inkml:trace>
  <inkml:trace contextRef="#ctx0" brushRef="#br0" timeOffset="107679.34">28785 17040 1986 0,'-8'8'199'16,"5"-3"10"-16,1 1 3 0,2-6 12 15,0 12 6-15,0-12-9 0,3 8-16 0,-3-8-20 16,10 6-17-16,-10-6-27 0,14 3-25 16,-14-3-27-16,13 2-24 0,-13-2-24 15,0 0-17-15,24-9-13 0,-18 7-18 0,1-4-5 16,2-2 0-16,-2-2 5 0,-1 0 9 16,-3-4 7-16,1-1 6 0,-2-4 5 15,0 0 0-15,1-1 8 0,-6-6-4 0,3-1-2 16,-2 0-4-16,0 1 1 0,-2-1 2 15,2 10 1-15,2-3 3 0,-1 6 0 16,-1 2-3-16,2 2-10 0,-4 2-3 0,2 0 5 16,2 8-4-16,-2-12 4 0,2 12 9 15,0-9 5-15,0 9 1 0,4-8 6 16,-4 8 1-16,11-6-1 0,-1 2 1 0,1 2 0 16,0 1 1-16,-11 1 4 0,29 0 14 15,-13 5 19-15,-1 2 31 0,0 2 20 0,0 2 20 16,-5 5 13-16,1 1 6 0,-3 3 1 15,-1-1-20-15,0 3-8 0,-4-1-16 0,3 2-14 16,-2-1-25-16,1-3-35 16,1-2-37-16,-4-2-37 0,4-1-43 0,0 0-49 15,-3-2-50-15,-1-2-65 0,2 0-66 16,-2-3-60-16,-1 2-61 0,6-3-61 16,-3-2-64-16,-4-4-88 0,7 3 48 0,-7-3-321 15,0 0-389-15</inkml:trace>
  <inkml:trace contextRef="#ctx0" brushRef="#br0" timeOffset="107862.32">29260 16806 2500 0,'9'-12'45'0,"-6"2"56"16,4 5 42-16,-3-3 53 0,-1 2 33 0,-3 6 17 15,6-6 6-15,-6 6-6 0,0 0-15 16,0 0-16-16,0 0-26 0,15 22-19 0,-15-9-33 16,0 7-34-16,-2 3-43 15,-2 2-48-15,0 11-76 0,-3-2-67 0,0-1-69 16,0 1-43-16,2-2-53 0,-3-6-62 15,5-4-84-15,-1-7-112 0,-2-1 11 16,5 1-220-16,-2-7-254 0</inkml:trace>
  <inkml:trace contextRef="#ctx0" brushRef="#br0" timeOffset="108312.19">29368 16779 2279 0,'0'0'123'0,"2"-5"36"0,-2 5 35 15,0 0 10-15,0 0 31 0,0 0 19 16,0 0 3-16,0 0-12 0,0 0-24 16,0 0-27-16,17 14-27 0,-17-14-28 0,0 0-31 15,16 6-29-15,-16-6-28 0,11 0-26 16,-11 0-21-16,0 0-23 0,17-3-7 16,-17 3-1-16,13-5 4 0,-3 0 9 0,-10 5 20 15,12-7 24-15,-5 4 28 0,-7 3 35 16,7-6 32-16,-7 6 27 0,10-4 35 0,-10 4 24 15,0 0 23-15,0 0 20 16,0 0 9-16,0 0 5 0,0 0 1 0,10 12 14 16,-10-12-12-16,-2 9-13 0,2-9-29 15,2 12-58-15,0-8-171 0,-2-4 0 0,7 10 0 16,-3-4 0-16,-4-6 0 0,10 9 0 16,-5-5 0-16,3 2 0 0,-3 1 0 15,3 2 0-15,-2 4 0 0,0 1 0 0,-3 1 0 16,-1 2 0-16,-2 2 0 0,2 2 0 15,-6 1 0-15,3 2 0 0,-3-2 0 0,-2 0 0 16,0-1 0-16,0-1 0 0,5-3 0 16,-5-2 0-16,0-1 0 0,5-2 0 0,-3 0 0 15,1-3 0-15,1-1 0 0,-1 0 0 16,-1-1 0-16,-4-2 0 0,3 2-485 16,-7-5-250-16,1 2-137 0,-2-2 3 15,-1 0 94-15,-3-2-740 0,-2 0-961 0</inkml:trace>
  <inkml:trace contextRef="#ctx0" brushRef="#br0" timeOffset="108562.11">27855 17572 4327 0,'-62'20'-95'0,"12"-5"12"16,12-3 11-16,5-2 17 0,18-1 19 16,11-2 34-16,10 0 43 0,9 3 39 15,27 1 21-15,22-1-8 0,15-2-5 0,11-5-10 16,28-6-7-16,4-3-5 15,0-6-6-15,-7-3-4 0,-2-5-6 0,-10 1-2 16,-7-3-6-16,-26 3-10 0,-7-1-28 16,-8 1-28-16,-8 0-40 0,-12 4-30 0,-4 3-22 15,-9 2-15-15,-6 3-14 0,-2 1-25 16,-3 2-40-16,-6 2-52 0,-5 2-85 16,0 0-156-16,0 0-47 0,0 0 51 0,0 0-106 15,-46 20-105-15</inkml:trace>
</inkml:ink>
</file>

<file path=ppt/ink/ink1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11-16T03:24:53.434"/>
    </inkml:context>
    <inkml:brush xml:id="br0">
      <inkml:brushProperty name="width" value="0.05292" units="cm"/>
      <inkml:brushProperty name="height" value="0.05292" units="cm"/>
      <inkml:brushProperty name="color" value="#FF0000"/>
    </inkml:brush>
  </inkml:definitions>
  <inkml:trace contextRef="#ctx0" brushRef="#br0">21522 6152 985 0,'0'0'374'0,"-1"-9"-42"0,1 9-21 16,0-10-16-16,0 10-3 0,-2-10-15 15,2 5-4-15,0 5-16 0,0 0 16 0,-2-12 1 16,2 12 7-16,0 0-8 0,0-10-12 15,0 10-19-15,0 0-11 0,0 0-4 0,0 0 0 16,0 0 2-16,0 0-1 0,0 0-1 16,-4 29 1-16,2-9-16 0,0 4-11 0,-2 12-14 15,-2 0-17-15,1 1-15 0,-1 2-10 16,3-3-17-16,-3-2-12 0,-1 2-10 0,0-2-12 16,2-1-14-16,-3-8-80 15,4-3 0-15,-4 0 0 0,3-1 0 0,-3-3 0 16,3-1 0-16,-2-3 0 0,2-1 0 15,1-2 0-15,-2-2 0 0,1-1 0 0,-1 1-120 16,5-4-212-16,1-5-110 0,-7 3-94 16,7-3-101-16,0 0-125 0,0 0-22 15,8-31 82-15,-2 11-616 0,5-9-776 0</inkml:trace>
  <inkml:trace contextRef="#ctx0" brushRef="#br0" timeOffset="219.89">21391 6186 3380 0,'-16'-7'-108'0,"5"0"71"16,-2 2 60-16,1 0 63 0,5 0 46 16,7 5 30-16,-14-7 26 0,9 4 14 15,5 3 10-15,-10-5-2 0,10 5 5 16,0 0-6-16,19-11-16 0,-3 5-21 0,5-1-17 16,11-3-12-16,4-2-20 0,4 5-8 15,1 0-19-15,-2 0-28 0,5 2-62 0,-4 0-67 16,0 3-79-16,-8 2-86 0,-3 2-87 15,-2 0-78-15,-2 2-88 0,-7 4-156 0,2 5 9 16,-6 1 75-16,-3 3-307 0,-8 0-343 16</inkml:trace>
  <inkml:trace contextRef="#ctx0" brushRef="#br0" timeOffset="467.78">21280 6767 2538 0,'-17'12'139'16,"0"-3"70"-16,8-2 46 0,-1 1 39 0,0-3 31 16,5-1 30-16,5-4 38 0,-7 8 3 15,7-8-11-15,0 0-30 0,0 0-36 0,0 0-30 16,34 0-30-16,-10 0-26 0,4-5-27 16,9 0-37-16,3-2-77 0,0 1-98 0,-1-1-105 15,-1 0-102-15,-4 1-128 16,-8 0-123-16,-1-1-125 0,-2 2-176 0,0-2 45 15,-4 0 83-15,-2 2-508 0,-2 0-611 16</inkml:trace>
  <inkml:trace contextRef="#ctx0" brushRef="#br0" timeOffset="899.63">21958 6496 3240 0,'0'0'67'0,"0"0"55"0,0 0 56 0,0 0 45 0,0 0 32 16,0 0 30-16,0 0 13 16,0 0-2-16,0 0-2 0,-3 30-12 0,5-19-19 15,-2 1-21-15,1 4-9 0,1-1-9 16,-2 3-16-16,3-5-1 0,-6 3-10 0,6-3-11 16,-6 3-13-16,1-1-18 0,1 1-12 15,-3-3-16-15,-2 0-9 0,4-5-11 0,1-1-39 16,-3 0-68-16,4-7 0 0,-6 10 0 15,6-10 0-15,0 0 0 0,0 0 0 16,0 0 0-16,11-24 0 0,-1 7 0 0,7-8 0 16,5-4 0-16,0 4 0 0,4 1 0 15,-1 1 0-15,0 6 0 0,2 2 0 16,-7 5 0-16,-2 5 0 0,-3 2 0 16,1 3 0-16,-4 0 0 0,0 1 0 0,1 2 0 15,-1 2 0-15,1 1 0 0,-2 0 0 16,1 2 0-16,1 0 0 0,-2 1 0 0,-2-1 0 15,-4 2 0-15,1-1 0 0,-1-1 0 16,-3 2 0-16,3-2 0 0,-1-1 0 0,-3 1 0 16,-1-2 0-16,4 0-191 0,-2 0-224 15,-2-6-110-15,4 7-130 0,-4-7-166 0,5 6 13 16,-5-6 95-16,18-2-669 0,-18 2-835 16</inkml:trace>
  <inkml:trace contextRef="#ctx0" brushRef="#br0" timeOffset="1250.8">23304 6411 3999 0,'-21'17'33'0,"14"-12"79"0,-5 5 70 16,-1 3 42-16,2 2 30 0,-3-1 17 15,5 3 6-15,-2 1-4 0,2-1-16 0,6 1-19 16,1-3-24-16,0 3-19 0,2-5-18 15,4 3-16-15,-1-1-17 0,5-1-12 16,0 0-12-16,1-4-13 0,2-1-11 16,3 1-9-16,1-3-13 0,3-4-12 0,-4-2-16 15,2-1-15-15,3-1-7 0,-4-1-11 16,5-3 2-16,-4-3-3 0,0-1 4 0,-3-3-4 16,1-2-4-16,-3-3 1 0,-4-4-4 15,1-10 1-15,-4 0-5 0,-2-1-2 0,-4-6-2 16,-2 1-10-16,-4 3-22 0,1 5-34 15,-2 4-33-15,-2 7-41 0,0 6-52 0,2-1-47 16,-5 6-54-16,1 2-67 0,3 3-59 16,1 2-64-16,9 0-63 0,-19 4-113 0,13-1-20 15,0 0 70-15,3 5-413 16,3-8-498-16</inkml:trace>
  <inkml:trace contextRef="#ctx0" brushRef="#br0" timeOffset="1451.53">23484 6375 2597 0,'3'9'-25'0,"-3"-1"70"15,0-1 65-15,0 2 54 0,0-1 44 16,0 1 26-16,-1 3 19 0,-1 0 6 0,2 0-7 16,-2 1-11-16,2 1-21 0,0 1-16 15,2 2-21-15,0-1-14 0,1-1-9 0,3 0-27 16,-1-1-14-16,3 2-10 0,-2-5-14 16,2 1-22-16,-3 0-37 0,2-5-51 0,2 1-63 15,-4-4-92-15,5-1-103 0,-1 0-110 16,-9-3-143-16,17 2-147 0,-7-2 56 15,-10 0-439-15,15-2-528 0</inkml:trace>
  <inkml:trace contextRef="#ctx0" brushRef="#br0" timeOffset="1837.9">24465 6363 2994 0,'-18'0'80'0,"18"0"72"0,-20 3 66 16,4 2 50-16,3 1 29 16,-4 4 20-16,2 2 9 0,-1 2 1 0,3 1-12 15,-1 2-23-15,5 0-21 0,0 2-28 16,1 0-25-16,4 1-20 0,0-4-14 0,4-1-21 16,0-1-19-16,6 1-8 0,-3 0-15 15,4-6-14-15,-1 4-10 0,3-5-8 0,0 1-15 16,1-3-10-16,1-2-12 0,1 0-11 15,-2-4-7-15,1 0-4 0,-11 0 3 16,23-8-9-16,-12 2-2 0,1-3 1 0,-3-3-5 16,-2 0-5-16,4-5 0 0,-4-6-3 15,-3 3-1-15,-1-4-5 0,-1 2 3 0,-2 1-1 16,-2 3-14-16,2 2-32 16,-5-1-27-16,-3 5-28 0,0 5-30 0,1-1-33 15,-3 7-36-15,5 0-45 0,5 1-54 16,0 0-58-16,-25 6-48 0,16 2-61 0,-1-2-66 15,2 1-49-15,6-1-40 0,1-2-14 16,1-4-480-16,3 9-578 0</inkml:trace>
  <inkml:trace contextRef="#ctx0" brushRef="#br0" timeOffset="2115.76">24442 6483 2819 0,'7'8'-104'0,"1"1"75"0,-2-1 66 0,0 1 58 16,-5 2 55-16,5-2 40 0,-4 7 31 16,-2 3 31-16,2-1 24 0,-1 1 2 0,-1 8 21 15,0 8 30-15,3-7-8 0,-3-2-2 16,0 3-8-16,0 7-16 0,0-4-9 15,0-5-14-15,-3-1-25 0,2 10-24 16,-3-1-10-16,2-6-5 0,-2-7-27 0,3 1-17 16,-3-3-13-16,-2-3-6 0,3-2-103 15,-4-1-42-15,3-3 0 0,-3-2 0 16,0-1 0-16,-1-2 0 0,-2-4 0 0,-1 0 0 16,11-2 0-16,-27-7 0 0,14 0 0 15,-2-3 0-15,-3-2 0 0,-6-6 0 0,3 0 0 16,-1-1 0-16,6 4 0 0,-2 3 0 15,5 0 0-15,0 0-287 0,1 1-87 16,3 2-77-16,1-3-77 0,-1 2-112 16,5 1-175-16,2-3 62 0,4-5 83 0,3-3-579 15,9-5-711-15</inkml:trace>
  <inkml:trace contextRef="#ctx0" brushRef="#br0" timeOffset="2565.82">24766 6766 3185 0,'0'0'-45'0,"-4"6"64"0,4-6 57 16,-3 7 61-16,3-7 50 0,0 0 30 0,-7 4 9 15,7-4 4-15,0 0-2 0,0 0-13 16,0 0-24-16,0 0-13 0,0 0-11 16,0 0-17-16,21-22-13 0,-11 11-13 15,0 1-9-15,-1-7 7 0,-2 0-5 0,5-2-9 16,-4-3 3-16,-3-1 4 0,1 0 1 15,-2-10-3-15,-3 4-7 0,-1 1-3 16,-1-6-4-16,-5 0-3 0,1 8-2 0,-3 4-15 16,3 3-7-16,-6 2-8 0,4 6-9 15,-2 3-5-15,0 3 3 0,0 2-1 0,9 3 3 16,0 0 1-16,-21 4 3 16,21-4 4-16,-11 7 4 0,11-7 1 0,-6 6 3 15,6-6 11-15,0 0 6 0,11 12-2 0,-11-12-52 16,22 3-34-16,-8-3 0 0,6-3 0 15,-1 3 0-15,0 0 0 0,0 0 0 16,-1 0 0-16,-4 0 0 0,6 3 0 0,-4 2 0 16,4 0 0-16,-2 3 0 0,0 1 0 15,-2 2 0-15,-3 2 0 0,-2-3 0 0,-1 3 0 16,-3 0 0-16,2 1 0 0,-3-1 0 16,-1-2 0-16,-2 2 0 0,1 1-381 0,-2-2-153 15,0 1-111-15,-2-2-159 0,2 1-24 16,-1-2 89-16,3 1-710 0,3-3-898 15</inkml:trace>
  <inkml:trace contextRef="#ctx0" brushRef="#br0" timeOffset="3365.58">25282 6481 3881 0,'-1'-12'-10'0,"-1"2"86"0,-4 1 72 16,3 1 65-16,2 3 50 0,1 5 27 15,-4-10 21-15,4 10 6 0,-6-7-12 0,6 7-15 16,0 0-28-16,0 0-12 0,0 0 4 15,0 0-14-15,0 0-25 0,0 0-17 0,0 0-18 16,8 25-14-16,-6-13-21 0,-1-2-16 16,4 2-61-16,-3 0-68 0,-2 0 0 0,-2 0 0 15,0 2 0-15,-2-2 0 0,-6 0 0 16,-1 1 0-16,-3-1 0 0,1 0 0 16,-2-1 0-16,2-3 0 0,-1 0 0 0,3-6 0 15,0-1 0-15,11-1-69 0,-18-11-79 16,15 1 2-16,1-3 13 0,2-3 11 15,5-5 13-15,11-8 8 0,-3 5 11 0,1 4 10 16,-3 5 11-16,-2 3 31 0,-2 1 29 16,5 4 30-16,1-1 11 0,-1 1 7 15,1 2-7-15,3-2 3 0,-1 2-5 0,4-2-3 16,2 2 3-16,0 0-9 0,2 0-1 16,2-2-25-16,5-5-43 0,3 0-43 15,-1-2-38-15,-2 1-28 0,-3-5-15 16,-2 1-2-16,-3-4-13 0,0-3-3 0,-8-1 0 15,0-3 17-15,-3-4 15 0,1-4 16 16,-2-3 18-16,1-16 6 0,1-3 5 0,-3-8-3 16,2-5 2-16,-1-1 9 0,-1 6 10 15,-3 4 14-15,-4 21 40 0,-2 7 31 0,-2 11 24 16,-4 5 32-16,-1 5 23 0,-3 5 35 16,-1 6 33-16,-4 6 24 0,-12 13 25 0,4 7 19 15,-6 15 18-15,6 7 14 0,-2 9 9 16,9 8 6-16,-2 7-4 0,3 24-11 0,3 5-9 15,5-1-21-15,5-16-14 16,4 0-22-16,2-1-17 0,-1-4-15 0,6-3-36 16,0-6-103-16,0-2 0 0,0-10 0 15,-2-13 0-15,-3-5 0 0,-3-4 0 0,3-8 0 16,-2-7 0-16,0-5 0 0,0-3 0 16,-2-6 0-16,0-2 0 0,0-3 0 0,0 0 0 15,0 0 0-15,3-32 0 0,-3 6 0 16,3-15 0-16,-3-1 0 0,4-4 0 0,-2 1 0 15,0 3 0-15,-2 4 0 0,0 11 0 16,0 5 0-16,0 7 0 0,-2 3 0 16,0 1 0-16,-2 4 0 0,1 2 0 0,3 5 0 15,-3-5 0-15,3 5 0 0,0 0 0 16,0 0 0-16,0 0 0 0,0 0 0 0,0 0 0 16,0 0 0-16,0 0 0 0,0 0 0 15,0 0 0-15,0 0 0 0,0 0 0 16,12 16 0-16,-12-16-77 0,0 0-107 15,0 0-62-15,0 0-83 0,0 0-94 0,0 0-77 16,15-11-89-16,-8-2-100 0,7-12-70 16,7-5 81-16,8-13-586 0,5-4-725 0</inkml:trace>
  <inkml:trace contextRef="#ctx0" brushRef="#br0" timeOffset="3682.91">25995 5862 3285 0,'3'-12'-11'0,"2"4"79"15,-5 3 66-15,0-1 48 0,0 6 42 0,0 0 36 16,0 0 29-16,0 0 30 0,0 0 22 15,0 0 3-15,0 0 0 0,-23 18-4 0,17-5-9 16,3 3-11-16,-6 6-18 0,0 7-29 16,0 5-25-16,-1 2-20 0,0-1-24 0,3 1-38 15,2 0-166-15,-6 0 0 0,8-2 0 16,-1-7 0-16,-2-3 0 0,5 0 0 16,-1-5 0-16,0-3 0 0,0-1 0 0,2-3 0 15,0-1 0-15,4-1 0 0,-1-6 0 16,5 2 0-16,-3-2 0 0,-5-4 0 0,20 2 0 15,-20-2 0-15,19 0 0 0,-19 0 0 16,19-2 0-16,-19 2 0 0,15-4 0 16,-15 4 0-16,13 0 0 0,-13 0 0 15,0 0 0-15,18 0 0 0,-18 0 0 0,0 0 0 16,16 2 0-16,-16-2 0 0,13 2 0 16,-13-2 0-16,12 2-470 0,-4-2-186 0,-8 0-162 15,12 3-49-15,-12-3 95 0,7 3-795 16,-7-3-1010-16</inkml:trace>
  <inkml:trace contextRef="#ctx0" brushRef="#br0" timeOffset="4865.97">27632 5974 4011 0,'2'-29'-166'15,"-2"4"54"-15,0 3 40 0,0 3 58 16,0 4 43-16,-2 1 45 0,2 1 31 0,0 1 14 15,-2 1-2-15,0 5-8 0,-2 4 14 16,4 2 12-16,0 0 15 0,-26 25 12 0,9 4 12 16,-2 13-10-16,-3 5-4 0,8 8 15 15,-2-2-9-15,3 4-13 0,4 0-19 0,-2-3-6 16,8-9-20-16,-1-2-6 0,0-3-10 16,1-2-10-16,-4-4-3 0,4-9-13 15,-1-4-5-15,-2-2-9 0,3-4 1 16,-3 0-3-16,2-6-4 0,-4-1-3 0,1-4 1 15,-3-2-13-15,10-2-6 0,-17-11-16 16,6-1-6-16,-1-3-3 0,-3-11-8 0,-1-3-5 16,3-1 0-16,0 1-2 0,0 1-1 15,1 9 6-15,7 2-2 0,-3 3 0 16,2 2-1-16,1 2 0 0,1 1-3 0,-2 2 0 16,4-2-2-16,1 3-8 0,1 6 6 15,3-9 4-15,5 3-4 0,5 0-12 0,10-1-7 16,16-1-6-16,8 1-8 15,14-5-5-15,3-5-14 0,5 0 0 0,0-2-3 16,1-4 3-16,-2 0 0 0,11-12 4 16,-18 8 9-16,-6-4 3 0,-6-2 6 0,-1-1 6 15,-12 2 4-15,-5 1 9 0,-8 5 4 16,-6 2 18-16,-7 9 5 0,-5 3 2 0,-5 2 10 16,-1 4 7-16,1 6 11 0,-16-4 4 15,-1 6 10-15,-6 6 1 0,-9 2 1 0,-2 9 4 16,-11 3 6-16,6 7-1 15,-1 2-4-15,1 5-1 0,1 5 0 0,2-1-3 16,2 6-5-16,3-2-4 0,8-2-3 16,10-7-6-16,3-4 0 0,5-7 1 0,5-4-2 15,2-4 7-15,3-1 14 0,5-3 18 16,1-4 19-16,5-1 13 0,1-6 10 0,2-2 14 16,1-2 13-16,11-9 9 0,-3 0 1 15,3 1 5-15,-10 3-2 0,-3 0 6 0,-5 4-2 16,-2-1-4-16,-3 3-115 0,1 0-30 15,-9 2 0-15,11-2 0 0,-11 2 0 0,11 6 0 16,-8-1 0-16,1 3 0 0,-2 4 0 16,2-3 0-16,-3 5 0 0,5 1 0 15,0-3 0-15,0 5 0 0,-1-4 0 0,3 3 0 16,2-2 0-16,-1 1 0 0,2-3 0 16,1-2 0-16,1-1 0 0,3-2 0 15,-1-2 0-15,2-2 0 0,4-1 0 16,0-2 0-16,6-2 0 0,-2-1 0 0,7-6 0 15,2 2 0-15,-5 0-314 0,5-1-244 16,-4-2-130-16,5-1-186 0,-5 1 47 0,2 2 95 16,-1-1-696-16,-2 1-878 0</inkml:trace>
  <inkml:trace contextRef="#ctx0" brushRef="#br0" timeOffset="5200.57">29151 6274 4014 0,'0'0'56'0,"-10"-4"42"0,10 4 28 0,0 0 21 15,0 0 33-15,0 0 32 0,0 0 18 16,-14 10-3-16,14-10 4 0,-5 15-13 0,5-6-13 16,5 4-9-16,-4-2-15 0,5 3-18 15,-1 0-8-15,1 1-14 0,1-1-12 0,0-3-7 16,-2 2-16-16,3-2 0 0,-3-3 6 15,-1 1 1-15,3-3 8 0,-2 0-3 16,-1-1-2-16,-4-5 0 0,9 7-15 16,-9-7-12-16,14 0-27 0,-14 0-62 0,16-7 0 15,-6 0 0-15,0-3 0 0,3-4 0 16,4-9 0-16,0 0 0 0,-1-4 0 0,-2-2 0 16,0-4-135-16,-1 4-93 0,-1 1-55 15,-2 5-57-15,-5 6-103 0,2 0-102 16,-3 3-130-16,3 4-129 0,-4 0 81 0,3 1-643 15,-1 3-819-15</inkml:trace>
  <inkml:trace contextRef="#ctx0" brushRef="#br0" timeOffset="5850.39">29787 6288 3669 0,'-5'7'-16'0,"-1"1"69"0,0-4 67 16,1-2 51-16,5-2 50 0,-10 8 29 15,10-8 12-15,-4 4-7 0,4-4 9 0,0 0-2 16,0 0-15-16,0 0-18 0,0 0-28 16,0 0-16-16,0 0-23 0,0 0-18 0,0 0-18 15,0 0-10-15,2-29-15 0,0 17-20 16,0 0-15-16,-1 1-12 0,-1-1-8 0,0-1-3 16,-1 3-19-16,-1 2-3 0,-6 1-3 15,-3 2 1-15,-1 5-4 0,12 0 0 0,-30 3-1 16,7 4-6-16,2 1 4 0,-4 8 4 15,10 1-1-15,2-2 13 0,4 3 6 16,0 0 8-16,6-1 7 0,3 0 9 16,1 1 6-16,6 3-1 0,0-3-2 0,2 0-2 15,11 2-1-15,-5-4-3 0,0-4 2 16,4-2-4-16,2-2-32 0,-1-4-21 16,-2 1 0-16,1-3 0 0,3-2 0 0,-2-4 0 15,-1 3 0-15,1-5 0 0,-4-1 0 16,6-1 0-16,-8-4 0 0,2 0 0 0,-5-3 0 15,1-1 0-15,-3-2 0 16,-1 0 0-16,-3 1 0 0,-1-1 0 0,-1 7 0 16,-3-1 0-16,0 0 0 0,-3 4 0 15,-1 1 0-15,1-1 0 0,3 8 0 0,-10-6 0 16,10 6 0-16,-7-4 0 0,7 4 0 16,0 0 0-16,0 0 0 0,0 0 0 0,0 0 0 15,0 0 0-15,0 0 0 0,0 0 0 16,0 0 0-16,34 2 0 0,-19 0 0 0,3-2 0 15,-4 1 0-15,6 2 0 0,-3-1 0 16,-2 4 0-16,3-1 0 0,-4 1 0 0,-3 1 0 16,3 2 0-16,-4 2 0 0,0 1 0 15,-5-2 0-15,1 2 0 0,-1 0 0 16,-3 0 0-16,2 1 0 0,-2 0 0 16,0-1 0-16,-2-1 0 0,0 1 0 15,0-1 0-15,0-1-56 0,0 0-191 0,-2-1-56 16,2-1-51-16,0 1-68 0,0-2-47 15,0-7-72-15,2 7-79 0,-2-7-133 0,0 0 54 16,25-9-569-16,-6-3-727 0</inkml:trace>
  <inkml:trace contextRef="#ctx0" brushRef="#br0" timeOffset="6249.43">30773 5616 3257 0,'-2'-38'-118'0,"-5"2"60"15,2 3 44-15,-6 1 45 0,2 8 50 16,-2 7 21-16,2 1 16 0,0 5 9 15,-3 3 3-15,1 6 18 0,11 2 14 16,-31 15 21-16,5 12 14 0,-1 11 9 0,0 11 11 16,2 6 5-16,5 5-10 0,0 1 12 15,6 6-30-15,2 2-18 0,2-1-30 0,5 2-11 16,3-4-18-16,-2-4-12 0,1-2-10 16,3-14-17-16,0-1-30 0,0-5-52 15,0-3-32-15,-1-8-18 0,1-5-46 0,-2-5-39 16,2-2-31-16,0-5-29 0,-2-4-42 15,2-1-36-15,-2-1-25 0,2-6-18 0,0 0-6 16,0 0-13-16,0 0 10 16,-23-23 8-16,12 8 14 0,-6-9 40 0,2 0 45 15,-9 0 67-15,6 2 58 0,-7 2 61 16,2 4 43-16,2 6 43 0,2 2 46 0,4 1 46 16,0 1 36-16,-1-2 34 0,5 4 21 15,2 0 17-15,0 2 6 0,9 2 18 16,-11-3 1-16,11 3-15 0,0 0-18 0,0 0-28 15,0 0-19-15,0 0-23 0,46-4-50 16,-21 1-66-16,5 1-79 0,13-3-102 0,0 3-107 16,5-4-117-16,-1 0-135 0,12-2-185 15,-13 1 45-15,-4 0-399 0,-6 2-498 16</inkml:trace>
  <inkml:trace contextRef="#ctx0" brushRef="#br0" timeOffset="6614.67">30641 6243 2799 0,'-13'6'3'16,"5"2"51"-16,0-5 60 0,8-3 63 16,-11 1 37-16,11-1 21 0,0 0 5 0,-9 5-3 15,9-5-8-15,0 0-6 0,0 0-7 16,0 0-21-16,0 0-13 0,0 0-16 16,28 0-24-16,-28 0-10 0,27-5-13 0,-10 3-15 15,-1-4-7-15,-2 2-14 0,2-2-13 0,-1-1-5 16,-3 0-4-16,1-2-7 15,-6 5-9-15,0-4-3 0,2 3-6 0,-9 5-7 16,0 0-5-16,0 0-2 0,0 0-2 16,0 0 0-16,0 0-2 0,-46 14 15 15,33-2 2-15,1 2 15 0,-1 2-2 0,4-3 6 16,0 3 1-16,4-1-4 0,1-1 4 16,2-1-9-16,2 1 3 0,0 0-11 0,0-2 0 15,4-3-18-15,1 3-36 0,2-4-54 16,4 1-66-16,4-3-76 0,-1 0-83 15,2-1-73-15,4-3-44 0,-1-1-30 0,1-2-64 16,3-6-113-16,-1-2-35 0,-6-2 77 16,11-4-352-16,-4-5-410 0</inkml:trace>
  <inkml:trace contextRef="#ctx0" brushRef="#br0" timeOffset="6831.44">31055 6210 2517 0,'9'-10'12'0,"-3"1"57"16,0 1 47-16,-2 1 48 0,-3 2 38 15,-1 5 35-15,4-9 9 0,-4 9-1 0,0 0 23 16,0 0 29-16,0 0 21 0,0 0-3 15,0 0-17-15,0 0-21 0,6 23-23 0,-6-15-20 16,0 2-25-16,0 1-18 0,0 0-17 16,0 3-22-16,1-2-15 0,-1 3-13 0,-1-3-12 15,-1 1-15-15,0-1-25 0,-4 0-37 16,3 0-62-16,-5-3-50 0,0 3-54 16,2-4-48-16,-1-1-48 0,0-3-61 15,-2 0-35-15,9-4-32 0,-5 2-26 0,5-2-23 16,0 0-24-16,0 0-16 0,23-27-9 15,0 2 13-15,11-4 4 0,2 3-509 0,4 3-425 16</inkml:trace>
  <inkml:trace contextRef="#ctx0" brushRef="#br0" timeOffset="7030.99">31253 6207 2443 0,'21'-11'-55'16,"-8"1"44"-16,-5 5 55 0,-4 3 51 15,-4 2 57-15,0 0 55 0,0 0 37 0,0 0 27 16,-37 16 10-16,20-8 11 0,-8 6 14 16,5 0 6-16,-3 4 9 0,5-4-10 0,7 1 0 15,-2-1-15-15,5 1-11 0,2-1-21 16,2 1-22-16,4-1-24 0,0-1-20 15,6 1-18-15,-1 0-19 0,9-1-16 16,3 1-14-16,8 3-36 0,5-5-54 0,1-2-59 16,-6-3-77-16,-2-2-60 0,-6-3-57 15,2-1-63-15,-5-1-76 0,-3 0-74 0,0 0-83 16,-11 0-90-16,18-1-155 0,-13-3 63 16,-5 4-568-16,4-6-720 0</inkml:trace>
  <inkml:trace contextRef="#ctx0" brushRef="#br0" timeOffset="7999.94">21280 7848 3471 0,'4'-9'-7'15,"0"1"67"-15,-4 2 69 0,0 6 46 16,-2-6 19-16,2 6 15 0,-6-5-3 0,6 5 10 16,0 0 19-16,0 0 7 0,-28 24 8 15,11-2-3-15,1 1-18 0,3 4-13 0,1 0-25 16,3-3-9-16,5-2-29 0,3 1-13 15,2-3-8-15,3 4-13 0,5-5-10 0,5 7-10 16,7-6-8-16,2-3-8 0,2-6-7 16,-2-4-7-16,4-6-6 0,-3-1-8 0,13-7-5 15,-3-4-3-15,-4-1-3 16,1-6-3-16,-5 0-4 0,-2 0-1 0,-2 0 1 16,-7 4 15-16,-4 1 13 0,1 6 4 15,-2-2 4-15,-5 3-67 0,1 1-6 0,-1 0 0 16,1 1 0-16,-6 4 0 0,8-4 0 15,-8 4 0-15,0 0 0 0,0 0 0 0,19 13 0 16,-11-5 0-16,1-2 0 0,4 3 0 16,-1-3 0-16,5 2 0 0,2-2 0 0,4 0 0 15,-2-3 0-15,-2-1 0 0,2-2 0 16,0 0 0-16,-2 0 0 0,0-4 0 0,0 3 0 16,-2-5 0-16,-4 3 0 0,1-3 0 15,1 1 0-15,1-4 0 0,-9 5 0 0,6-4 0 16,-3-4 0-16,-1 3 0 0,-1-5 0 15,-3 2-68-15,4-5-248 0,-6 1-85 16,5-3-92-16,-3 0-90 0,6 1-122 16,-2-1-102-16,0 3 82 0,0 1-667 0,7 1-845 15</inkml:trace>
  <inkml:trace contextRef="#ctx0" brushRef="#br0" timeOffset="8199.37">22361 7650 4006 0,'0'0'-36'0,"0"0"76"15,0 0 48-15,-3 16 34 16,0-4 30-16,-3 3 23 0,3 7 13 0,-1-1 4 0,-4 10-2 16,7 4 13-16,-1-6-29 15,-3-4-10-15,3 11-19 0,0-7-13 0,2-3-11 16,-1-1-14-16,1-6-27 0,0 1-38 16,0 1-53-16,0-6-57 0,0-1-53 0,0-1-54 15,0-2-63-15,0-3-81 0,-2-3-78 16,2-5-57-16,0 0-92 0,0 0-89 0,0 0 59 15,0 0-358-15,-6-23-413 0</inkml:trace>
  <inkml:trace contextRef="#ctx0" brushRef="#br0" timeOffset="8349.74">22414 7478 2380 0,'-4'-14'-44'0,"4"2"47"0,-2 2 33 15,0 3 27-15,1 0 14 0,-1 1 6 0,2 6-9 16,-2-8-13-16,2 8-10 0,-2-5-34 15,2 5-27-15,0 0-54 0,0 0-78 0,0 0-97 16,0 0-194-16,0 0-218 0,6 26-147 16</inkml:trace>
  <inkml:trace contextRef="#ctx0" brushRef="#br0" timeOffset="9031.07">22769 7343 1940 0,'0'0'92'0,"-10"-6"42"0,10 6 45 15,-12-4 34-15,12 4 24 0,0 0 14 16,-25 12 16-16,11 0 8 0,1 5 5 16,-5 15-3-16,1 8-4 0,4 9-11 15,0-1-14-15,1-2-22 0,4-3-16 0,3-1-22 16,-1-1-17-16,4 1-19 0,2-3-14 16,-2 1-7-16,-2-6-20 0,0-5-11 0,1 4-6 15,-1-8-17-15,0-4-6 16,0-6-14-16,3 1-13 0,-6-3-16 0,3 0-12 15,-1-6-20-15,-1 0-20 0,-1-4-22 16,-1-2-19-16,8-1-12 0,0 0-12 0,-28-9-14 16,16-3-5-16,-3 0-6 0,1-2-13 15,3-2-11-15,-1 0-1 0,3-1 8 0,3 5-7 16,5-5-2-16,2 3-10 0,3-3-7 16,12-8-2-16,6-1-9 0,8-5-8 0,7-2-11 15,5 0-10-15,0 2 2 0,6-4 12 16,3 2 16-16,0-1 20 0,19-8 15 0,-18 7 19 15,0 3 10-15,-7 0 22 0,-2 1 29 16,-9 1 22-16,-15 9 31 0,-4 2 29 16,-8 5 18-16,-5 1 26 0,-2 3 22 0,-3 1 20 15,-9-1 6-15,1 5 22 0,-4 0 9 16,-5 3 4-16,0 0-1 0,-1 6 2 16,-6-1 4-16,-5 6-7 0,-3 4-5 15,1 4 2-15,4 3-6 0,-1 3-7 0,3 8-4 16,3-3-7-16,2 8-12 0,6-5-9 15,1 0-10-15,7 4-7 0,3-2-13 0,1-1-6 16,5-4-9-16,0-3-1 0,2-6-8 16,1 3-3-16,3-5-4 0,-2-4-4 0,-1 1 1 15,3-2 3-15,0-5 21 0,2-2 15 16,1 0 34-16,0-5 7 0,-9 0 0 0,21 0-7 16,-8-2-3-16,-4 1-5 15,-9 1-9-15,18 0-15 0,-18 0-6 0,21 1-10 16,-11 1 2-16,2 2-12 0,1 2-3 0,-3-1-3 15,3 4-6-15,-2 0-9 0,1-1-14 16,-1 1-2-16,5 3-3 0,-5-1-1 16,2-2-26-16,-1 2-25 0,-3-3-46 0,3 1-53 15,-5-1-50-15,4 0-68 0,-3-2-85 16,2-1-87-16,-3 1-87 0,4-4-149 0,1 2-97 16,1-2 68-16,1 0-603 0,3 0-751 15</inkml:trace>
  <inkml:trace contextRef="#ctx0" brushRef="#br0" timeOffset="9481.59">23961 7356 3757 0,'-5'-16'48'16,"1"4"83"-16,0 5 61 0,3-1 18 0,-1 3 0 15,2 5-8-15,0 0 38 0,0 0 29 16,0 0 7-16,-16 25-5 0,9-2-2 0,-1 11-6 15,3 4-14-15,-6 5-15 0,4 7-21 16,2-6-19-16,-3 9-22 0,6-10-12 0,-6 11-19 16,2-14-11-16,5 3-12 0,-3 0-12 15,-2-3-21-15,1-3-34 0,-2-3-51 16,4-9 0-16,-1-7 0 0,0-2 0 16,2-5 0-16,1 2 0 0,1-4 0 0,-2-3 0 15,2-6 0-15,0 0 0 0,0 0 0 16,0 0 0-16,11-21 0 0,-4 5 0 0,9-11 0 15,-1 2 0-15,0-1 0 0,2 5 0 16,-1 4 0-16,-3 5 0 0,-1 2 0 0,-1 3 0 16,1 4 0-16,-3 1 0 0,-9 2 0 15,23 4 0-15,-8 1 0 0,2 4 0 0,-4-1 0 16,5 2 0-16,-5 2 0 0,1 0 0 16,-3 0 0-16,0 2 0 0,-3-3 0 15,1 1 0-15,-1-2 0 0,-1-1 0 16,0 3-213-16,-2 0-52 0,1-3-46 0,-3 2-63 15,-3-2-49-15,2-1-48 0,-2-2-56 16,-2 3-69-16,2-2-100 0,0-7 35 0,0 0-582 16,4 5-704-16</inkml:trace>
  <inkml:trace contextRef="#ctx0" brushRef="#br0" timeOffset="9647.71">24253 7951 3280 0,'11'-19'-46'0,"0"5"70"0,-4 4 73 16,-2-1 72-16,-3 4 48 0,2 0 34 0,-2 5 4 15,-2 2 7-15,6-6 21 0,-6 6 3 16,0 0-4-16,0 0-13 0,13 14-20 0,-9-6-24 15,-2 3-22-15,0 0-18 0,-1 2-22 16,3 0-43-16,-2-1-65 0,1 1-73 16,1 3-53-16,-3-2-70 0,1-1-94 15,0-2-97-15,0-3-82 0,-2 2-107 0,2-5-166 16,0 0 6-16,-2-5 79 0,0 0-462 16,0 0-535-16</inkml:trace>
  <inkml:trace contextRef="#ctx0" brushRef="#br0" timeOffset="9815.81">24445 7690 2995 0,'-1'-20'83'0,"-3"4"74"16,-2 2 58-16,4 2 36 0,-3 2 22 0,1 2 1 15,-2 0-1-15,4 0-16 0,-4 3-25 16,6 5-25-16,-3-10-27 0,-1 6-55 16,4 4-64-16,0 0-77 0,0 0-100 15,0 0-119-15,-7 17-116 0,7-7-122 0,1-1-158 16,3 3 16-16,5 0 65 0,5 0-333 15,5 1-366-15</inkml:trace>
  <inkml:trace contextRef="#ctx0" brushRef="#br0" timeOffset="10584.72">24673 7742 2289 0,'13'4'-42'0,"-3"-1"72"0,-5 1 72 15,-5-4 69-15,10 4 61 0,-10-4 39 16,0 0 28-16,0 0 14 0,0 0 2 16,9 4 5-16,-9-4 15 0,-6 12-2 0,3-3-3 15,-3 4-11-15,-1 6-12 0,-5 8-14 16,2-3-25-16,-4 5-20 0,7 4-23 15,0 0-35-15,1-7-16 0,4-3-18 16,1 0-18-16,1-2-11 0,0-1-12 0,0-3-12 16,0 1-12-16,-2-4-5 0,2-3-33 15,0 0-53-15,0 1 0 0,-2-3 0 0,2-1 0 16,0 1 0-16,0-9 0 0,-3 10 0 16,3-10 0-16,0 12 0 0,0-12 0 0,-2 11 0 15,2-11 0-15,-4 11 0 0,-1-4 0 16,-2 3 0-16,-5 0 0 0,-1 1 0 0,-2 3 0 15,-8 3 0-15,-2-1 0 0,2-1 0 16,-4 1 0-16,-2-2 0 0,9-5 0 16,-1 0 0-16,1-2 0 0,4-2 0 15,0-1 0-15,5-1 0 0,0 0 0 0,11-3 0 16,-14 0 0-16,14 0 0 0,0 0 0 16,0-10 0-16,0 10-132 0,18-22-43 0,4 2-19 15,4-4-23-15,15-10-22 0,4-1-22 16,14-20-28-16,8 2-22 0,2-4-13 0,3-1 10 15,6-6 20-15,0-3 13 0,5-1 18 16,-2-6 29-16,-1 0 20 0,-8-1 22 0,-2-4 20 16,-9 1 32-16,-6-3 22 0,-10 5 22 15,-16 18 34-15,-4 5 35 0,-12 6 20 0,-8 16 2 16,-5 7 21-16,-7 7 19 16,-4 7 23-16,-7 3 27 0,4 5 31 0,-13 2 21 15,-7 9 19-15,-2 7 7 0,-9 7 13 16,4 8 1-16,0 8 6 0,1 2 7 0,2 5 4 15,6 3-2-15,4 3-12 0,1 2-10 16,5 0-8-16,6-1-16 0,2 0-8 0,7-2-17 16,3-11-14-16,4-1-16 0,2-10-8 15,1 4-1-15,5-6-10 0,-5-6-8 16,6-4-6-16,-2-1-3 0,2-4 4 0,3-4-13 16,1-1-6-16,7-5 3 0,-2-4-10 15,7-3-6-15,6-3-2 0,1-4 3 16,-3-1-7-16,-8 5 0 0,-4-1 2 0,-4 4 18 15,-2 0 11-15,0 3 6 0,-4-1 3 16,-7 3 12-16,13 2 14 0,-13-2 2 16,10 7-1-16,-10-7-11 0,8 12-6 0,-7-6-8 15,5 3-35-15,-2 1-28 0,-3-1 0 16,5-1 0-16,-1 1 0 0,0 0 0 0,3-1 0 16,-5 0 0-16,5-2 0 0,0 0-84 15,-1-2-132-15,3 0-78 0,2-3-96 0,-12-1-99 16,22-3-98-16,-8-1-147 15,2-3-43-15,4-1 78 0,1-2-635 0,6-11-789 16</inkml:trace>
  <inkml:trace contextRef="#ctx0" brushRef="#br0" timeOffset="10783.98">26048 7171 3360 0,'-3'-18'-117'15,"-3"4"66"-15,1 1 53 0,-2 2 59 0,1 2 54 16,1 0 38-16,-1-2 29 0,1 3 21 15,-2 0 18-15,6 0-6 0,-3 2-22 0,-2 0-23 16,6 6-16-16,-3-8-19 0,3 8-15 16,0 0-18-16,0 0-40 0,0 0-62 15,0 0-77-15,0 0-91 0,0 0-87 16,32 15-79-16,-21-4-90 0,5 0-156 0,-3 7 1 16,-3 0 56-16,-5 5-273 0,-3 0-284 15</inkml:trace>
  <inkml:trace contextRef="#ctx0" brushRef="#br0" timeOffset="11264.54">25826 7560 2069 0,'0'-7'-47'0,"0"7"10"16,2-12 22-16,-1 4 22 0,-1 2 31 0,4 0 9 16,0 0 8-16,-1 1-1 0,-3 5 5 15,4-8 11-15,-4 8 19 0,5-10 16 0,-5 10 17 16,0-6-1-16,0 6-5 0,0 0-4 16,-9-8 6-16,9 8-3 0,-16 0 0 0,16 0-4 15,-29 10 8-15,10 0 1 0,-8 7 3 16,-2 1-3-16,4 3-3 0,3 2-6 15,3-3 3-15,6-3-4 0,1 0 5 16,4-3 5-16,5-2 2 0,1 1 0 0,4-2 1 16,1 1-1-16,3-2 4 0,1 2 0 15,7 1 11-15,1-3 11 0,3 1-1 16,-4-2-15-16,2 0-5 0,-3-1 6 0,-1-1-7 16,-3-1-7-16,-1 1-3 0,-2-2-4 15,0 2-1-15,-4 0 2 0,-1-1-8 0,-1-6-11 16,-3 12-8-16,-3-5-13 0,-2 0 0 15,0-3-15-15,-3 4-23 0,-1-5-46 0,-1 1-56 16,1-1-65-16,1-3-74 0,11 0-91 16,-25-3-103-16,18-2-94 0,0-5-108 0,1-1-138 15,4-1 57-15,4-1-591 0,2-1-735 16</inkml:trace>
  <inkml:trace contextRef="#ctx0" brushRef="#br0" timeOffset="11913.8">25654 7511 3119 0,'0'0'-202'0,"-6"-4"32"0,6 4 18 16,-2-5 22-16,2 5 21 0,-3-7 14 15,3 7 9-15,0 0 7 0,0 0 9 16,0 0 7-16,9-7 21 0,-9 7 21 0,16 2 28 16,-16-2 25-16,24 5 26 0,-10-4 23 15,0 3 19-15,2-4 23 0,1 2 25 0,-2-2 26 16,-2 0 18-16,5 0 18 0,-5-2 16 15,-1 0 10-15,-12 2 11 0,25-3 0 16,-16-2 0-16,-2 1-7 0,3 0-7 0,-10 4-13 16,10-4 2-16,-10 4-17 0,3-9-23 15,-3 9-22-15,0 0-15 0,0 0-13 0,-19-5-14 16,19 5 3-16,-45 17-5 16,12-3 6-16,-5 10 9 0,-4 3 9 0,6 4 16 15,4 2 7-15,1 2 11 0,12-6-3 16,2 0-3-16,3 0-4 0,7-6-9 0,3 1-3 15,4-5-14-15,2 4-103 0,5 0-35 16,6 3 0-16,5-2 0 0,0-2 0 0,0-6 0 16,3 1 0-16,4-2 0 0,-3-5 0 15,0-4 0-15,-3 0 0 0,-1-3-155 0,2-2-247 16,-4-1-95-16,0-1-72 0,4-2-95 16,-6-1-150-16,-2-1 68 0,0-2-731 0,-5-1-926 15</inkml:trace>
  <inkml:trace contextRef="#ctx0" brushRef="#br0" timeOffset="12164.56">25791 7549 3997 0,'-12'-11'-45'0,"7"2"49"15,-2 1 56-15,3 2 41 0,-3 1 28 16,7 5 15-16,0 0 26 0,-5-6 24 0,5 6 4 16,0 0 4-16,0 0-3 0,0 0-5 15,10 23 3-15,-4-14-9 0,-3 0-5 0,3 0-20 16,-3 4-17-16,-1-1-11 0,2-1-9 15,-4 1-14-15,3 0-13 0,-6-1-12 0,-1 1-8 16,2-2-17-16,-1 0-37 0,-5-1-44 16,3-1-55-16,-2-1-54 0,4 1-60 15,-3-4-61-15,6-4-81 0,0 0-63 16,0 0-63-16,0 0-45 0,0 0-55 0,21-19-77 16,-4 7 28-16,8-5-421 0,2 0-501 15</inkml:trace>
  <inkml:trace contextRef="#ctx0" brushRef="#br0" timeOffset="12497.58">26068 7471 2713 0,'13'-14'-41'0,"-1"1"59"0,-5 1 43 0,0 2 50 16,-1 0 40-16,-2 1 26 0,-1-1 14 16,2 2 7-16,-1 1 2 0,-2 0-15 15,-2 7-14-15,3-9-21 0,-3 9-13 0,0 0-11 16,0 0-3-16,0 0-4 16,-25 12-2-16,14 0 3 0,-3 2 0 0,1 1-6 15,1 2-1-15,-2 8-11 0,4-4-5 16,2 1-10-16,2-7 1 0,6 2 5 0,0-1 12 15,6-1 21-15,1 4 9 0,4 1 12 16,8 3 25-16,3 1 18 0,3 1 18 0,4-4-2 16,-4-1-6-16,0 1-31 0,-9-5-3 15,-2-3-8-15,-3-3-8 0,-2 3-10 0,-2-3-62 16,-3 0-78-16,-3-1 0 0,-1-1 0 16,-1 0 0-16,-3 3 0 0,-4-2 0 15,-2 1 0-15,5-3 0 0,-6 2 0 16,-1-5 0-16,1 0 0 0,-1-1 0 0,-1-1 0 15,-1-2 0-15,14 0 0 0,-20-7-35 16,7 1-362-16,10-6-75 0,1-5-47 0,6-6-35 16,11-22-20-16,4-5-30 0,9-4-38 15,15-13 16-15,-1 1-656 0,4-1-740 0</inkml:trace>
  <inkml:trace contextRef="#ctx0" brushRef="#br0" timeOffset="12699.36">26437 7318 3187 0,'33'-44'-124'0,"-10"10"86"16,-7 7 75-16,2 4 84 0,-7 4 62 0,-4 5 57 15,2 2 44-15,-6 1 30 16,3 3 31-16,-2-1 11 0,-3 2-4 0,-1 7-21 0,6-7-20 15,-6 7 9-15,0 0 1 16,0 0-17-16,-9 38-20 0,-1-5-19 0,0 4-27 16,-1 10-23-16,0 3-17 0,1 2-51 15,-1 0-147-15,4 0 0 0,-6-6 0 0,10-6 0 16,-3 0 0-16,4-3 0 0,1-7 0 16,-3-6 0-16,4-5 0 0,-2 1-177 15,2-4-152-15,-2-3-63 0,0-1-47 0,1 0-41 16,-1-4-37-16,-3-3-27 0,-2-3-8 15,7-2 17-15,0 0 52 0,-24-7-790 0</inkml:trace>
  <inkml:trace contextRef="#ctx0" brushRef="#br0" timeOffset="12846.57">26385 7752 3247 0,'-11'-12'-91'0,"-1"0"86"16,7 2 88-16,-3 1 78 0,5 3 48 0,-3 0 43 15,6 6 40-15,-5-8 34 16,0 4 8-16,5 4 4 0,-5-7-7 0,5 7-10 0,0 0-24 16,0 0-28-16,15-10-24 0,0 8-25 15,3-3-30-15,-2 1-57 0,9-3-75 16,7-4-86-16,4 0-100 0,1 3-105 15,-1-2-135-15,-1-1-157 0,-5 2-180 0,-3 2-51 16,-9 3 75-16,-2 0-607 0,-3 4-746 16</inkml:trace>
  <inkml:trace contextRef="#ctx0" brushRef="#br0" timeOffset="13646.98">27501 7335 3760 0,'5'-50'96'0,"1"11"38"15,-1 3 34-15,4 4 30 0,-4 6 20 0,-1 6 23 16,-1 2 31-16,-1 3 13 0,2 2-12 15,-2 4-28-15,1 4-13 0,-3 5 32 16,0 0 9-16,0 31-1 0,-3 5-8 0,-3 17-9 16,-1 5-4-16,0 8-12 0,1-1-14 15,-1 0-199-15,2-1-26 0,1-4 0 0,-1-5 0 16,3-10 0-16,0-2 0 0,-2-7 0 16,4-6 0-16,0-6 0 0,0-3 0 15,0-4 0-15,-1-2 0 0,1-3 0 16,0 1 0-16,0-4 0 0,0-2 0 0,0-2 0 15,0-5 0-15,0 0 0 0,0 0 0 16,0 0 0-16,0 0 0 0,-5-34 0 0,-1 14 0 16,3-1 0-16,-7-8 0 0,-3 4 0 15,0-2 0-15,-1 9 0 0,1 5 0 0,-5 1 0 16,3 6 0-16,-2 2-38 0,-2 2 4 16,0 4 15-16,-2 0 14 0,4 3 5 0,1 1-2 15,2 1 7-15,3 0 8 0,-1 1 4 16,4-1-2-16,3 2-8 0,1-1 5 0,-1-2-2 15,5 1-2-15,5 2-5 0,-1-2-21 16,-1 0-55-16,5 0-58 0,3-2-76 16,1-2-80-16,1-2-100 0,8 2-99 15,0-6-106-15,8 1-139 0,12-5-36 0,-1 0 81 16,5-2-613-16,-6-1-756 0</inkml:trace>
  <inkml:trace contextRef="#ctx0" brushRef="#br0" timeOffset="14031.88">27843 7695 3780 0,'0'0'8'16,"-18"11"56"-16,8-10 48 0,10-1 41 0,-15 4 31 16,15-4 14-16,-14 4 14 0,14-4 2 15,-11 0 1-15,11 0-1 0,0 0-5 16,-11 3-8-16,11-3-18 0,0 0-18 16,0 0-17-16,0 0-15 0,0 0-13 15,0 0-14-15,22-19-11 0,-10 11-12 0,1 0-12 16,3 2-17-16,-2-7-12 0,2 3-2 15,-3 1-9-15,-2-3 0 0,-1 2 5 0,-2 1-9 16,-3-2 1-16,-1 0-4 0,-4 4 7 16,-2-1 1-16,2 8 6 0,-9-12-10 0,0 10 3 15,-5 2-4-15,14 0 5 0,-47 14 5 16,16 3 12-16,1 3 6 0,-7 6 13 0,11-2-1 16,3 2 14-16,2-1-6 15,4 2-4-15,5-5 0 0,6-4-6 0,3 0-2 16,5-3-2-16,-1 1-33 0,5-1-28 15,1-3 0-15,9 2 0 0,-1-3 0 0,2 0 0 16,6-3 0-16,2-6 0 0,-1 0 0 16,7-4 0-16,8 0-90 0,-1-6-181 0,-1 1-81 15,-2-3-95-15,-1-2-94 0,-6 0-99 16,5-5-147-16,-5-2 40 0,1-2 83 0,-2 0-578 16,-2-1-704-16</inkml:trace>
  <inkml:trace contextRef="#ctx0" brushRef="#br0" timeOffset="14496.69">28360 7546 3160 0,'-22'12'-44'16,"11"-5"56"-16,0 0 57 0,-3 0 59 15,0 4 38-15,-4 1 24 0,2 0 18 0,0-1 4 16,5-1-6-16,-1 0-6 0,2 1-6 16,7-1-3-16,-1-2-11 0,0 1 0 0,4 1-20 15,4-3-14-15,0 0-12 0,-1 1-13 16,7-3-12-16,0-3-10 0,-1 2-12 0,5-2-3 15,-14-2-8-15,26-6-9 0,-12 2-5 16,0-3-14-16,4-4-11 0,-5 0-7 16,1-4 3-16,-3-3-3 0,1 1-7 0,-5-1-2 15,-1 3-2-15,-1 1-5 16,-1 1 11-16,0 6-4 0,0-2-10 0,-4 9 0 16,0-5-7-16,0 5 10 0,0 0 5 15,-12 21 12-15,7-1 12 0,-4 12 20 0,-5 1-4 16,3 6 18-16,-3 10 15 0,1 7 26 15,0 6 49-15,3 0 4 0,2-3-10 0,1-1-2 16,0 0-12-16,-2-5-1 0,4-12-146 16,-3-2 0-16,3-3 0 0,-4 1 0 0,0-6 0 15,0-4 0-15,-1-3 0 0,2-7 0 16,-3 0 0-16,-1-3 0 0,-1-4 0 0,2-2 0 16,-6 1 0-16,-3-4 0 0,4-1 0 15,-5-6 0-15,-6-2 0 0,-9-4 0 0,2-6 0 16,1-5 0-16,-5-8 0 15,1-5 0-15,7-5 0 0,1 0 0 0,7-6 0 16,6 10 0-16,7 0 0 0,2 1-254 16,5 5-273-16,4 4-82 0,1 1-73 0,10-6-139 15,9 2 52-15,3 1-771 0,9-2-985 16</inkml:trace>
  <inkml:trace contextRef="#ctx0" brushRef="#br0" timeOffset="14963">28553 7820 4412 0,'0'0'-62'0,"-2"9"54"0,2-9 57 16,0 0 48-16,0 0 27 15,0 0 22-15,-7 10 7 0,7-10-2 0,0 0-4 16,0 0 3-16,0 0-11 0,0 0-12 16,0 0-12-16,0 0-8 0,31-12-12 0,-19 5-10 15,-1-1-10-15,-2-2-8 0,2-4-1 16,-2 1-10-16,-2-5-5 0,1-3-12 15,-6 0 2-15,2-4-2 0,-4-3-4 0,-2-6 1 16,-2 8 3-16,0 3 0 0,-2 2 4 16,-1 4-6-16,0 3-10 0,-6 4 3 0,6 3-4 15,-2 4-6-15,-3 0-2 16,12 3-4-16,-20 4 0 0,7-1-5 0,8 3 6 16,-1 1 1-16,3-2 9 0,3-5 4 15,0 10 8-15,3-4 2 0,7-3-5 0,5-2 5 16,6 0-6-16,4-3-5 0,13-1-2 15,0-3 6-15,0 0 11 0,-5 5-3 0,-7 0 3 16,1-1 0-16,-2 5 9 0,-5 3 8 16,3 1 9-16,-5 4 0 0,2 7-6 0,-2 0-3 15,-9 0-5-15,1 9-5 0,-4-4-4 16,-2-3-4-16,-3-1-8 0,1 0-18 16,0-1-25-16,-2-1-42 0,2 3-39 0,-2-3-54 15,0-4-53-15,0 1-60 0,0-4-80 16,0-1-76-16,0-2-74 0,0 0-94 15,0-7-130-15,0 10-3 0,0-10 83 0,4 5-513 16,-4-5-612-16</inkml:trace>
  <inkml:trace contextRef="#ctx0" brushRef="#br0" timeOffset="15331.05">29286 7594 2927 0,'0'0'-14'0,"0"0"61"0,0 0 47 16,0 0 53-16,0 0 39 0,0 0 32 0,-25 17 17 15,25-17 7-15,0 0 0 0,0 0-2 16,0 0 0-16,0 0-1 0,0 0-14 16,0 0-8-16,0 0-25 0,0 0-18 15,0 0-14-15,0 0-20 0,35-1-10 0,-35 1-17 16,17-11-10-16,-9 4-6 0,-1 0-13 16,0-3-4-16,0 0 1 0,-2-2-15 0,-5 0-8 15,2 0-10-15,-4 0-2 0,1 2-15 16,-8 3-3-16,0 2-4 0,-4 2-5 15,-12 6 2-15,-11 6-4 0,-10 8 0 0,2 7-4 16,2 1 2-16,4 1-6 0,9-2 4 16,8 1-5-16,3 0 4 0,2-2 1 0,7-1 10 15,3-5-5-15,4 0-2 16,2-2 1-16,6 0-4 0,-1-1-4 0,5-4-30 16,4-1-45-16,2 0-48 0,5-3-58 15,4-1-67-15,0-4-89 0,4-1-93 0,7-6-105 16,2-1-131-16,-2-3-63 0,1-2 72 15,-3-2-536-15,-2 3-649 0</inkml:trace>
  <inkml:trace contextRef="#ctx0" brushRef="#br0" timeOffset="15714.88">29742 7567 3195 0,'0'0'-17'16,"0"0"53"-16,0 0 69 0,-20 16 55 0,20-16 40 15,-11 6 29-15,11-6 11 0,-7 5 0 16,7-5 0-16,-8 3-3 0,8-3-3 15,0 0-8-15,-4 6 4 0,4-6-12 16,0 0-16-16,0 0-18 0,0 0-17 0,0 0-13 16,0 0-18-16,29 0-10 0,-29 0-15 15,21-7-10-15,-10 1-11 0,-2-1-2 0,-1 1-14 16,0-1-4-16,-3-2-5 0,1 2-9 16,-2 1-1-16,-4 6-5 0,-4-10-11 0,4 10-10 15,-20-2-2-15,20 2-4 0,-41 10-2 16,9 5-2-16,-3 3 5 0,7 2 7 15,-1 2 12-15,4 2 5 0,5-1 4 16,2-1 15-16,5-1 9 0,5-3 10 0,3-2 6 16,3 0-80-16,0-3-12 0,4-1 0 15,0 0 0-15,1 0 0 0,6-1 0 16,0-1 0-16,2-2 0 0,3-1 0 0,1-3 0 16,4 2 0-16,-1-2 0 0,-2-1 0 15,2-1 0-15,-2-2 0 0,0 2 0 0,-1-2-287 16,-3 0-100-16,-1 0-81 0,-11 0-84 15,16 1-98-15,-16-1-166 0,11 2 79 0,-11-2-723 16,0 0-910-16</inkml:trace>
  <inkml:trace contextRef="#ctx0" brushRef="#br0" timeOffset="17063.61">22616 9072 4177 0,'-36'5'-74'0,"8"-3"57"16,1 0 64-16,5-1 44 0,6 2 49 15,0-3 28-15,3 0 18 0,13 0 14 16,-16-4 4-16,16 4 9 0,0 0-17 0,20-16-17 16,9 7-16-16,5-6-15 0,14 1-13 15,4 1-27-15,4-3-20 0,-3 3-31 0,7 1-45 16,-3 2-56-16,-2-1-69 0,-9 3-67 16,-2 0-91-16,-4 4-83 0,-10 2-90 0,-5 0-94 15,-6 1-146-15,-6 1 57 0,-5 1-450 16,-8-1-548-16</inkml:trace>
  <inkml:trace contextRef="#ctx0" brushRef="#br0" timeOffset="17280.48">22876 8808 3144 0,'-7'-7'38'0,"4"0"62"0,-1 2 44 0,-2 1 26 16,6 4 7-16,-1-6-8 0,1 6-14 15,0 0 30-15,0 0 30 0,0 0-5 0,0 0 0 16,7 35-15-16,-3-18-18 0,1 3-19 15,4 9-8-15,-2 6-23 0,-2-1-17 0,3 0-17 16,-2 0 1-16,0 2-14 0,-1-4-41 16,3 3-44-16,-5-4-52 0,1-2-59 0,1-6-78 15,-2-1-76-15,1 0-58 16,0-3-62-16,1-4-68 0,3-1-105 0,2-4-56 16,-1-3 62-16,2-5-322 0,5-2-361 15</inkml:trace>
  <inkml:trace contextRef="#ctx0" brushRef="#br0" timeOffset="17514.91">23255 8986 2324 0,'1'-30'7'16,"1"2"58"-16,-2 3 65 0,0 8 55 16,0-1 46-16,-2 3 25 0,2 2 6 0,-1 1-10 15,1 4-19-15,-2 2-23 0,0 2-9 16,2 4 7-16,0 0-3 0,0 0-6 16,0 0-18-16,-9 35-16 0,7-14-17 15,4 5-11-15,-2 17-15 0,2 3-12 0,1 11-7 16,5-2-12-16,-5-1-9 0,3-7-12 15,-3-3-2-15,2-3-27 0,1 1-24 16,-3-1-34-16,1-6-38 0,0-6-41 0,-1-8-53 16,-3-1-73-16,2-3-66 0,3-3-61 15,-3-6-74-15,1-1-129 0,1-2-104 0,2-4 67 16,-6-1-400-16,0 0-465 0</inkml:trace>
  <inkml:trace contextRef="#ctx0" brushRef="#br0" timeOffset="18082.57">24671 9237 3019 0,'-10'-9'129'0,"0"0"8"16,1 5 26-16,4 4 28 0,-6-2 14 15,11 2-7-15,0 0-4 0,-22 5-1 0,14 0-10 16,1 4-10-16,-3 1-7 16,5 2-9-16,-4 0-11 0,6 1-12 0,-1 3-10 15,2-4-11-15,2 0-14 0,0 0-8 16,4 0-10-16,0-2-7 0,-1 1-3 0,6-5-12 15,0 1-3-15,0-3-1 0,5-3-12 16,1-1-4-16,1 0 2 0,0-3-9 0,2-1-1 16,-4-1-4-16,4 3-3 0,-5-2-1 15,-3 0-2-15,1 0 1 0,-2 4-8 0,-9 0-4 16,14-5-2-16,-6 4-4 0,-8 1 2 16,13 1 3-16,-13-1-1 0,15 2-1 0,-5 1 1 15,0-1 10-15,1 0 7 16,0 2 5-16,1-3 7 0,1 2 9 0,1-3 5 15,0 0 6-15,-1 0 7 0,-13 0-1 16,29 0 6-16,-15-3 3 0,1 3 0 0,-1-1-5 16,-3-3 1-16,3 2-4 0,-5 0-6 15,0-3-2-15,1 0-8 0,-1 0-4 0,-1 0-8 16,-3-2-1-16,4 0-22 0,-6-1-21 16,3-2-49-16,-1-4-44 0,-1 0-54 0,0 1-57 15,-1 0-76-15,-3 1-80 0,5 4-83 16,-3-1-109-16,0 3-164 0,2-2 13 15,-3 4 73-15,3-1-521 0,2 1-626 0</inkml:trace>
  <inkml:trace contextRef="#ctx0" brushRef="#br0" timeOffset="18279.84">25288 9034 3085 0,'4'-5'-13'16,"-4"5"38"-16,0 0 47 0,0 0 90 15,0 0 42-15,0 0 26 0,7 19 16 0,-9-5 7 16,0 3 0-16,0 3-9 0,2 5-18 15,-1-2-28-15,1 4-15 0,-4 10-16 0,4-6-17 16,-2-5-16-16,2-2-35 0,0-1-36 16,2-2-43-16,-2-1-47 0,2-4-58 0,0-3-60 15,-2 1-51-15,0-5-59 0,0-1-65 16,0-4-86-16,0-4-88 0,0 0-126 16,0 0 33-16,0 0-388 0,0 0-452 15</inkml:trace>
  <inkml:trace contextRef="#ctx0" brushRef="#br0" timeOffset="18446.86">25383 8857 2525 0,'0'-26'-7'0,"0"6"60"0,-2 6 46 15,0-2 41-15,2 3 27 0,-1 1 5 16,-1 2-15-16,2 0-18 0,-2 3-20 16,0 0-25-16,2 7-57 0,-2-10-46 15,2 10-53-15,0 0-65 0,0 0-82 16,0 0-105-16,0 0-182 0,0 0 10 0,-2 26-192 15,2-16-172-15</inkml:trace>
  <inkml:trace contextRef="#ctx0" brushRef="#br0" timeOffset="18698.81">25509 8779 1861 0,'-2'-7'110'0,"0"2"56"0,0-2 40 15,2 7 31-15,-3-10 10 0,3 10 5 16,0 0 34-16,0 0 10 0,0 0 9 15,-15 32 7-15,6 0-13 0,2 5 1 16,2 4-19-16,-5 11-17 0,4 1-29 0,-2 0-23 16,1-2-18-16,1-8-18 0,0-1-17 15,0-1-17-15,3-2-25 0,-1-3-42 0,0-9-49 16,4-5-46-16,-1-3-52 0,1-2-58 16,0-3-41-16,0-5-55 0,1-3-78 15,1-2-64-15,-2-4-70 0,0 0-72 0,0 0-113 16,27-15-6-16,-14-1-482 0,5-8-581 15</inkml:trace>
  <inkml:trace contextRef="#ctx0" brushRef="#br0" timeOffset="18931.03">25753 8659 3101 0,'6'-24'63'0,"-4"7"74"16,0 2 63-16,0 2 52 0,-2 5 33 0,0 0 15 16,0-2-4-16,0 6-22 15,0 4-12-15,0 0 23 0,0 0 4 0,-2 22-4 16,0 2-12-16,-5 14-7 0,0 11-20 15,2 8-17-15,-1 4-23 0,-1 2-18 0,-2 5-18 16,4-3-18-16,-3-2-17 0,7-2-13 16,-3-3-27-16,0-3-25 0,0-13-60 0,0-1-10 15,2-4-20-15,-2-10-69 0,2-4-46 16,1-6-42-16,1-5-32 0,-2 0-46 0,4-6-92 16,-2-2-87-16,0-4-77 15,0 0-94-15,0 0-165 0,23-25 69 0,-9 3-638 16,4-5-796-16</inkml:trace>
  <inkml:trace contextRef="#ctx0" brushRef="#br0" timeOffset="19595.5">26532 8696 3859 0,'0'-8'-10'0,"-1"1"64"0,-3 2 55 15,4 5 43-15,-4-7 24 0,4 7 36 16,0 0 35-16,0 0 34 0,-19 26 19 0,11-6 6 15,-4 11 5-15,5 5-1 0,-2 4-26 16,-2 10-23-16,0 3-15 0,2 0-21 16,6 0-17-16,-1-9-18 0,-3-1-21 15,4 0-16-15,-5-1-14 0,5-5-130 0,-1 1-9 16,-2-6 0-16,3-3 0 0,-2-8 0 16,-1 0 0-16,-5-3 0 0,6-3 0 0,-2-3 0 15,-2-2 0-15,2-3 0 0,-2-3 0 16,-2-2 0-16,2-2 0 0,9 0 0 0,-25-9 0 15,10-3 0-15,2-2 0 0,-2-1-23 16,-1-9-128-16,7 5 11 0,0 2 8 0,-2-1 2 16,8 1 8-16,1 3 2 15,4 0 7-15,3-1 2 0,13-9 0 0,3 2-6 0,11-7 1 16,3 0-14-16,4 0-6 16,6 2-6-16,2 1 4 0,6 1-1 0,6-3-19 15,4 3-23-15,18-8-6 0,-17 7 5 16,1 3 4-16,-4-2 14 0,-6 3-2 0,-9-1-4 15,-12 6 12-15,-6 0 12 0,-10 3 20 16,-7 2 11-16,-3-3 17 0,-7 3 20 0,-1-2 12 16,-1-1 10-16,-3 0 9 0,-7-3 6 15,0 1 4-15,-11-6 4 0,1-1 22 16,3 5 26-16,-4 0 17 0,3 5 19 0,6 2-8 16,1 4 3-16,1 1 0 0,2 1 5 15,-1 2 3-15,-1 0 1 0,3 0-4 16,0 2-1-16,8 2-6 0,-15-2-5 15,15 2-3-15,-11-3-5 0,11 3 4 0,0 0-6 0,-16 3-3 16,16-3 1-16,0 0-5 16,-13 2 2-16,13-2 4 0,-6 2 7 0,6-2 17 15,0 0 8-15,-9 2 9 0,9-2 7 16,0 0 5-16,0 0 0 0,-10 2-2 0,10-2-9 16,0 0-6-16,0 0-11 0,0 0-7 15,-12 4-20-15,12-4-34 0,-3 6-56 0,1 0-81 16,0 0-82-16,-2 3-72 0,1 1-92 15,-1 0-113-15,-2 6-111 0,-4 3 68 16,-3 6-320-16,-2 3-351 0</inkml:trace>
  <inkml:trace contextRef="#ctx0" brushRef="#br0" timeOffset="20145.65">26466 8797 2475 0,'2'-37'33'0,"0"-1"26"16,-1 1 46-16,-1 8 77 0,0 5 36 15,-1 1 26-15,-1 4 16 0,0 3 7 0,0 3-3 16,0 1-20-16,0 3-21 0,2 9-2 16,-3-3 17-16,3 3 14 0,-14 25-7 15,3 8-3-15,-5 14 6 0,-1 9 2 16,-6 6-12-16,6 9-1 0,-4 17-3 0,-2 0-12 15,2-1-10-15,4-16-17 0,4-3-14 16,1-1-19-16,0-5-10 0,1-4-64 0,6-4-88 16,-3-15 0-16,5-3 0 0,-4-7 0 15,5-9 0-15,1-3 0 0,-1-1 0 0,2-4 0 16,-2-2 0-16,2-1 0 16,0-3 0-16,0-6 0 0,0 0 0 0,0 0 0 0,0 0 0 15,16-18 0-15,-9-1 0 16,6-10 0-16,1-4 0 0,8-11 0 0,5-3 0 15,1 3 0-15,1 1 0 0,1 3 0 16,-6 15 0-16,-1 3 0 0,-3 3 0 0,-2 5 0 16,-6 6 0-16,2 4 0 0,-1 1 0 15,-1 1 0-15,-1 4 0 0,7 3 0 0,-5 2 0 16,0-1 0-16,1 1 0 0,-3 4 0 16,-1-1 0-16,-3 2 0 0,1 1 0 0,-5 1 0 15,-3 1 0-15,-1-1 0 0,-9 3 0 16,3 1 0-16,-11 5 0 0,-1-2 0 0,-1-1 0 15,-3 0 0-15,-2-3 0 0,1-8 0 16,8 1 0-16,-4-7 0 0,8-3 0 0,-2-1 0 16,-1-7-286-16,8-3-256 15,0-7-83-15,9-5-78 0,8-16-132 0,10-7 79 16,5 0-755-16,9 7-958 0</inkml:trace>
  <inkml:trace contextRef="#ctx0" brushRef="#br0" timeOffset="20495.74">26785 9143 3840 0,'11'1'-115'0,"-4"0"76"15,-7-1 66-15,7 4 68 0,-7-4 55 0,4 4 37 16,-4-4 23-16,0 0 19 0,7 7 1 16,-7-7 5-16,0 0-3 0,5 5-6 0,-5-5-5 15,6 4-16-15,-6-4-17 16,9 5-16-16,-4-3-17 0,-5-2-17 0,14 4-12 0,-14-4-13 16,15 0-14-16,-7 0-17 15,-8 0-28-15,15-6-24 0,-7 1-14 0,0-1-12 16,-3 0 1-16,1-6-11 0,-4 3-4 15,-2-1-3-15,-2-2-5 0,-4 2-2 0,1 5-4 16,-7-1 11-16,-1 4-8 0,-5 4 6 16,-5 4 2-16,-2 6 3 0,0 5 8 0,1 2 4 15,5 3 6-15,6-5 14 0,4 0 1 16,2 1 9-16,4-1-2 0,1-1 9 0,2-1 0 16,2 1 5-16,1-3-6 15,4 1-2-15,0 0-7 0,2-1 3 0,4-4-1 0,-1-1-13 16,4 0-25-16,1-4-54 15,0 3-47-15,4-1-67 0,2-2-72 0,-6-4-96 16,5 4-100-16,0-4-109 0,1-2-140 16,4 2-21-16,-1-2 77 0,5 2-519 0,5-6-622 15</inkml:trace>
  <inkml:trace contextRef="#ctx0" brushRef="#br0" timeOffset="21246.7">27996 8839 3119 0,'-8'-19'23'0,"1"1"35"0,0 5 48 16,0 1 45-16,2 3 45 15,-1 1 34-15,2-1 13 0,1 4-3 0,3 5 14 16,0 0 38-16,0 0 12 0,-29 22-2 16,19-3-7-16,-1 12-12 0,2 2-3 0,-2 8-13 15,4-1-17-15,1 2-19 0,-1 8-20 16,2-9-21-16,0-2-19 0,-1 1-17 0,4-2-15 15,1-2-13-15,-3-10-50 0,-2-1-76 16,5-4 0-16,-3-4 0 0,-3-2 0 0,6-1 0 16,-3-2 0-16,-2-2 0 0,3 0 0 15,-3-5 0-15,-2-1 0 0,0 0 0 0,8-4 0 16,-16-2 0-16,16 2-128 0,-22-9-42 16,11 1 6-16,-1-3 6 0,7-1 3 15,-3-3 10-15,7 3 14 0,-1-2 13 16,4 2 8-16,-1-1 10 0,7-1 8 0,1-3 10 15,10-4 7-15,5-1 4 0,2-3-4 16,12 0-16-16,2 0-16 0,2-2-22 16,4-2-19-16,2 2-18 0,-1-2-15 0,-1-2 6 15,-1 0 11-15,-2 0 10 0,-3 1 16 16,-6 1 19-16,-7 2 19 0,-6 5 26 0,-8 4 32 16,-4 2 23-16,-3 1 28 15,-2 3 15-15,-4 0 12 0,-4 3 14 0,-2 1 10 16,-3 2 12-16,-4 3 19 0,-3 1 16 15,-2 4 16-15,-7 5 17 0,-8 6 13 0,-7 11 10 16,5 1 22-16,1 5 4 0,2 3 0 16,5 5 7-16,4 1-5 0,6-6-9 0,2 1-5 15,4 0-11-15,3 0-9 0,5-5-12 16,0-6-11-16,3-3-14 0,3-1-10 0,-2 3-8 16,9-2-12-16,-5-6-5 0,4-2-8 15,3 0-19-15,1-4-58 0,1-1 0 0,5-5 0 16,-4 1 0-16,6-6 0 0,-4 1 0 15,3-2 0-15,-4-1 0 0,2 2 0 0,-5 1 0 16,-1-1 0-16,-1-1 0 0,-11 4 0 16,15 2 0-16,-15-2 0 0,12 10 0 15,-9-5 0-15,3 1 0 0,-2 2 0 16,-3 1 0-16,6-1 0 0,-3 1 0 0,-1-1 0 16,3 1 0-16,-1 0 0 0,1-3 0 15,0 1 0-15,2 0 0 0,-3-4 0 0,5 3 0 16,0-3 0-16,-3 0 0 0,2-3 0 15,-1 2 0-15,2 0 0 0,-10-2 0 0,15 0 0 16,-5 1 0-16,-10-1 0 0,13 0-669 16,-13 0-239-16,0 0 10 0,11 2 97 15,-11-2-871-15,0 0-1107 0</inkml:trace>
  <inkml:trace contextRef="#ctx0" brushRef="#br0" timeOffset="21895.41">29195 9227 4638 0,'4'-20'-232'0,"-3"3"54"15,3 1 58-15,-2-1 58 0,-2 5 51 16,-2 1 48-16,-2-1 16 0,-1 1 12 16,-2 2 12-16,-4 6 8 0,-2 3 16 0,-6 3 16 15,-10 11 14-15,-1 7 12 0,-4 9 9 16,0 1-2-16,7 4-6 0,2 3 5 16,10-5-7-16,5 2-20 0,2-4-5 15,8 0-5-15,4-6-8 0,2 6-12 0,6-4-12 16,1-5-5-16,2-1-6 0,2-6-15 15,1-3-29-15,1-5-32 0,1-2-40 0,3-5-41 16,4-2-45-16,11-6-49 0,-2-4-62 16,10-7-47-16,-1-3-39 0,4-7-39 0,-6-2-42 15,5-7-45-15,2-3-63 0,6-19-60 16,0-6-365-16,-5 2-423 0</inkml:trace>
  <inkml:trace contextRef="#ctx0" brushRef="#br0" timeOffset="22847.11">29903 8673 2450 0,'2'-26'-40'16,"-5"4"50"-16,-7 4 39 0,0 1 37 15,-3 1 35-15,-10-1 39 0,0 7 22 16,1 3 25-16,-3 6 18 0,4 1 10 0,-15 6 10 16,3 6 5-16,3 5-1 0,-6 10 0 15,4 4-22-15,3 8-4 0,4 4-4 0,6 3-11 16,2-2-27-16,5 5 8 0,5 4-21 16,3-10-12-16,2-2-16 0,4-4-13 0,0 0-15 15,0-8-9-15,-1-6-13 0,3-3-7 16,-2-3-4-16,0-1-16 0,0-3-1 0,0-1-7 15,2-3 5-15,2-1-8 0,-1-4-3 16,-5-4-6-16,21-2-8 0,-8-4-3 16,9-3 0-16,4-11-4 0,3 5-5 15,-2-3-8-15,-3 4-1 0,-7 3 0 0,-2 2-8 16,-5 0-1-16,0 8-4 0,-10 1 14 16,17 3 14-16,-9 1 11 0,-1 2 3 0,-2 4 5 15,2 0-1-15,-2 3 4 0,1 1 1 16,0 1-5-16,1-1-3 0,-1-1-5 0,0-1-1 15,0 3-4-15,-1-7-2 0,2 1 11 16,0-2-26-16,0 0-17 0,3-4 0 16,1-3 0-16,1 0 0 0,2-3 0 0,4-1 0 15,1-4 0-15,2 1 0 0,-2-2 0 16,1 3 0-16,-2-3 0 0,-2 4 0 16,-5-1 0-16,-2 2 0 0,1 0 0 15,-1 1 0-15,-1 1 0 0,-8 2 0 0,14-2 0 16,-14 2 0-16,14 0 0 0,-14 0 0 15,11 4 0-15,-11-4 0 0,14 2 0 0,-14-2 0 16,11 1 0-16,-11-1 0 0,12 2 0 16,-12-2 0-16,13 0 0 0,-13 0 0 0,14-5 0 15,-8 3 0-15,-1-2 0 0,3 0 0 16,-3-4 0-16,4 2 0 0,-4-5 0 16,-1 3 0-16,1-5 0 0,-1-1 0 15,-2-2 0-15,2-1 0 0,-4 3 0 0,0 0 0 16,0 2 0-16,-2-2 0 0,0 4 0 15,2 2 0-15,-2-3 0 0,2 4 0 0,-2 1 0 16,0 1 0-16,2 5 0 0,0-11 0 16,0 11 0-16,0 0 0 0,2-7 0 0,-2 7 0 15,0 0 0-15,10-1 0 0,-10 1 0 16,0 0 0-16,23 0 0 0,-11-2 0 0,0 0 0 16,2-1 0-16,-1 1 0 0,-2 1 0 15,3 1 0-15,-5-2 0 0,-9 2 0 0,18 2 0 16,-18-2 0-16,17 3 0 0,-12 0 0 15,4 4 0-15,-4 0 0 0,-1-2 0 0,1 4 0 16,1-1 0-16,-3 2 0 0,2 1 0 16,-1-3 0-16,0 2 0 0,-1-3 0 15,1 2 0-15,0-1 0 0,-3-3 0 16,5 1 0-16,-1 0 0 0,-2 0 0 0,5-4 0 16,-8-2 0-16,14 4 0 0,-3-4 0 15,-11 0 0-15,21-8 0 0,-10 4 0 0,0-8 0 16,3 4 0-16,-1-7 0 0,1-1 0 15,-1-1 0-15,0 2 0 0,-1-2 0 16,-5 5 0-16,0 0 0 0,0 3 0 0,-3-1 0 16,-3 4 0-16,-1 0 0 0,0 6 0 15,-8-9 0-15,3 6 0 0,-3 0 0 0,-5 3 0 16,-1-2 0-16,1 0 0 16,0 2 0-16,0 2 0 0,-1 0 0 0,1-2 0 15,0 4 0-15,-1 0 0 0,1 0-149 16,3-1-90-16,1-1-80 0,0 1-117 0,0 0-120 15,9-3-140-15,-11 4-122 0,11-4 82 16,-9 5-707-16,9-5-892 0</inkml:trace>
  <inkml:trace contextRef="#ctx0" brushRef="#br0" timeOffset="24347.51">30879 9000 3952 0,'-9'-10'0'15,"5"5"69"-15,4 5 44 0,-7-7 36 16,7 7 43-16,0 0 24 0,-9-5 9 0,9 5 35 16,0 0-1-16,0 0-2 0,-18 17-4 15,10-7-20-15,-2 4-15 0,5 3-23 0,-2 0-20 16,-6 3-17-16,8-3-13 0,-2-3-15 16,1 1-16-16,-2 3-12 0,2-3-13 15,1-2-6-15,1-4-7 0,-2 0-6 0,5-1-4 16,-1-2-3-16,2-6-4 0,-7 11-3 15,7-11-5-15,0 0-5 0,0 0-7 16,0 0-5-16,0 0-6 0,10-23-12 16,1 6-16-16,5-7 0 0,1-1 0 0,4 4 0 15,-6 3 0-15,-1 5 0 0,-7 1 0 16,4 1 0-16,-3 5 0 0,0-1 0 0,-3 3 0 16,-5 4 0-16,11-3 0 0,-11 3 0 15,0 0 0-15,18 15 0 0,-12-6 0 0,-5 1 0 16,6 2 0-16,-3 0 0 0,-1 0 0 15,3 0 0-15,-4 1 0 0,1-3 0 16,-1-2 0-16,0-1 0 0,2-1 0 0,-2 2 0 16,-2-8 0-16,8 10 0 0,-8-10 0 15,11 2 0-15,-11-2 0 0,0 0 0 16,30-12 0-16,-17 4-20 0,7-1-63 0,-3-1 15 16,-2-2 5-16,-1 4 5 0,-1 1 8 15,-4-1 0-15,0 2 6 0,0 2 3 0,-4 0 4 16,-5 4 21-16,0 0 12 0,16 0 11 15,-16 0-2-15,7 10 5 0,-1-4 0 0,-4 2-3 16,1 1-3-16,1 1 9 0,1-2 1 16,-1 3-9-16,-3-3-5 0,1 2 0 0,0-4-13 15,0 0-14-15,0 1-1 16,-2-7-18-16,2 10-12 0,-2-10-18 0,0 4-18 16,0-4-31-16,0 0-23 0,0 0-20 0,0 0-12 15,0 0 2-15,0 0 8 0,0 0 11 16,0 0 15-16,0 0 15 0,0-23 15 15,5 13 19-15,-3-2 21 0,3 3 29 0,-5 1 30 16,9 0 21-16,-5 2 16 0,-3 0 14 16,-1 6 19-16,6-6 15 0,-6 6-2 0,0 0 7 15,11 0-12-15,-11 0-3 0,0 0-5 16,10 8 1-16,-10-8-13 0,9 6-1 16,-7 0-8-16,2 0-12 0,-4-6-15 0,8 6-21 15,-8-6-20-15,9 5-24 0,-5-1-25 16,2-3-19-16,-6-1-29 0,15 1-24 15,-15-1-23-15,19-5-24 0,-5 1 6 16,-1-6 1-16,2-2 9 0,8-13 11 0,-2-2 13 16,7-8 6-16,1-6 19 0,2-5 11 15,-3-5 10-15,1-7 16 0,7-13 23 0,-9 13 39 16,-6 1 40-16,-6 4 50 0,0-2 40 16,-7 19 28-16,-3 3 29 0,-1 9 7 0,-2 7-2 15,-4 5-6-15,0 4-1 0,-1 6 17 16,3 2 8-16,0 0 2 0,-29 22-4 0,12 2-7 15,2 6-8-15,0 3-10 0,-6 10-6 16,7-8-14-16,-1 11-10 0,6-6-6 16,-2-1-13-16,8 0-13 0,1-1-6 15,0-6-22-15,0-7-30 0,2-2-32 0,0-1-26 16,2 0-24-16,0-5-24 0,-2-8-23 16,0 8-18-16,-2-7-14 0,2 0-21 0,-4-5-17 15,-1 1-26-15,-4-3-17 0,9-3-8 16,-16-2-17-16,0-1-17 0,1-4-4 0,-2-3 23 15,0-2 48-15,5 3 51 0,1 1 29 16,4-1 23-16,-2 1 32 0,6 0 26 16,-1 4 30-16,4-4 36 0,0 8 37 0,7-11 17 15,2 4 7-15,4 0-10 16,2-1-1-16,4 0-13 0,4-1-2 0,11-1-5 16,7 0-10-16,11-1-8 0,4 0-25 15,-1 2-28-15,-8 4-48 0,-2-2-43 0,-6 2-45 16,-8 3-48-16,-6 0-31 0,-8-1-26 15,-4 3-14-15,-3 3-12 0,-2-3 4 0,-8 0-20 16,9 8-35-16,-5-4-29 0,-4 1-210 16,0-5-64-16</inkml:trace>
  <inkml:trace contextRef="#ctx0" brushRef="#br0" timeOffset="24628.08">32183 8743 1730 0,'1'-9'126'16,"-1"9"44"-16,-1-8 27 0,1 8 22 0,0 0 18 16,-15-4 15-16,15 4 19 0,-31 10 6 15,14 1-7-15,-10 4-9 0,0 4-2 0,0 1-24 16,3 3-9-16,5 1-10 0,0 0-6 16,4 0-18-16,7-1-18 0,0-3-18 15,4-5-15-15,3 2-16 0,1-1-10 0,1-2-14 16,1-3-27-16,5 0-32 0,-2 1-26 15,5-4-46-15,-3-1-40 0,5 3-49 0,-3-4-47 16,0 0-53-16,2-2-67 16,0-1-58-16,-4 1-71 0,-1-2-75 0,-6-2-104 15,13 4-13-15,-13-4-397 0,0 0-480 16</inkml:trace>
  <inkml:trace contextRef="#ctx0" brushRef="#br0" timeOffset="25494.54">26658 10164 2981 0,'2'-8'35'16,"-2"8"-6"-16,0 0 24 0,0 0 58 0,0 0 33 15,0 0 26-15,0 0 12 0,0 0 10 16,12 19 4-16,-8-13-2 0,-1-1-8 0,1 2-11 16,2-2-9-16,-5 3-16 0,5-4-15 15,-3 0-8-15,-3-4-12 0,5 8-10 0,1-4-9 16,-6-4 2-16,5 5-1 0,-5-5 0 15,8 2-5-15,-8-2-10 0,15-7-10 0,-2-1-6 16,5-4-9-16,0-1-5 0,7-4-5 16,2 2-7-16,-6 3-4 0,-4 2-4 15,-1 1-4-15,-3 4-2 0,-1-1 2 16,-1 5 0-16,0 1 4 0,-11 0 2 0,21 3-2 16,-12 3 1-16,3 0-4 0,-1 3-6 15,3 0 1-15,-1-1-2 0,1 1-1 16,-1 4-6-16,0-6 6 0,1 0-6 0,-1 0 0 15,1-2 1-15,-2 0-2 0,2-1-3 16,-1-2-4-16,3-2-1 0,1-4-7 0,2 0-12 16,1 0-15-16,2-5-12 0,-1 0-13 15,0 2-11-15,-1-3-11 0,2 3-6 16,-8 0-3-16,4 4 6 0,-5 0 3 16,-1-1 8-16,-1 4 4 0,-11 0 8 0,19 4 7 15,-9-1 11-15,-1 0 17 0,3 2 12 16,1 2 17-16,1-1 11 0,0 0 5 0,4-2 11 15,2 1 5-15,5 0-1 0,0-3-4 16,4-2 2-16,11-2-5 0,0-1-1 0,0-4-7 16,0 0-2-16,-4-3 2 0,-3-1-3 15,-2 0 2-15,-9 0 0 0,-7 3 9 0,-4-1 6 16,0-1-2-16,-6 1-3 16,-3-4-2-16,-2 2-2 0,-7-4-7 0,-5-2 1 15,-8-4-3-15,0-2-2 0,-5 4-1 0,0-1-6 16,-4 5-16-16,9 3-21 0,-1 3-25 15,3 6-43-15,2 1-63 0,-6 2-96 16,5 2-120-16,-4 4-135 0,8-2-179 0,-2 4-9 16,6-4 75-16,2 1-508 0,7-5-595 15</inkml:trace>
  <inkml:trace contextRef="#ctx0" brushRef="#br0" timeOffset="25694.7">28105 9968 3507 0,'15'2'241'0,"-2"0"34"0,-3 0 48 0,-3-2 77 15,-7 0 49-15,0 0 23 0,0 0 9 16,19 0-23-16,-19 0-14 0,0 0-28 16,0 0-40-16,0 0-37 0,0 0-329 0,6-6-10 15,-6 6 0-15,0 0 0 0,0 0 0 16,0 0 0-16,0 0 0 0,0 0 0 0,0 0 0 16,-21-10 0-16,21 10-395 0,0 0-188 15,-33 10-123-15,13-4-180 0,-3 2 85 0,-11 3 89 16,-4 5-685-16,-12 3-850 0</inkml:trace>
  <inkml:trace contextRef="#ctx0" brushRef="#br0" timeOffset="70703.83">22532 8223 1599 0,'-63'-7'-8'16,"0"-1"16"-16,3 3 5 0,0-2 2 16,19 3 3-16,10-1-1 0,8 4 18 0,12-3 1 15,9-1 20-15,2 5 7 0,55-17 1 16,45 0-1-16,33-2 0 0,38-1-7 0,92-5-1 15,27 4-6-15,20 5-6 16,29 2-1-16,9 4-6 0,-2 1-6 0,11-1 1 16,-13 2-3-16,-10 6-4 0,-10-4 2 15,-13 1-4-15,-23 4-3 0,-30 1-1 0,-75-3 1 16,-13 6-5-16,-19-3 1 0,-25 0-6 16,-42 0 0-16,-16 0-7 0,-23 0-1 0,-11-3 0 15,-20 3-5-15,-4-2-10 0,-12 0-29 16,2 2-35-16,-34-6-44 0,-14 2-51 0,-21 1-52 15,-8 0-432-15,-17 1-154 0</inkml:trace>
  <inkml:trace contextRef="#ctx0" brushRef="#br0" timeOffset="70985.92">22503 8315 1868 0,'-64'-9'-53'16,"10"0"5"-16,13 2 15 0,5 0 20 0,11 2 29 15,10 1 8-15,8-4-3 0,19-2-3 16,37-14-4-16,49-4 10 0,35-3 6 0,81-15 7 16,39 5-3-16,26 4-6 15,23 6-4-15,26 2 4 0,4 2-6 0,3 5 3 0,0 1-2 16,-9 4-5-16,-11 0-2 15,-18 0 2-15,-17 3-3 0,-22-1-4 0,-36 0-27 16,-67 6-41-16,-21-3-60 0,-28 2-73 16,-40-1-154-16,-27 3-147 0,-22-2 3 0</inkml:trace>
  <inkml:trace contextRef="#ctx0" brushRef="#br0" timeOffset="71272.53">22222 9256 1419 0,'-6'7'47'0,"6"-4"-6"0,0-3-5 0,27-3 4 16,15-6 8-16,31-3 1 0,36-7 2 15,27-5 1-15,64-12 3 0,21 1 3 0,15-2-5 16,12 4-5-16,8 4 1 0,12 8-9 16,1 3-4-16,1 2-3 0,1 6-3 0,-1 0-13 15,-6 3-34-15,-11 2-44 0,-17-1-52 16,-60 2-79-16,-11 4-185 0,-9-5-114 16,-16-1 4-16</inkml:trace>
  <inkml:trace contextRef="#ctx0" brushRef="#br0" timeOffset="71519.64">23390 9180 1520 0,'-69'-4'80'16,"20"2"-3"-16,17 2 11 0,9-2 19 15,7 2 14-15,10-3-12 0,6 3-11 16,50-12-6-16,53-2-2 0,36-5-2 15,78-6-1-15,38 1-6 0,22 5-10 0,16 4-9 16,18 3 1-16,6 2-10 0,-5 1-13 16,-7 6-22-16,-6 3-32 0,-11-2-31 0,-18 0-35 15,-16 2-42-15,-73-1-78 0,-12 1-108 16,-18 0-138-16,-27-2-143 0,-46-1-88 0</inkml:trace>
  <inkml:trace contextRef="#ctx0" brushRef="#br0" timeOffset="71719.91">23986 9902 1820 0,'-21'12'93'16,"24"-5"-11"-16,13-4-10 0,17-3-7 0,31 2-2 16,47-7-9-16,29-2-4 0,18-5-6 15,64-9-6-15,8-4 2 0,7-3-7 0,1 1-4 16,-1-2-2-16,-3 0-4 0,-2 0-11 15,-3 2-46-15,-11-2-59 0,-14-3-77 0,-57 8-68 16,0-5-167-16,-20 0-141 0,-15-2-49 16</inkml:trace>
  <inkml:trace contextRef="#ctx0" brushRef="#br0" timeOffset="72051.7">23050 7406 1572 0,'-24'-15'-19'0,"14"2"0"0,16-1 3 0,17-5 2 15,27-5-1-15,50-6 2 16,34-1 1-16,71-5 4 0,25 0 2 0,23 1-1 16,21 6-3-16,13 4 1 0,5-2 5 15,11 7-2-15,-5 1 4 0,-10-1 1 0,-12 3 1 16,-11 0-2-16,-25 0-7 0,-67 3-13 16,-7 0-18-16,-19-1-36 0,-25-1-35 15,-29-3-34-15,-41 0-198 0,-29 3 144 0</inkml:trace>
  <inkml:trace contextRef="#ctx0" brushRef="#br0" timeOffset="72651.55">26016 6721 853 0,'-248'0'-42'0,"-13"0"21"0,-15 2 15 16,1 0 13-16,3 0 1 0,7 3 16 15,8 0 2-15,18 0 7 0,70 2-5 16,12 0 8-16,26-2-3 0,49-2 22 0,33-3 15 16,30-2-4-16,22-1-7 0,42-6-6 15,66-4-5-15,45-1-8 0,97-5 2 0,36-1-11 16,22-1-2-16,26 0 3 0,14 4-4 15,-4-1-6-15,-1 3-9 0,-10 3-13 16,-26 2-14-16,-34 1-15 0,-37 3-25 0,-80 0-12 16,-28 2-17-16,-49 2-11 0,-35-2 6 15,-27 2 5-15,-26 1 10 0,-37-4 13 0,-42 0 11 16,-61-4 18-16,-34 2 19 16,-81 0 22-16,-33-1 8 0,-7 6 17 0,-11 2 2 15,-2 5 17-15,5 2 5 0,23 8-5 16,31-4 10-16,81 1-5 0,25-2-6 0,39-2-3 15,45 1 15-15,34-4-6 0,31-2 0 16,0-3-4-16,107 4-7 0,38-6-5 0,37 0-6 16,85-8 2-16,35 3-4 0,13-1-6 15,-3-2-1-15,4-1-15 0,-19 3-19 16,-22 1-20-16,-42 0-11 0,-81 4-14 0,-30-1 0 16,-50 3-6-16,-31-1 6 0,-32 0 8 15,-22-1 8-15,-48-4 12 0,-59-3 9 0,-33 1 12 16,-81-1 20-16,-30 1 14 15,-19 2-2-15,-18 7 5 0,-4 6 14 0,5 4-1 16,32 3-1-16,29 1-2 0,89-2 1 16,26-2-9-16,46-4 4 0,34 0-3 0,24 0 0 15,22-3 0-15,-2-3-1 0,98 12-6 16,32-7-1-16,29 0-5 0,24-3 4 0,84-2-13 16,6 2-18-16,-10 0-15 0,-15 0-22 15,-73-2-19-15,-13 0-13 0,-26 0-2 16,-48-2 13-16,-26-2-2 0,-27 0 12 0,-24-4 0 15,-19-1 8-15,-18-3 11 16,-34-1 4-16,-15 1 12 0,-47-2-1 0,-21 2 1 16,-14 9-1-16,-9 3 1 0,1 5 3 15,0 9-1-15,11 3-12 0,7 3-27 0,16 7-31 16,18 2-35-16,24 0-83 0,29-4-134 16,17 3 149-16</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11-16T03:25:36.094"/>
    </inkml:context>
    <inkml:brush xml:id="br0">
      <inkml:brushProperty name="width" value="0.05292" units="cm"/>
      <inkml:brushProperty name="height" value="0.05292" units="cm"/>
      <inkml:brushProperty name="color" value="#FF0000"/>
    </inkml:brush>
  </inkml:definitions>
  <inkml:trace contextRef="#ctx0" brushRef="#br0">15411 8179 703 0,'0'0'348'0,"0"0"-79"0,-6-4-27 15,6 4-23-15,0 0-13 16,0 0-11-16,0 0-7 0,-10-3-3 0,10 3 10 16,0 0 8-16,0 0-5 0,0 0-8 15,-7-4-8-15,7 4-8 0,0 0-9 0,0 0-8 16,0 0-8-16,-6-3-8 0,6 3-5 16,0 0-1-16,0 0-3 0,0 0 0 0,0 0 4 15,0 0-6-15,0 0-3 0,0 0 0 16,0 0-4-16,0 0-5 0,0 0-7 15,0 0-8-15,0 0-13 0,0 0-1 0,-8-7-12 16,8 7-6-16,0 0-12 0,0 0-9 0,0 0-1 16,0 0 26-16,0 0 6 15,0 0-8-15,0 0-3 0,23 14-8 0,-23-14 2 16,16 7-11-16,-7-1-2 0,0-2 0 16,3 1 0-16,-2 0-7 0,1 2-1 0,1 1-3 15,-1-2 1-15,-4 0-3 0,3 1 5 16,2 0-1-16,-3 0-3 0,-1 0 4 0,1 0-6 15,1 0-7-15,0-1 1 16,-3-2-1-16,2 4-2 0,2-4 5 0,-2 1-1 16,0 3 0-16,0-4-1 0,1 0-1 0,1 0-7 15,-1 2 0-15,2-1-3 0,-1 1 2 16,3 0 10-16,-3 3-1 0,2-4-1 16,1 4-6-16,-2-3 4 0,2 1-3 0,1 0-1 15,-1 2-7-15,4-1-1 0,-2 1-3 16,-3-1 2-16,6 1-1 0,-6-2 0 0,1 1 1 15,1-1 1-15,-1 3-7 0,-1-5-4 16,3 2 4-16,-4 0 3 0,1 0-1 16,-1-2-2-16,1 1 0 0,-1-2 2 0,-1 0 5 15,2 1-4-15,-2-1 2 0,0 1-1 16,1-2 6-16,-1 1-5 0,-2 0-10 0,1-2-4 16,-1 1 0-16,2 1 0 0,0-2 0 15,-4 1 0-15,4 2 0 0,-1-5 0 16,1 4 0-16,-1-2 0 0,0 2 0 15,-3-2 0-15,2-2 0 0,3 3 0 0,-4-2 0 16,-8-1 0-16,16 3 0 0,-7-1 0 16,-2 0 0-16,-7-2 0 0,17 4 0 0,-13-4 0 15,-4 0 0-15,13 2 0 0,-13-2 0 16,15 0 0-16,-15 0 0 0,18 2 0 0,-18-2 0 16,15 2 0-16,-15-2 0 0,19 0 0 15,-19 0 0-15,19-2 0 0,-10 2 0 0,-9 0 0 16,24-2 0-16,-12 2 0 0,1-4 0 15,-13 4 0-15,18-2 0 0,-8 0 0 16,-10 2 0-16,19-4 0 0,-11 3 0 16,-1 0 0-16,3-2 0 0,-1 3 0 0,-1-4 0 0,1 2 0 15,2-2 0-15,0 2 0 16,0-3 0-16,-4 0 0 0,3 1 0 0,-1 1 0 16,3-1 0-16,-2 0 0 0,-3 0 0 15,2-1 0-15,-1 4 0 0,0-3 0 0,-1 0 0 16,-1 1 0-16,-6 3 0 0,14-6 0 15,-9 4 0-15,-5 2 0 0,13-5 0 0,-7 4 0 16,-6 1 0-16,14-6 0 0,-9 2 0 16,3 2 0-16,-3-1 0 0,5-2 0 15,0 1 0-15,-5 0 0 0,2 0 0 16,0 1 0-16,0-1 0 0,1-1 0 0,-3 2 0 16,6-3 0-16,-6 1 0 0,2 2 0 15,1-2 0-15,-2 1 0 0,2-1 0 0,-1 0 0 16,0 0 0-16,2 0 0 0,-2 0 0 15,1 1 0-15,-1-3 0 0,1 2 0 0,0 2 0 16,-5-3 0-16,7 2 0 0,-2-1 0 16,-3-1 0-16,3 1 0 0,-3 0 0 15,1 1 0-15,0-2 0 0,2 0 0 0,-5 2 0 16,5-1 0-16,-3-1 0 0,-1 0 0 16,4 2 0-16,-4-4 0 0,3 3 0 0,-3 1 0 15,4-4 0-15,-4 4 0 0,4-4 0 16,-5 2 0-16,5-1 0 0,-5 3 0 15,4-6 0-15,-2 3 0 0,-1 2 0 16,3-2 0-16,-3-1 0 0,4 1 0 0,-6 0 0 16,2 0 0-16,3-1 0 0,-5-1 0 15,4 0 0-15,-3 1 0 0,3 1 0 0,1-3 0 16,-4 1 0-16,3 1 0 0,-3-3 0 16,-1 5 0-16,4-6 0 0,-3 5 0 0,2-2 0 15,-1 0 0-15,0-1 0 0,-1 4 0 16,3-5 0-16,-3 2 0 0,-1 2 0 0,5 0 0 15,-5-1 0-15,1 1 0 16,-1-2 0-16,2 4 0 0,0-3 0 0,-3 2 0 16,3-4 0-16,2 2 0 0,-5 1 0 15,4-1 0-15,-1 1 0 0,0-2 0 0,-3 1 0 16,3-1 0-16,0 2 0 0,-1-2 0 16,1 1 0-16,1 0 0 0,-2-1 0 0,-1 0 0 15,2 1 0-15,0-1 0 0,-2 2 0 16,1-1 0-16,-1 1 0 0,2 0 0 0,-2 0 0 15,-1 0 0-15,4 1 0 0,-3 0 0 16,0 1 0-16,1-1 0 0,-3 6 0 0,0-9 0 16,0 9 0-16,4-9 0 0,-2 3 0 15,-2 6 0-15,4-5 0 0,-4 5 0 16,2-8 0-16,-2 8 0 0,0 0 0 16,3-10 0-16,-3 10 0 0,2-6 0 0,-2 6 0 15,0 0 0-15,0 0 0 0,5-9 0 16,-5 9 0-16,0 0 0 0,0-8 0 0,0 8 0 15,0 0 0-15,0 0 0 0,2-8 0 16,-2 8 0-16,0 0 0 0,0-10 0 0,0 10 0 16,0 0 0-16,1-7 0 0,-1 7 0 15,0 0 0-15,0 0 0 0,0-10 0 0,0 10 0 16,0 0 0-16,0 0 0 0,0 0 0 16,0 0 0-16,0-7 0 0,0 7 0 15,0 0 0-15,0 0 0 0,0 0 0 0,0 0 0 16,0 0 0-16,0 0 0 0,2-9 0 15,-2 9 0-15,0 0 0 0,0 0 0 16,0 0 0-16,0 0 0 0,0 0 0 0,0 0 0 16,0 0 0-16,0 0 0 0,0 0 0 15,0 0 0-15,0 0 0 0,0 0 0 0,0 0 0 16,0 0 0-16,0 0 0 0,0 0 0 16,0 0 0-16,0 0 0 0,0 0 0 15,0 0 0-15,0 0 0 0,0 0 0 16,0 0 0-16,0 0 0 0,0 0 0 0,0 0 0 15,0 0 0-15,0 0 0 0,0 0 0 16,0 0 0-16,0 0 0 0,0 0 0 0,0 0 0 16,0 0 0-16,0 0 0 0,-3-7 0 15,3 7 0-15,0 0 0 0,0 0 0 16,0 0 0-16,-25 7-175 0,14-2-870 0,0 4 117 16,-2-1-1127-16,-2 4-1469 0</inkml:trace>
  <inkml:trace contextRef="#ctx0" brushRef="#br0" timeOffset="33473.87">16358 7529 1063 0,'0'-8'123'0,"0"8"26"0,0 0 27 16,-5-4 21-16,5 4 3 0,0 0-18 16,0 0-13-16,0 0 5 0,0 0 9 0,-24 22-9 15,17-3 2-15,-7 8-3 0,3 4-7 16,-1 2 6-16,1-1-4 0,2-2-4 0,-1 1 2 16,4-8-11-16,0 0-6 0,5-3-10 15,-5-3-13-15,2 1-4 0,4-3-10 16,-3-1-5-16,1-3-10 0,-3 2-12 15,3-3-8-15,1 2-7 0,-1-2-7 0,-2-1-24 16,2-1-45-16,0-1-62 0,0-2-90 16,-3 0-100-16,5-5-111 0,-8 6-119 15,8-6-124-15,0 0 55 0,0 0-395 0,-24-12-432 16</inkml:trace>
  <inkml:trace contextRef="#ctx0" brushRef="#br0" timeOffset="33742.81">15917 7577 2730 0,'-9'-10'41'0,"2"3"52"15,1 0 35-15,0 2 18 0,2 0-3 16,4 5-7-16,-4-5-16 0,4 5 16 16,0 0 0-16,0 0-6 0,0 0-8 15,29 12-4-15,-13-2-13 0,-2 0-12 0,11 7-9 16,0 0-7-16,-1 2-7 0,-2-2-7 15,-5-1-8-15,2-2-4 0,-5-3-7 0,-2 3-8 16,0-3-28-16,0-2-27 0,-5 2-26 16,-1-2-49-16,2 0-42 0,-3-4-41 0,3 3-47 15,-5-1-63-15,1-4-83 0,-4-3-158 16,8 7 6-16,-8-7 58 0,0 0-216 0,0 0-175 16</inkml:trace>
  <inkml:trace contextRef="#ctx0" brushRef="#br0" timeOffset="34679.94">13429 9381 1890 0,'0'0'30'0,"0"0"21"0,1 13 23 16,-2-4 16-16,-3 4 6 15,0 5 5-15,2 1 6 0,0 2 9 0,1 3 6 16,1-1-1-16,0-4-10 0,1 2 9 16,3-3-6-16,4 3 2 0,0-4-3 0,1 1 7 15,4-5 0-15,3-3 5 0,0 0-5 16,4-6 1-16,-1-2-9 0,1 0-10 0,5-6-7 15,0 0-11-15,10-8-8 0,-5-1-5 16,-1-1 6-16,-4-5 20 0,-9 6 7 0,-2-5 7 16,-5 3-4-16,0-5 4 0,-7 3-6 15,-4-2 4-15,-7-13-17 0,-4 1-8 0,-6 4-6 16,-2 0-12-16,-5 4-7 16,-3 1-8-16,1 5-5 0,-5 7-7 0,5 5-20 15,-1 5-29-15,-5 3-39 0,0 6-46 16,-1 4-61-16,2 4-84 0,5 0-73 0,2 1-97 15,4 5-115-15,7-6-106 0,6-5 71 16,3-4-421-16,6-2-458 0</inkml:trace>
  <inkml:trace contextRef="#ctx0" brushRef="#br0" timeOffset="35624.69">20027 7774 2557 0,'0'0'12'0,"0"0"34"0,-9 22 32 15,6-8 46-15,-7 3 36 0,1 2 29 16,4 2 14-16,-6-1 11 0,8 1 6 0,-3 2-5 0,4-5-5 16,2 1-5-16,4-1 5 15,3-4-5-15,4 1-3 0,0-1-6 0,3 1-10 16,6-7-16-16,1-2-2 0,1 0-15 16,1-6-15-16,2 0-12 0,2-3-15 0,7-5-8 15,0 0-1-15,-5-2-21 0,-6-3 12 16,-6 2 1-16,-1-5-8 0,-7 1-11 0,-1-4-11 15,-4-2-6-15,-6-1-6 0,-6-9-4 16,-5 0-5-16,-7 2-11 0,0 4-6 0,-9 1-29 16,-6 4-34-16,-3 7-38 0,1 4-38 15,-7 5-48-15,0 7-59 0,-3 2-82 16,-11 8-85-16,7 7-103 0,-1 0-150 16,7 6-59-16,0 3 61 0,7 0-549 0,2 2-652 15</inkml:trace>
  <inkml:trace contextRef="#ctx0" brushRef="#br0" timeOffset="37457.26">16110 11310 3495 0,'0'0'30'0,"0"0"43"15,0 0 55-15,0 0 56 0,-3 20 23 0,1-4 2 16,2 6-4-16,2 3-7 16,1 12-18-16,-3-6-20 0,2-6-13 0,2 11-18 15,0-10-10-15,-2-2-13 0,1-3-10 16,-1-3-9-16,4-4-8 0,-4 0-16 0,-2-3-28 15,2-1-36-15,2-2-34 0,-2-1-38 16,-2-3-43-16,0-4-55 0,0 0-43 0,0 0-17 16,0 0-7-16,0 0-7 0,-4-25 3 15,0 10 11-15,0-6 17 0,-4-11 14 0,-1-1 21 16,4-1 23-16,-6-5 27 16,4 6 33-16,2 2 36 0,1 8 37 0,0 1 36 15,2 5 25-15,2 2 21 0,0 1 11 16,0 0 15-16,2 3 26 0,2-2-1 0,1 5-2 15,3-2-2-15,-1 3-2 0,3 2-2 16,1 1-7-16,1 2-7 0,1 1-6 0,0 2-9 16,1 1-3-16,-1 3-6 0,5 2 8 15,-7 1 17-15,-4 5 18 0,3 4 20 0,-4-2 11 16,-4 7 9-16,-2-1 0 0,-2 3-7 16,0-2-7-16,0-3-10 0,0-2-6 15,0-1-12-15,2-3-11 0,-1-2-7 16,2 0-9-16,-1 0-3 0,2-1-1 15,2 1-4-15,1-2-1 0,-1 0 0 0,2 0-5 16,0 2 3-16,2-3-4 0,-3 2-2 16,4 1-4-16,0 0 1 0,-4-2 5 0,1 0 12 15,1 2 9-15,2-4 19 0,-6 3 12 16,3 0 8-16,-4-2 7 0,-2 0-4 0,0 3-9 16,-2 1-9-16,-2-1-5 0,0-2-11 15,-6 4-25-15,3-3-67 0,-4 2 0 16,-1-3 0-16,-1-3 0 0,-3-2 0 15,-1-1 0-15,2-1 0 0,0-2-142 0,-3 0-97 0,5-2-60 16,-2 1-82-16,2-1-79 16,1 0-74-16,1 2-95 0,11 0-128 0,-18-2 59 15,18 2-680-15,-7-4-832 0</inkml:trace>
  <inkml:trace contextRef="#ctx0" brushRef="#br0" timeOffset="38840.28">20461 11300 3487 0,'4'-8'-149'0,"-4"8"45"0,1-8 30 16,-1 8 36-16,2-7 37 0,-2 7 32 16,2-8 24-16,-2 8 19 0,0 0 24 0,2-7 7 15,-2 7 7-15,0 0 7 0,-2-7 3 16,2 7 5-16,0 0 6 0,0 0 2 0,-2-7-2 16,2 7-1-16,0 0-12 0,-3-5-11 15,3 5-7-15,-4-5-6 0,4 5-4 0,-8-7-5 16,1 4-11-16,7 3-5 15,-14-7-9-15,7 1-5 0,-1 2 2 0,-4 0-6 0,3-2-2 16,-5 3-2-16,1-1 3 16,-1 2-2-16,-4-2 0 0,2 4 0 0,0-2-3 15,-4 4-2-15,2 2-5 0,-5 2 0 16,-8 6 0-16,4 6 3 0,-1 0 1 0,3 5 0 16,2 6 9-16,4 2-1 0,-4 8-5 15,10-4 1-15,1 1-1 0,7 1-7 16,5-2 1-16,0-6 1 0,3-4 10 0,9 8 7 15,1-6-3-15,3-1 3 0,4-4-11 16,2-2 5-16,-3-8 0 0,1-1 0 0,0-5 1 16,-4 0 1-16,2-2 9 15,-2-4 4-15,2 0 2 0,-2-2-3 0,-3-2 0 0,-2 0 4 16,1-2 0-16,-5-2-3 16,1-1-4-16,-7-3-4 0,1 0-5 0,-4-1-7 15,1-3-4-15,-5 3-3 0,1-2-4 16,-3 3-4-16,0 0-6 0,0 5-5 0,-1 0-3 15,2 4-2-15,7 3-4 0,-18 0-1 16,18 0-4-16,-13 7 2 0,7 1-4 0,2-4-2 16,4-4 6-16,2 9-3 0,5-5 4 15,2 2-3-15,4-3 3 0,4 1 0 0,8-3 7 16,4 3-7-16,-2-2-11 0,-2 4 0 16,11-2 0-16,-11 1 0 0,0 3 0 0,-5 2 0 15,-2 1 0-15,0-1 0 16,-5 4 0-16,1-1 0 0,-5-1 0 0,-4 1 0 15,4-3 0-15,-4 2-163 0,3-1-119 16,-5-3-108-16,6 1-111 0,-6-1-120 0,5 1-148 16,-3-1 8-16,3-1 75 0,-3-1-681 15,4 0-820-15</inkml:trace>
  <inkml:trace contextRef="#ctx0" brushRef="#br0" timeOffset="42943.79">22611 7666 1920 0,'-2'-16'198'15,"0"5"1"-15,0 0 60 0,-2 1 45 0,2 0-9 16,0 4-7-16,0-2-19 0,-2 1-35 15,4 7-8-15,-2-8-8 0,2 8 36 16,0 0 17-16,-9 18-16 0,4-1-10 0,-2 4-9 16,0 12-13-16,-1 2-21 0,5 2-13 15,-3-2-15-15,4 4-18 0,2-9-9 0,2-4-19 16,2 8-10-16,0-6-13 0,-1-4-13 16,3-3-8-16,-3-5-4 0,4 0-10 0,-2-3-3 15,3 0-8-15,-1-6-3 16,3-2-5-16,2-5-5 0,-12 0-17 0,30-12-5 15,-5-3-4-15,-3-2 1 0,1-6-3 0,0 0 0 16,-1 1-3-16,-8 3-4 0,-2 6 1 16,-1 2-2-16,-3 1-1 0,-1 3-5 15,0 4-4-15,-4 1 2 0,-3 2-2 0,0 0 5 16,10 12-4-16,-7-2 3 0,1 1-1 16,0 5 0-16,0 2 2 0,-2 2-3 0,4 3-15 15,-3-3-27-15,1 0-40 0,0-5-39 16,-2 3-44-16,-1 0-48 0,1-4-59 15,3-3-70-15,-3 1-65 0,0-3-73 16,0-2-75-16,-2-2-191 0,0-5 46 0,1 7 84 0,-1-7-477 16,0 0-560-16</inkml:trace>
  <inkml:trace contextRef="#ctx0" brushRef="#br0" timeOffset="43290.56">22624 7529 3154 0,'-49'14'1'0,"-9"8"53"0,-1 5 67 0,-14 18 47 16,-1 3 28-16,8 7 25 0,1 5 12 16,12 3 8-16,4 5-4 0,17-13-16 15,12 4-9-15,8-1-22 0,12 0-10 16,7-1-12-16,16-1-9 0,11-7-15 0,24 6-11 16,6-9-7-16,13-9-14 0,5-5-19 15,-11-15-8-15,1-7-7 0,1-6-5 0,1-8-10 16,-1-5-1-16,-3-6-6 0,-6-8-7 15,-3-2-2-15,-3-8-4 0,-7-4-1 0,0-20-13 16,-13 6-13-16,-6-5 3 0,-10-8 3 16,-7-5-10-16,-9-5-3 0,-8-5-6 0,-12-16 2 15,-13 7-2-15,-9 4-6 0,-5 6-20 16,-9 14-19-16,3 23-20 0,-9 12-22 16,-3 8-31-16,-5 13-42 0,-7 10-56 0,0 8-84 15,3 11-85-15,-16 8-111 0,25 2-167 16,3 5-38-16,11 2 73 0,2 0-472 15,7 1-568-15</inkml:trace>
  <inkml:trace contextRef="#ctx0" brushRef="#br0" timeOffset="59336.55">28636 6409 1739 0,'-18'5'240'0,"-2"6"-10"16,-7 4-5-16,0 6 7 0,-10 9 1 16,-3 5-17-16,2 0-21 0,-1 2-17 15,7 1-11-15,5-1-12 0,9-6-14 0,2-2-15 16,9-3-11-16,5-4-7 0,4-3-6 15,5 1-5-15,11 3-8 0,0-3-4 0,9-3-8 16,3-1-4-16,4-5-7 0,3-1-5 16,1-6-7-16,-4-4-3 0,-3 0-8 0,10-4-5 15,2-6-1-15,-5-1-3 0,-2-3 0 16,-4-3 12-16,-3-2 11 0,-2-3 15 16,-8-2 4-16,-4-4 4 0,-8-2-4 15,-2-4-8-15,-12-4-6 0,0 2-6 16,-10-8-9-16,-8 0-5 0,0 5-13 0,-3 4-18 15,1 12-15-15,-5 2-17 0,-6 7-30 16,-5 8-33-16,2 2-61 0,-7 9-68 0,-7 7-74 16,0 9-89-16,-2 4-108 0,-3 3-181 15,-10 14 53-15,6 3-416 0,14-8-501 0</inkml:trace>
  <inkml:trace contextRef="#ctx0" brushRef="#br0" timeOffset="59819.47">28367 7083 2596 0,'8'-17'-90'0,"0"3"34"0,-3 4 23 15,-1 3 28-15,0 0 35 0,0 0 28 0,-2 2 17 16,-2 5 8-16,4-7-2 16,-4 7 0-16,0 0 4 0,0 0 22 0,0 0 23 15,-29 22 22-15,1 9 19 0,-10 10 19 16,-18 15 14-16,-8 6 10 0,-11 13 8 0,-5 6-4 15,-5 3-5-15,-5 5 1 0,-27 31 16 16,8-4 16-16,18-27 9 0,1 0-10 0,5-6-13 16,3-3-11-16,5-6-19 0,11-5-20 15,7-9-18-15,15-14-18 0,7-5-12 0,3-5-18 16,10-10-12-16,5-3-8 16,1-5-5-16,7-5-17 0,4-1-10 0,-2-2-21 0,0-3-25 15,4 1-25-15,-1-4-39 16,3-2-56-16,3-2-55 0,0 0-54 0,0 0-66 15,0 0-79-15,0 0-84 0,0 0-103 16,0 0-120-16,-6-15-76 0,6 15 83 0,0 0-571 16,0 0-688-16</inkml:trace>
  <inkml:trace contextRef="#ctx0" brushRef="#br0" timeOffset="60238.68">26932 8398 3686 0,'-11'-5'97'0,"-4"5"-6"0,-4 3 0 0,-2 6 41 0,-13 10 46 16,-11 10 24-16,4 12 12 15,-3 5 0-15,-6 17-14 0,9 1-4 0,-2 8 2 16,6 4-10-16,4 3-26 0,12-17-5 15,8-3-15-15,3-1-4 0,10-9-17 0,10 5-13 16,-1-3-10-16,9-5-10 0,0-5-10 16,9-5-2-16,-2-11-15 0,4-6-14 0,7-5-19 15,0-8-25-15,6-4-22 0,3-4-5 16,11-9-13-16,-2-7-4 0,-6-3 9 16,-1-12 2-16,-8 2 7 0,-3-6 0 15,-7-5 7-15,-8-5 6 0,-5-3 0 0,-7-6-4 16,-5-4 4-16,-8-1 5 0,-5 3-6 15,-7-5 4-15,-5 0-10 0,-8 5-18 0,4 7-10 16,-9 8-19-16,7 6-24 0,-7 8-27 16,8 10-32-16,-2 9-41 0,1 4-47 0,2 6-46 15,-2 1-58-15,0 4-80 0,4 3-125 16,5-1-104-16,-1 5 59 0,6-6-407 16,2 2-472-16</inkml:trace>
  <inkml:trace contextRef="#ctx0" brushRef="#br0" timeOffset="60723.02">28668 7088 2826 0,'-13'-24'12'16,"4"2"27"-16,1 5 21 0,0-2 58 16,5 4 52-16,-3-1 31 0,3 1 18 0,1 4 0 15,-2 0-16-15,-1 4-24 0,5 1-21 16,0 6 3-16,0 0 21 0,12 17 17 0,-1 14 5 15,14 16-3-15,6 7 10 0,21 25-6 16,9 6-6-16,9 0-14 0,8-1-14 16,5 1-14-16,3 2-17 0,8-2 19 0,28 24 10 15,-29-32 7-15,2 1 1 0,3 0-7 16,-5-6-8-16,1-4-7 0,-8-6-13 0,-9-4-11 16,-7-4-13-16,-22-16-105 15,-3-3-13-15,-11-6 0 0,-7-5 0 0,-7-5 0 16,-2-5 0-16,-7-4 0 0,-1-2 0 15,-5-1 0-15,1-3 0 0,-4-1 0 0,-2-3-147 16,0 0-207-16,0 0-111 0,0 0-94 16,0 0-116-16,-29-3-160 0,18-3 80 0,-3 0-742 15,5 1-943-15</inkml:trace>
  <inkml:trace contextRef="#ctx0" brushRef="#br0" timeOffset="61037.67">30338 8256 3954 0,'0'0'17'16,"-24"6"45"-16,2 6 22 0,-4 9 35 15,-10 10 34-15,0 4 43 0,-1 6 37 0,2 1 20 16,5 3 18-16,1 1-9 0,5-1-23 16,7-2-17-16,4-7-24 0,4-2-13 0,9 2-23 15,2-7-15-15,9 2-11 0,3-2-9 16,6-2-17-16,5-4-7 0,0-5-13 0,7-1-4 15,-3-9-26-15,-2-4-16 0,0-4-13 16,0 0-10-16,-2-4-15 0,11-4 2 16,-4-3-6-16,-5-5 4 0,3 1-4 15,-5-6 2-15,-3-4 5 0,-8-5-6 0,-4-2-1 16,-4-6 1-16,-6-3-7 0,-5-1-25 16,-6-10-15-16,-3 3-48 0,-8 5-46 0,-6 7-63 15,-6 6-69-15,-13 7-89 0,-2 8-91 16,-12 11-102-16,-3 9-161 0,-9 8 3 0,-21 12 77 15,-1 6-529-15,-4 11-627 0</inkml:trace>
  <inkml:trace contextRef="#ctx0" brushRef="#br0" timeOffset="62686.63">27029 9416 2900 0,'-9'-2'-137'0,"9"2"21"16,-9-4 18-16,9 4-1 0,-12-4 16 16,12 4 25-16,-9-3 32 0,9 3 23 0,-8-4 24 15,8 4 9-15,0 0 6 0,-7-5 4 16,7 5 9-16,0 0 11 0,0 0 17 0,-7-5 19 16,7 5 13-16,0 0 21 0,0 0 18 15,-3-4 13-15,3 4 11 0,0 0 9 0,0 0 12 16,-8-4 7-16,8 4 1 0,0 0-3 15,0 0-5-15,-7-4-4 0,7 4-14 16,0 0-15-16,0 0-17 0,0 0-13 16,0 0 5-16,0 0 19 0,4 28 16 0,5 1 9 15,5 6-4-15,6 9-6 0,3 7-3 16,4 4-2-16,2 5-14 0,8 12-5 0,6 7-2 16,6 1-3-16,3 1 5 0,1 0 9 15,6-4-4-15,2 0 1 0,0-2-4 0,4-1-2 16,-2-5-108-16,0-3-37 0,-4-8 0 15,-2 0 0-15,-17-16 0 0,-4-4 0 0,-4-4 0 16,-7-10 0-16,-4-1 0 0,-6-6 0 16,-1-2 0-16,-7-3 0 0,3-1 0 0,-2-2 0 15,-3-1 0-15,3 1 0 16,-4-5 0-16,-1 2 0 0,1-2 0 0,-4-4 0 16,6 10 0-16,-2-8 0 0,-4-2 0 15,6 7 0-15,-6-7 0 0,1 4 0 0,-1-4 0 16,0 0 0-16,0 0-5 0,0 0-565 15,0 0-114-15,0 0-136 0,0 0-18 0,-3-23 90 16,5 17-791-16,-2 6-984 0</inkml:trace>
  <inkml:trace contextRef="#ctx0" brushRef="#br0" timeOffset="63123.02">28304 10732 4192 0,'-13'15'-36'0,"-1"2"17"16,-6 6 13-16,1 4 45 0,0 6 50 0,-2 5 47 15,4-4 26-15,4-1 7 0,2 1-9 16,2-2-12-16,5-4-11 0,4-5-6 16,6 1-11-16,6 2-8 0,1 0-9 15,6-6-11-15,2 0-6 0,0-8-12 0,0-6-10 16,2 1-13-16,-2-6-11 0,0-1-9 16,6-4-9-16,5-5-9 0,-2-4-6 0,1-1 0 15,-4-4 1-15,-2-2 6 0,-9-1-3 16,-2 2 4-16,-6-3 2 0,-5 1-1 0,-5-4-3 15,-5-11 0-15,-5 2-3 0,-5 0-8 16,0 3-12-16,-3 3-13 0,-4 5-12 0,-1 3-13 16,-1 5-20-16,-1 8-27 0,2 3-30 15,-2 4-56-15,-9 5-50 0,0 4-51 0,-2 3-60 16,4 0-74-16,2 6-109 16,-1-2-93-16,5 1 59 0,1 0-354 0,2 1-395 15</inkml:trace>
  <inkml:trace contextRef="#ctx0" brushRef="#br0" timeOffset="63518.77">28980 10851 2902 0,'-20'0'213'0,"7"0"-23"0,-1 0-20 15,7 2 20-15,7-2 25 0,0 0 22 0,0 0 5 16,0 0-4-16,32 12-13 0,12-9-19 16,4 1-24-16,18 0-19 0,11 0-15 0,-1-4-16 15,2 2-12-15,6 2-15 0,-2 0-7 16,2 0-5-16,-4 3-18 0,0-3-5 0,-6 1-4 15,-21-4-13-15,-5 2-19 0,-10-2-8 16,-9 1-2-16,-8-2-6 0,-3 0-4 16,-6 2-7-16,-1-2-6 0,-11 0-6 15,14 0-7-15,-14 0-23 0,0 0-24 0,0 0-45 16,0 0-42-16,0 0-64 0,0 0-82 16,0 0-79-16,0 0-115 0,0 0-153 15,0 0 1-15,0 0 64 0,0 0-408 0,0 0-458 16</inkml:trace>
  <inkml:trace contextRef="#ctx0" brushRef="#br0" timeOffset="63869.63">30134 10880 3052 0,'-23'14'188'0,"-2"3"2"0,0 4 16 0,5 2 35 16,1-1 31-16,-1 0 23 0,11-3-5 16,2-5-12-16,5 1-24 0,2-2-18 0,5 0-29 15,3-3-14-15,6 4-23 0,2-6-15 16,6-1-22-16,1-3-36 0,-3-2-26 16,3-4-29-16,2-4-24 0,0 1-23 0,5-7-20 15,1 0-5-15,-4-2-2 0,-9-1 4 16,-2 2-3-16,-3-3 4 0,-8 3-2 15,-1-10 3-15,-4 5-3 0,-4-1 0 16,-1-3-5-16,-6-7-19 0,-3 4-26 0,1 6-31 16,-8-1-42-16,2 4-48 0,0 7-50 15,-2-1-48-15,-3 6-69 0,-1-2-85 0,-2 3-154 16,0 3 13-16,-2 0 58 0,4 0-339 16,0 2-356-16</inkml:trace>
  <inkml:trace contextRef="#ctx0" brushRef="#br0" timeOffset="64301.51">30393 9101 2672 0,'-4'-16'101'0,"1"3"-6"0,1-1-15 0,0 6 10 16,-2-1 34-16,4 2 29 0,-1 0 19 15,-1 1-3-15,2 6-9 0,-2-11-15 0,2 11-20 16,0 0-7-16,0 0-1 16,-12 19 7-16,-3 12 18 0,-6 20 10 0,-10 27 10 15,-5 14 16-15,-2 6 8 0,1 7 15 16,-2 1 11-16,1 5 4 0,2 3 13 0,1-2-9 15,6 1-2-15,1-4-14 0,2-2-4 16,4-8-3-16,5-8-10 0,4-19-5 0,4-5-5 16,-2-9-19-16,4-2-11 0,1-15-11 15,3 0-94-15,-3-4-42 0,0-4 0 0,2-12 0 16,0-3 0-16,4-3 0 16,-1-5 0-16,-1 3 0 0,0-7 0 0,2-6 0 15,-2 6-130-15,2-6-194 0,0 0-105 16,0 0-110-16,0-23-122 0,2 5-171 0,-2 1 72 15,0-3 79-15,-2-3-623 0,-5-12-763 16</inkml:trace>
  <inkml:trace contextRef="#ctx0" brushRef="#br0" timeOffset="64890.58">27422 9161 3372 0,'-6'-4'-49'15,"6"4"40"-15,-7-6 16 0,7 6 19 16,-4-6 15-16,4 6 25 0,0 0-1 0,0 0 0 16,0 0 12-16,0 0 15 0,0 0 12 15,36 37 14-15,2-4 2 0,10 1-4 0,28 14-2 16,10-2-13-16,11 2-8 0,8 1-9 16,8 5-12-16,9 4-7 0,40 19-2 0,-4-3-10 15,-33-17-4-15,33 16-7 16,-41-20-5-16,-5 6 0 0,-5-7-5 0,-13 0 0 15,-11-7-7-15,-24-14-4 0,-5-2-2 16,-6-2-11-16,-10-6-5 0,-12-5-2 0,-3-5 1 16,-8-1 0-16,-4-2 2 0,0-4 2 15,-2 1 1-15,-4 1 4 0,1-3-5 0,-6-3-12 16,8 3-26-16,-8-3-33 0,0 0-64 16,0 0-69-16,0 0-67 0,0-17-91 0,0 17-124 15,0 0-117-15,-8-12 62 0,4 9-328 16,-3 0-347-16</inkml:trace>
  <inkml:trace contextRef="#ctx0" brushRef="#br0" timeOffset="65886.8">28072 10915 2327 0,'0'0'-4'0,"0"0"16"0,0 0 6 0,0 0 11 16,0 0 18-16,12-18 18 15,-7 11 9-15,2-3 6 0,2-2-2 0,0 3-10 16,3-5 0-16,1-2-9 0,6-6-2 16,0 2 0-16,0-3-8 0,3-1-2 0,-4-3-3 15,9-7-7-15,-2-5 4 0,-2 0-2 16,-1-4 2-16,-3-5-5 0,3-6-4 16,-4-1-2-16,0-6-2 0,-4-11-1 0,8-18-8 15,-3-4-4-15,-2-5 2 0,-3-3-1 16,0-1-4-16,0-3-2 0,-5 1-5 0,2-3-7 15,-2 0-6-15,-4 5-2 0,1 22 1 16,-1 5-5-16,-3 4 4 0,0 7 2 16,2 7 1-16,-4 9 1 0,0 6 1 15,-2 5 9-15,2 8 1 0,0 4 3 0,0 6 4 16,0-1 12-16,0 4 9 0,0-2 2 16,-2-1-6-16,2 0-4 0,2-1-3 0,-2 4-2 15,2-3-1-15,-2-1 10 0,5 4 9 16,-4 0-2-16,-1-2 7 0,2 2 0 0,2-5-3 15,-2-2-4-15,1-2-3 0,1 2 5 16,0 2 10-16,-1 0-5 0,-1-2 4 0,3 2 5 16,-1-3 0-16,3-7 1 0,-1-1-5 15,3-4-3-15,3 2-6 0,-1 2-2 16,1 0-6-16,-1 4 1 0,-2 0 0 16,1 6 3-16,-4 4 8 0,0 5 3 0,-5-1 7 15,5 4 0-15,-4 1-4 0,-2 2-1 16,3-1-3-16,-3 4-2 0,2-2-7 0,3 2-1 15,-3-2-3-15,-2 7 1 0,2-9-2 16,-2 9 0-16,1-8 5 0,1 3-7 16,2 0-2-16,-2-1-4 0,2 0 1 0,-4-1-2 15,1-2-4-15,1 1-2 0,0-1 3 16,2-2-3-16,-1-1 6 0,-3 1 6 16,0-4 9-16,0 1 5 0,-3-2 2 0,3 0 5 15,-2 2 6-15,0-1 0 0,-2 2 1 0,3 1-6 16,-1 0-6-16,0 1-7 15,0 3-2-15,0-2-4 0,4 5-3 0,-4-2 0 16,0-2-4-16,2 4 2 0,0 5-6 16,-2-14-3-16,4 6-5 0,-2 1-18 0,0-2-17 15,4 2-27-15,0-3-38 0,-1 2-52 16,1-1-78-16,3 2-100 0,-2-2-106 0,2 5-126 16,6-2-127-16,-1 0 74 0,1 6-458 15,1-3-532-15</inkml:trace>
  <inkml:trace contextRef="#ctx0" brushRef="#br0" timeOffset="67334.61">30088 10827 2952 0,'-5'-5'44'0,"-4"-1"21"0,0 2 13 0,0 2 22 15,9 2 41-15,-21-6 35 0,8 4 23 16,0 2 8-16,13 0-1 0,-31 8-5 16,12 0-7-16,1 3-10 0,-2 9-2 15,-1 3-25-15,1 4-6 0,7 2-10 0,6 3-15 16,1-5-8-16,6-1-4 0,4 7-15 15,5-1-8-15,6 0-16 0,6-6 5 0,4 1-12 16,4-8-9-16,3-1-4 0,3-4-4 16,-1-7-8-16,2-2 2 0,-6-5-13 0,-1-4-1 15,5-3 0-15,-1-7-5 0,-2 1-1 16,-5-7-3-16,-3 3 2 0,-6 2-5 16,-6-3 0-16,-3-3 0 0,-4-1-4 15,-4-2-6-15,-4-2-4 0,-5-12-14 0,-6-6-15 16,-8 2-23-16,-2 6-24 0,-4 2-32 15,-1 1-45-15,-4 6-34 0,3 7-62 16,-1 2-66-16,-4 7-74 0,-3-3-96 0,1 5-169 16,0-1 13-16,-2 5 70 0,3 0-395 15,9 1-440-15</inkml:trace>
  <inkml:trace contextRef="#ctx0" brushRef="#br0" timeOffset="67801.13">29545 10113 2763 0,'0'0'66'0,"-4"-9"10"0,4 9 4 16,0 0 16-16,0-6 34 16,0 6 31-16,0 0 52 0,0 0 23 0,0 0 21 15,-7 25 7-15,7-6 4 0,2 7 2 16,5 12 10-16,5 7-3 0,5 5-9 0,4 2-13 15,4-1-22-15,6-1-17 0,3-2-20 16,0-1-20-16,4-5-18 0,2-3-13 0,-4-2-14 16,0-5-7-16,-1-1-21 0,-12-10-9 15,0-3-12-15,-7-2-4 0,-2-4-10 0,-4-2-10 16,-3-3-11-16,-2 1-18 0,4-4-19 16,-4 3-23-16,1-4-29 0,-6-3-42 15,5 6-54-15,-5-6-64 0,6 3-70 16,-6-3-86-16,0 0-88 0,0 0-77 0,0 0-129 15,0 0-96-15,0 0 73 0,0 0-602 16,0 0-737-16</inkml:trace>
  <inkml:trace contextRef="#ctx0" brushRef="#br0" timeOffset="70634.46">27185 8942 3344 0,'-16'0'-81'0,"1"-2"13"15,3 0 4-15,5 0 17 0,7 2 38 0,-16-1 39 16,16 1 30-16,-9-3 21 0,9 3 15 16,-9-2 3-16,9 2 1 0,0 0-17 0,-9-2-11 15,9 2 0-15,0 0-1 0,0 0 3 16,0 0-11-16,32-3-1 0,-12 3-9 0,10 0 7 16,17-2-3-16,5 2-7 0,16 0-4 15,2 2 0-15,7-2-6 0,2 2-6 16,1-1-4-16,5 1-4 0,-4-4-1 15,3 1-6-15,0 1 1 0,-5-2-1 0,5-2-6 16,-3 1 1-16,-5 0-1 0,-5-1 0 16,-3 0-9-16,-5 0 5 0,-4-1-2 0,-12-1-2 15,-1 0 3-15,-2 4-8 0,-2-4 3 16,-2 2 4-16,-2-1-5 0,-9 4 4 0,-6-1 3 16,0-3-7-16,-5 4 0 0,2-2 5 15,-1 1-3-15,-2 0-4 0,2-2 0 16,0 0 0-16,5 2 4 0,0-2-6 0,2 0 1 15,14 2 2-15,-1 0 0 0,2-1-1 16,3 1 0-16,2 0-1 0,-1 0-1 0,7 2-5 16,0-2-1-16,-1 2-9 0,2-2 3 15,10-1-5-15,-11 3-4 0,-2 0-9 16,0-1 4-16,0-2 2 0,-2 0 1 16,-1 1 2-16,0 2 11 0,-8-2-7 0,-4 0 3 15,-10 2-3-15,-4-1 2 0,-5 1 5 16,0-2 1-16,-1 2 9 0,-3-2 11 0,-12 2 10 15,18 0-2-15,-10 0 7 0,-8 0-1 16,14 0 9-16,-14 0-4 0,11 0-1 0,-11 0-3 16,0 0-3-16,14-3-3 0,-14 3-3 15,0 0-2-15,9 0-12 0,-9 0-10 0,0 0-30 16,0 0-40-16,0 0-63 0,0 0-68 16,0 0-103-16,0 0-148 0,0 0-112 15,0 0 49-15,-25-9-252 0,25 9-266 16</inkml:trace>
  <inkml:trace contextRef="#ctx0" brushRef="#br0" timeOffset="72866.89">30178 8748 2195 0,'0'0'9'0,"0"0"4"0,0 0 3 16,4-5 13-16,-4 5 24 0,0 0 14 15,0 0 5-15,0 0 4 0,0 0-5 16,0 0-8-16,0 0-6 0,0 0 1 0,0 0 5 15,0 0 6-15,0 0 3 0,-24 15 5 16,15-8 9-16,0 1-3 0,-9 4 5 0,6 0 7 16,-2 2 2-16,-7 3 1 0,-4 4 0 15,4 4 1-15,-6-5 3 0,3-1 0 0,-2 4-5 16,-5 8-2-16,1 0-12 0,5-5-1 16,-8 6-6-16,8-9-8 0,-7 8 11 0,5-9-2 15,0 3-4-15,-5 4-7 16,3-6-9-16,4 0-2 0,-11 4-6 0,12-5-5 15,-5-1-5-15,2 1-4 0,1 0-1 0,-1 0-2 16,1-3-5-16,1 2-3 16,-2-1-3-16,2-1-2 0,3 1-1 0,-1-1 0 15,0-1-8-15,-1 1 4 0,6 0-4 16,0-4 0-16,-5 3 0 0,7-3-1 0,2 1-2 16,-1-3 3-16,-1 1-2 0,3-3-3 15,1 3 1-15,0 0-3 0,-1-1 8 16,-1-1-1-16,5 0-5 0,-3 1 7 0,0-1-6 15,0 1 6-15,-1 0-1 0,2-1 2 0,-2 2-4 16,1-2 3-16,1 0-3 16,-1 1 1-16,1 3 8 0,2-3 0 0,-3-1 4 15,3 0-2-15,-2 0-1 0,-3 0 1 16,3 2-2-16,-3-1-4 0,1 3 5 0,2-3 2 16,-3 3-4-16,3-3-1 0,-5 3-2 15,7-2 2-15,-5 2-2 0,3-3-4 0,0 3 0 16,1-1-3-16,1-4 1 0,-3 4 2 15,-1 1-1-15,3-1-3 0,-3 2 4 16,-10 2 7-16,11-2 5 0,1-4 3 0,-2 3-7 16,-6 6 1-16,-1 0 4 15,4 0 4-15,-4-1 6 0,6-2-2 0,0-3-4 16,1 1 0-16,1-1-3 0,-3 1 4 16,-1 5-8-16,2-5-2 0,6 0 4 0,-2-2-13 15,-1 3 8-15,2-3 8 0,-1 5-5 16,-2-4 13-16,1 3 3 0,3 0-6 0,-1-1 2 15,-7 11-1-15,3-1 10 0,-2 1 5 16,2-1 5-16,0-1 1 0,1 1 1 0,1 2-5 16,-2-1 10-16,2-6 8 0,4-3-10 15,0-1 3-15,-2 1-6 0,4-2-2 0,1-4 1 16,-1 0-5-16,1-2-2 0,2 0-3 16,-3-2-6-16,2-1-1 0,-1-1-1 0,2-1-4 15,2-7-2-15,-4 10-2 16,3-5-5-16,1-5 3 0,-2 11-1 0,2-11 2 15,-2 7-10-15,2-7-1 0,0 0-6 16,-2 10-17-16,2-10-18 0,0 0-32 0,0 0-29 16,-5 3-47-16,5-3-76 0,0 0-98 15,0 0-106-15,0 0-106 0,-11-21-126 16,11 8-103-16,0-1 79 0,0-8-603 0,5-4-733 16</inkml:trace>
  <inkml:trace contextRef="#ctx0" brushRef="#br0" timeOffset="74800.74">28320 7412 3317 0,'-7'-6'-152'16,"3"0"30"-16,-3 1 33 0,6 1 32 15,1 4 34-15,-6-6 27 0,6 6 18 16,0 0 7-16,-5-6 12 0,5 6 1 16,0 0-1-16,-6-2 3 0,6 2 0 0,0 0 2 15,0 0 6-15,-6-6 4 0,6 6 7 16,0 0-1-16,0 0-2 0,0 0 8 15,0 0 5-15,-6-3-4 0,6 3 9 0,0 0-8 16,0 0-3-16,0 0-6 0,0 0-5 16,0 0-4-16,-7-6-1 0,7 6-8 0,0 0 1 15,0 0-9-15,0 0 2 0,0 0-3 16,0 0-7-16,0 0-1 0,0 0-4 0,0 0-3 16,0 0-15-16,0 0-22 15,0 0-45-15,0 0-50 0,0 0-65 0,0 0-62 16,0 0-74-16,0 0-130 0,0 0-102 15,0 0 62-15,0 0-202 0,15 17-180 0</inkml:trace>
  <inkml:trace contextRef="#ctx0" brushRef="#br0" timeOffset="76965.77">28248 7429 2031 0,'-7'-14'36'0,"4"6"18"0,1 1 21 0,-2 0 14 16,2 3 12-16,2 4 3 0,-3-10 9 16,3 10 2-16,-2-5 1 0,2 5-9 15,-4-6-8-15,4 6-7 0,0 0-15 0,-2-7-11 16,2 7-3-16,0 0 19 15,0 0 10-15,0 0 3 0,15 24-5 0,-8-9 1 16,2 5 8-16,6 9 5 0,-2 3-12 16,8 8 12-16,-4 4 0 0,6-1-14 0,0 3 4 15,2 0-5-15,-1 3-6 0,5 2 11 16,3-1-6-16,-1 6-3 0,-1-2-3 0,5-3-12 16,-3-1-1-16,-2 1-6 0,3 0-10 15,-1 1 19-15,-1-3 1 0,-3 2-9 0,1-1 3 16,-4 2 16-16,0-2-8 0,-2 1-6 15,-5-3-2-15,4 1 0 0,-3 1-1 16,-2 0-3-16,2-2 0 0,-2 0 18 0,-2-2-11 16,4 0-4-16,-2 0-1 0,3-3-6 15,-4-2-8-15,2-6 1 0,-3-4-8 16,0 1-4-16,4-2 2 0,-3 1 10 0,-3-4 14 16,0 1-18-16,0 1-2 0,1 0 6 15,-5-1-6-15,3-5 1 0,-2 6 0 16,-3-6-12-16,2 7 7 0,-1-7-1 0,-2-2-6 15,2 1 1-15,-3 1 0 0,1-3-2 16,-1 2-4-16,2 1 7 0,-2-1-5 0,1 0-5 16,1-2-6-16,-1 1-3 15,2 11 12-15,-1-9-12 0,3-2-3 0,-5 0 4 16,5-1 8-16,0 7-15 0,-1-4 3 16,3 4 13-16,-5-3-8 0,1-4 3 0,2 1 2 15,-3-1-10-15,2 6 0 0,5 3 5 16,-4-8-1-16,-3-2-3 0,2-1-8 0,-1 3 2 15,2-1 3-15,-3 0-5 0,5 7 3 16,-3-6-2-16,1-2-1 0,-2 0 4 0,1 1-7 16,0 0 2-16,3 5 4 15,1-5-8-15,-2-1-1 0,1 1 5 0,-1-5-6 0,5 11 3 16,1-3-1-16,-1 0-2 0,-2 1 2 16,4-2 2-16,-5-2 2 0,-1-3-6 15,-3 2-2-15,2-1 1 0,-1 0-1 16,0 2 4-16,-1-2 1 0,1 2 6 0,-3 0 13 15,3-2 2-15,-1 3 2 0,-1-4-4 0,0 6-1 16,1-5-2-16,-2 3 3 0,1-2 1 16,0-2-1-16,-1 0 5 0,1-2-24 15,-2 1-4-15,0-4 0 0,-3 2 0 0,3-5 0 16,-2 1 0-16,-1-3 0 0,-1 1 0 16,3-2 0-16,-3 0 0 0,-1-1 0 0,-1-5 0 15,0 0 0-15,6 10 0 0,-6-10 0 16,2 6 0-16,-2-6 0 0,0 0 0 15,0 0 0-15,0 0 0 0,0 0 0 16,0 0 0-16,0 0 0 0,-16-24-198 0,9 17-384 16,-4-1-134-16,-1 1-176 0,2 0 74 15,1-2 89-15,-3 1-719 0,3 2-896 16</inkml:trace>
  <inkml:trace contextRef="#ctx0" brushRef="#br0" timeOffset="81053.7">28760 5557 3771 0,'-4'-8'-155'0,"0"-1"38"0,3 0 41 16,-1 1 46-16,0 1 34 0,2 7 29 15,-8-14 28-15,8 8 27 0,-1-2 14 0,1 8 5 16,-4-13 6-16,4 13 3 0,-3-10-3 16,3 10-10-16,-2-8-17 0,2 8-7 0,0 0 0 15,0 0 25-15,0 0 16 0,-2 29 4 16,2-4 2-16,-3 13 4 0,-3 1-6 0,-5 12-4 15,3-1-7-15,2-7-3 16,-1 9-9-16,0-13-22 0,-2 0-1 0,4 1-2 16,-1-1-8-16,-1-5-6 0,3-6-4 0,-2-7-5 15,4-1-1-15,0-3-11 16,0-5-2-16,0 2-3 0,-2-5-1 0,4 3-2 16,-1-6-5-16,-1 1-6 0,2-7 6 15,0 10-36-15,0-10-43 0,0 0-43 0,0 0-61 16,0 0-80-16,0 0-97 0,9-29-103 15,-5 14-116-15,4-5-154 0,-2-1 68 0,5-6-463 16,-1-3-570-16</inkml:trace>
  <inkml:trace contextRef="#ctx0" brushRef="#br0" timeOffset="81615.64">28764 5308 2911 0,'-1'-12'-80'0,"1"0"31"16,0 2 34-16,1 0 41 0,3 0 34 15,2-1 20-15,-1 3 11 0,4-2 1 0,3 2-3 16,1 4 6-16,3 0 3 0,1 3-1 16,2 2-14-16,8 3-5 0,5 8-8 15,2 1-2-15,-3 3-3 0,-2 3-9 0,-4 1-9 16,-7 0 4-16,-2-1 4 15,-9-2 15-15,-5 0 11 0,-4-5 3 0,-5 9 13 16,-11 1-1-16,-4 5 1 0,-9 4-2 16,-4-4-5-16,5-8-7 0,-10 6-1 0,8-6-6 15,-1-2-5-15,1-3-7 0,3-2-6 16,3 1-1-16,4-4-2 0,8-4 9 0,3 1-1 16,0-2 1-16,4-2-6 0,7-2-7 15,-11 7-7-15,4-2-4 0,7-5 7 16,4 12 14-16,1-3 2 0,4 2 9 0,4 3 3 15,6 9 6-15,4-2 10 0,2 5 5 16,1-1 0-16,8 4 9 0,-4 0-14 16,-4-3 1-16,-3-2 7 0,0 0 4 15,-2-4-5-15,-2 2 1 0,-3-8-2 0,-5 1 4 16,-2-1-3-16,-1-3 8 0,1-1-6 16,-3-2-4-16,-1 1-8 0,2-1-4 0,-1 0-2 15,-3-1-11-15,3-4 0 0,-6-3-5 16,5 9-12-16,-5-9-54 0,6 6 0 0,-6-6 0 15,6 6 0-15,-6-6 0 0,6 5 0 16,-6-5 0-16,0 0 0 0,0 0 0 0,0 0 0 16,0 0-188-16,0 0-152 0,13-9-118 15,-13 9-140-15,0 0-180 0,-2-8-54 0,2 8 88 16,0 0-703-16,0 0-895 16</inkml:trace>
  <inkml:trace contextRef="#ctx0" brushRef="#br0" timeOffset="84014.7">25901 8473 3875 0,'0'0'-89'0,"9"-3"30"0,-9 3 29 15,3-3 42-15,-3 3 55 0,0 0 27 0,6-7 23 16,-6 7 13-16,0 0 3 0,4-4-1 16,-4 4-5-16,0 0 0 0,1-6-2 15,-1 6-2-15,0 0-3 0,0 0-6 16,0 0-12-16,4-7-10 0,-4 7-5 0,0 0-7 16,2-7-3-16,-2 7-6 0,0 0-4 15,-2-9-5-15,2 9-3 0,-4-6 0 0,4 6-5 16,-5-11-2-16,-1 4-1 0,0 2-8 15,-3 0-1-15,-1 0-3 0,-2-2-4 0,1 4-3 16,-3-4-7-16,0 3 0 0,-3 1-1 16,1 3-5-16,2 0-3 0,-8 0 3 15,3 1-5-15,-4 5-4 0,-5 8 5 16,-2 1 1-16,1 7 0 0,-3 13 4 0,-2 4 11 16,7 2-1-16,0 4 4 0,2 1 3 15,7 2-4-15,2 0-2 0,7-7 3 16,6-2-2-16,5 2 3 0,6-4 17 0,1-1-1 15,11-4-4-15,5 3-3 0,2-12-6 16,12 2-4-16,-3-10 0 0,2-3-2 0,0-4 2 16,3-6-1-16,-11 0 2 0,-1-2 6 15,-5-4 8-15,-1 1 12 0,-6 0 18 0,2-3 7 16,-5 0-2-16,-1-1-2 0,-6 0-2 16,-1-2-4-16,-4 3-10 0,2-3-13 0,-6 0-3 15,0 1-8-15,0 1-4 16,1 0 0-16,-4 2-9 0,5 5-6 0,-9-9-2 15,5 6-4-15,4 3-13 0,0 0-4 0,-13-1 0 16,13 1 0-16,0 0 0 0,0 0 0 16,0 0 0-16,-12 0 0 0,12 0 0 15,0 0 0-15,0 0 0 0,0 0 0 0,0 0 0 16,41 1 0-16,-27 2 0 0,6 3 0 16,-2 2 0-16,9 6 0 0,-2 3 0 0,-4 2 0 15,0 1 0-15,-2 1 0 0,-4 4 0 16,-3-4 0-16,-5-2 0 0,4 9 0 0,0-7 0 15,-6-1 0-15,1-1 0 0,-3-2 0 16,3-2 0-16,-2 1 0 0,0-3 0 0,2 1 0 16,-4-4 0-16,1 1 0 15,1-5 0-15,-2 2 0 0,0-2-140 0,-2-6-104 16,6 5-75-16,-6-5-85 0,0 0-80 16,0 0-87-16,0 0-119 0,20-13-81 0,-14 4 83 15,0 0-632-15,0 1-776 0</inkml:trace>
  <inkml:trace contextRef="#ctx0" brushRef="#br0" timeOffset="85567.57">30947 8276 3563 0,'-1'-12'-56'0,"-1"2"55"0,0 1 41 16,0-1 45-16,-2 1 32 0,4 1 30 15,-1 0 31-15,-1-1 18 0,0 0 8 16,2 9 3-16,-2-13 0 0,0 7-10 15,2 6-3-15,0-8-5 0,0 8-28 0,0 0-6 16,0-14-17-16,0 14-5 0,0 0-18 16,0-8-6-16,0 8-10 0,0 0-13 15,0-7-8-15,0 7-1 0,0 0-15 0,0 0-4 16,0 0-5-16,0 0 0 0,0-11-9 16,0 11-3-16,0 0-7 0,0 0-11 0,0 0-5 15,0 0 1-15,0 0-4 16,0 0 4-16,0 0-3 0,2 26 1 0,0-9 14 0,2 5 13 15,-1 3 0-15,3 7-6 16,2 7 2-16,1-2-3 0,1 1-2 0,0 1-1 0,-1 0-5 16,-2-3-5-16,3-1 4 15,-2 0-6-15,1-6-1 0,-3-4-2 0,-3-4-2 16,1-9 0-16,3 5-1 0,-6-7-1 16,3 0 7-16,-2 0-12 0,2-3-1 0,-4 0 0 15,1 0 0-15,-1-7-32 0,4 8-33 16,-4-8-51-16,2 6-59 0,-2-6-63 15,0 0-69-15,0 0-94 0,0 0-78 0,0 0-101 16,-9-22-181-16,0 9 45 0,-2-2 76 16,-2 0-477-16,1-11-578 0</inkml:trace>
  <inkml:trace contextRef="#ctx0" brushRef="#br0" timeOffset="85798.98">30782 8022 3083 0,'-11'-16'0'15,"1"0"44"-15,1 6 39 0,3 0 46 16,1 2 27-16,-2 2 16 0,1 1 4 0,6 5-16 16,-5-6 16-16,5 6 22 0,0 0-9 15,0 0-8-15,-6 23-12 0,6-9-10 0,0 3-22 16,4 4-12-16,2 3-16 0,4 6-10 16,1-1-13-16,-2-1-17 0,5-1-36 15,3 1-47-15,-3-3-66 0,-2 1-83 16,4-1-108-16,-7-1-91 0,1-7-115 0,-3-5-200 15,-1 1 62-15,0-3 62 0,0-3-305 16,-3-3-341-16</inkml:trace>
  <inkml:trace contextRef="#ctx0" brushRef="#br0" timeOffset="86034.68">31323 7879 2476 0,'8'-11'69'0,"-4"3"25"0,-3 2 9 0,3 2 21 16,-4 4 34-16,0 0 39 0,0 0 26 15,0 0 22-15,-32 20 13 0,11-1-18 0,-4 6 12 16,2 1-19-16,-5 11 4 0,1 1-20 16,0-4-19-16,9-4-19 0,-4 1-16 15,3 0-18-15,1 0-16 0,2-2-12 16,-1 1-12-16,3-4-25 0,1 3-34 0,1-9-34 16,5-2-52-16,1 3-53 0,-1-2-74 15,0 0-91-15,-2 0-97 0,4-2-112 16,-3-3-158-16,1 4-55 0,-3-1 71 0,3 1-414 15,-1-2-496-15</inkml:trace>
  <inkml:trace contextRef="#ctx0" brushRef="#br0" timeOffset="86813.32">28200 11548 2762 0,'-11'-4'29'0,"11"4"17"0,-18 7 3 16,9 2 14-16,-12 10 30 0,1 3 43 15,0 2 9-15,-3 3 15 0,4 1-1 16,0 2-9-16,3-3-5 0,5-1-14 16,6-4-7-16,3-3 0 0,4-4 6 0,3 0 3 15,6 1-6-15,1-4-4 0,7-2-4 16,4-2-8-16,2-2-7 0,4-6-11 15,10-6-12-15,1 1-3 0,10-12-10 0,0 0-8 16,-5-3-5-16,-2-3-7 0,-11 5-3 16,-6-1-4-16,-3-3 1 0,-11 2-5 0,-3 2-6 15,-5-4 0-15,-4 3-8 0,-2-6 2 16,-9-9-2-16,-7 2-6 0,-3-6-1 0,1 11-8 16,-5 1-12-16,0 5-10 15,-2 3-17-15,-2 7-29 0,3 5-28 0,-1 6-26 16,-2 0-43-16,-7 6-48 0,2 5-44 15,0 1-52-15,1 6-70 0,1-1-101 0,3 1-142 16,5-1 45-16,5-3-362 0,3-3-410 16</inkml:trace>
  <inkml:trace contextRef="#ctx0" brushRef="#br0" timeOffset="89696.88">28219 11642 2450 0,'-6'5'-47'0,"-2"0"19"0,1 1 13 16,0 0 22-16,-3 2 17 16,-2 0 15-16,5 2 11 0,-5-1 3 0,5-3 2 15,-3 3-7-15,5-1-4 0,-3-2-2 16,-2 1-5-16,7 0-3 0,-3-2-6 0,1-1-16 15,-2 2-23-15,3 0-27 0,-1-1-36 16,1 0-59-16,-1 0-65 0,-1 2-87 0,0-4-143 16,-2 2-139-16,3-1-68 0</inkml:trace>
  <inkml:trace contextRef="#ctx0" brushRef="#br0" timeOffset="93814">30180 11485 1875 0,'0'0'167'16,"0"-13"8"-16,0 13 10 0,0 0 6 0,-2-11 16 15,2 11 4-15,0 0-9 0,0 0 27 16,0 0 15-16,0 0-6 0,9 27-10 0,-4-5-16 16,-2 8-5-16,5 3-7 0,-3 0-5 15,1 1-11-15,0-2-14 0,0-5-14 0,-2-4-15 16,-3-2-17-16,3 1-10 16,-2-2-14-16,-2-3-8 0,0-2-11 0,0-1-29 15,-2-1-35-15,-2 3-35 0,4-4-48 0,-3-2-57 16,1-3-65-16,-2 0-100 15,0-2-104-15,4-5-125 0,-6 4-173 0,6-4 49 16,0 0-473-16,0 0-582 0</inkml:trace>
  <inkml:trace contextRef="#ctx0" brushRef="#br0" timeOffset="94512.72">30146 11364 2816 0,'0'0'-101'0,"-10"-4"47"15,10 4 42-15,-3-6 43 0,3 6 48 16,0 0 44-16,-9-7 35 0,9 7 20 0,-3-7 8 16,3 7 8-16,0 0 8 0,-4-8-6 15,4 8-1-15,0 0-8 0,0-10-3 0,0 10-5 16,5-9-7-16,4 4-18 0,-4 0-8 15,6 2-15-15,0-1-10 0,2 0-19 16,-2-1-6-16,2 4-14 0,0 1-4 0,-13 0-13 16,33 6-6-16,-18-4-2 0,6 7-6 15,-6 1-9-15,5 2-3 0,-5 2-3 0,-2-1-4 16,-1 3-1-16,-3-1-8 0,-2 5-4 16,0-5 4-16,-5 2-2 0,-1-1-2 0,-1 4 0 15,-1-3 6-15,-3 5 0 0,-5-1 6 16,2-1-3-16,-4 8 4 0,3-6-6 15,0-5-1-15,3-2 0 0,1-2 3 16,0-1 1-16,3-2 1 0,-1 1 6 16,2-1 12-16,0 0 23 0,3 1 14 0,1 1 3 15,2 0-3-15,-1 1 0 0,3-1-4 16,2 2-6-16,-3-1-2 0,2 3-9 0,2-1-5 16,-2 2-5-16,0 0-2 15,-4-3-6-15,4 0 3 0,-5 1 12 0,1 1 6 0,-3-4-9 16,0 1 14-16,0-2 2 0,-2 1 10 15,-2 0-23-15,-2-1-61 0,-1 4 0 0,-3-3 0 16,0-1 0-16,-1-2 0 0,-2 0 0 16,-3 0 0-16,1-4 0 0,-3-1 0 15,3-2 0-15,-3 0 0 0,2 0-99 16,-4-2-224-16,5-2-115 0,-4-2-120 16,2 0-141-16,-1 0-148 0,3 3 81 0,1-1-751 15,12 2-963-15</inkml:trace>
  <inkml:trace contextRef="#ctx0" brushRef="#br0" timeOffset="143903.01">3191 10173 2684 0,'-9'-9'393'16,"2"4"-86"-16,0-2-30 0,2 2-31 16,1 0-28-16,4 5-12 0,-4-7-16 0,4 7-16 15,0 0-4-15,-5-8-10 0,5 8-10 16,-4-6-11-16,4 6-6 0,0 0-6 16,0 0 25-16,0 0 20 0,0 0-20 0,0 0 13 15,0 0 8-15,20 30 8 0,-11-12 7 16,2 10-3-16,0 4-6 0,-1 3-1 15,1 2-5-15,0 2-19 0,-1 0-9 16,0 0-16-16,-5-1-12 0,1-2-11 0,0-1-38 16,2-2-68-16,-5-5 0 0,-1-6 0 15,2-4 0-15,-4 0 0 0,2-1 0 0,-2-3 0 16,0 1 0-16,-2-8 0 0,2 2-20 16,-2 0-233-16,0-3-66 0,2-6-82 15,-7 4-80-15,7-4-92 0,0 0-103 0,-20-21-124 16,13 2 63-16,-2-10-600 0,0-5-793 15</inkml:trace>
  <inkml:trace contextRef="#ctx0" brushRef="#br0" timeOffset="144137">3141 10101 3392 0,'0'0'-27'0,"-11"-3"84"0,11 3 63 15,-9-8 42-15,9 8 38 0,0 0 24 16,-7-4 7-16,7 4 2 0,0 0-13 0,0 0-5 15,0-7 6-15,0 7-3 0,13-10-44 16,1 4-15-16,2-1-16 0,15-5-6 0,-1-4-35 16,-1 2-38-16,1-3-51 0,1 2-64 15,-3 1-73-15,-1 2-82 0,-4 4-91 16,-4 3-89-16,-2 1-98 0,-6 4-165 16,3 6-16-16,-1 5 72 0,-2 3-361 0,0 7-431 15</inkml:trace>
  <inkml:trace contextRef="#ctx0" brushRef="#br0" timeOffset="144303.94">3325 10386 2678 0,'-6'8'93'0,"2"-3"71"15,-3-1 40-15,7-4 36 0,-6 7 28 16,6-7 20-16,0 0 6 0,0 0 3 0,-2 5-28 16,2-5-22-16,0 0-27 15,0 0-27-15,0 0-10 0,25-12-37 0,-14 3-67 16,4 2-87-16,3 1-107 0,-1-6-133 15,2 0-148-15,9 1-160 0,-8-3-143 16,9 1 60-16,-6 4-450 0,1 2-560 0</inkml:trace>
  <inkml:trace contextRef="#ctx0" brushRef="#br0" timeOffset="144685.62">3750 10168 2949 0,'-10'3'79'0,"1"-1"68"16,3 3 43-16,-2-2 27 16,2 2 30-16,6-5 19 0,-9 12 18 0,7-4 2 15,-1 0-2-15,1 4-7 0,0 1-12 16,2-1-12-16,2 5-13 0,0 0-21 0,1-1-18 16,1 2-16-16,3 1-21 0,2-2-11 15,0-3-14-15,2 1-10 0,1-3-12 16,1 0-10-16,0-5-11 0,1-1-9 0,-1-2-11 15,-1-2-10-15,1-2-6 0,-13 0-7 16,23-2-4-16,-14-3-6 0,1 0-6 0,-2 0-1 16,-3-4-1-16,-1 0-6 0,-2-4-4 15,-2 1-3-15,-2-5-3 0,-4-3-2 0,-1-1-2 16,-5-7-2-16,1 7-5 16,2 6-1-16,-2-1-7 0,0 5-31 0,0 0-38 15,-1 1-54-15,1 5-55 0,-1-1-64 16,3 5-74-16,-2-1-107 0,11 2-131 15,-18 3-176-15,11-1-75 0,7-2 82 0,-11 5-636 16,11-5-815-16</inkml:trace>
  <inkml:trace contextRef="#ctx0" brushRef="#br0" timeOffset="145102.53">4272 10297 3692 0,'0'0'57'0,"2"6"67"0,-2-6 58 0,0 0 36 15,0 0 26-15,0 0 26 16,0 0-2-16,0 0-25 0,0 0-20 0,0 0-21 16,0 0-5-16,0 0-30 0,0 0-15 15,0 0-24-15,0 0-8 0,-14-21-12 0,14 21-10 16,-9-14-13-16,4 8-3 0,-8-5-10 16,2 3-9-16,0-2-11 0,-1 1-1 0,-1 3-16 15,-1-2-16-15,3 4-16 0,-1-2-2 16,-2 3-12-16,3 1 1 0,11 2 7 15,-20-3-12-15,13 1 3 0,7 2-2 0,-16-4-3 16,16 4-11-16,-6-3 11 0,6 3-2 16,0 0 0-16,0-10 6 0,0 10-4 15,14-12 4-15,-3 3-1 0,5 3 10 16,-1-3-9-16,1 4 2 0,-2 1 5 0,2 1-3 16,-3 3 7-16,3 0 13 0,0 3 9 15,0 2 14-15,-1 1 1 0,1 2 7 0,0 2-11 16,0 2-2-16,-1 0 5 0,0 2-12 15,-2 1 4-15,1-3-10 0,1 1-4 0,-1 1-28 16,-3-3-42-16,2 3-56 16,-1-3-59-16,1 1-67 0,-1-2-84 0,-1 0-92 15,-4-3-112-15,3-3-180 0,-2 2-4 16,-1-4 83-16,1 0-488 0,-8-2-585 16</inkml:trace>
  <inkml:trace contextRef="#ctx0" brushRef="#br0" timeOffset="145486.26">4741 9315 2901 0,'-13'-23'-21'0,"-1"-3"52"15,1 2 41-15,-1-3 44 0,1 10 50 0,6 1 31 16,-2 3 25-16,4 4-3 0,-1 0-11 16,3 1-24-16,3 8-15 0,0 0-3 0,0 0 15 15,-10 22 8-15,12 3 1 0,4 20 8 16,3 17 4-16,3 5 19 0,7 22 3 16,2-2-6-16,7 2-15 0,-1 6-38 0,7-4-4 15,2 8 4-15,4-8-2 0,6-4-20 16,-2 2-14-16,2-5-9 0,-3-3-13 0,0-7-12 15,-13-19-34-15,-6-6-42 0,-1-3-34 16,-9-11-58-16,-1-4-58 0,-4-7-47 0,0-7-40 16,-2-2-52-16,-5-8-77 15,0-2-86-15,-2-5-82 0,0 0-125 0,0 0-91 16,-6-25 68-16,-6-8-551 0,-1-12-678 16</inkml:trace>
  <inkml:trace contextRef="#ctx0" brushRef="#br0" timeOffset="145752.53">4914 9922 3265 0,'-1'-5'-24'0,"-3"2"44"0,4 3 47 0,0 0 47 15,0 0 31-15,15-10 21 16,-15 10 5-16,19 0-1 0,-6 2-13 0,5-1-9 16,0 2-13-16,3 2-12 0,0 1-6 15,1 0-7-15,-6 3-2 0,0 0 15 0,-3-1 0 16,-2 3 20-16,-3 1-15 0,0 1 8 15,-5-3 12-15,-3 2 5 0,0 1-14 16,-3-1-5-16,-3 1-15 0,-2-1-17 0,-1 1-34 16,-2-5-38-16,-5 4-39 0,3-5-52 15,-5 0-56-15,2-2-63 0,-4-3-81 0,6-2-93 16,-8-4-127-16,5 1-193 16,0-2-13-16,3-2 75 0,3 0-443 0,4 0-528 15</inkml:trace>
  <inkml:trace contextRef="#ctx0" brushRef="#br0" timeOffset="146071.97">5017 9344 3155 0,'-15'-15'162'15,"3"3"56"-15,3 2 51 0,3 3 33 0,-1 0 19 16,3 2 2-16,-4 0-11 0,8 5-30 15,-6-7-29-15,6 7-7 0,0 0 7 0,0 0-4 16,27 41-7-16,-4-2-13 16,-1 4-14-16,5 7 2 0,2 5-8 0,0 0-14 15,-1 1-15-15,3 3-17 0,-3-5-14 16,1 2-102-16,0-5-47 0,-4-1 0 16,-4-4 0-16,-5-5 0 0,0-8 0 0,-3-6 0 15,-2-4 0-15,-1-9 0 0,-4-1 0 16,1-3 0-16,-1 1 0 0,0-4 0 0,0-2-319 15,-3-3-108-15,-3-2-116 0,0 0-110 16,17-18-161-16,-9 5 27 0,-4-4 85 0,3-4-640 16,-1-1-798-16</inkml:trace>
  <inkml:trace contextRef="#ctx0" brushRef="#br0" timeOffset="146486.59">5517 9790 3941 0,'-9'-4'73'0,"9"4"44"16,-5-7 38-16,5 7 26 0,0 0 26 16,0 0 26-16,0 0 6 0,0 0 3 0,21-5-2 15,-21 5-15-15,0 0-17 0,29 10-16 16,-16-2-14-16,1-1-3 0,-3 2 3 0,1 1 7 16,-3 2 4-16,-2 0 10 15,-1 0-4-15,-1 2 0 0,-2-1-6 0,-3 1-14 16,-3 3-95-16,1 6-80 0,-7-2 0 15,-4 3 0-15,1-7 0 0,3 0 0 0,2-5 0 16,-4-4 0-16,4-4 0 0,-2-2 0 16,9-2 0-16,-23-12 0 0,10-1 0 0,-3-11 0 15,7 1 0-15,3 2 0 0,5-2 0 16,1 5 0-16,1 0 0 0,1 1 0 16,6 2 0-16,-1 1 0 0,0 2 0 0,5 1 0 15,1 3 0-15,1 1 0 0,1 4 0 16,4 0 0-16,-6 1 0 0,5 2 0 0,-2 0 0 15,2 2 0-15,1-1 0 16,-2 4 0-16,2 1 0 0,-2-1 0 0,-1-1 0 16,-3 4 0-16,4 2 0 0,-2 0-361 15,1 2-181-15,-5-3-139 0,3 1-186 0,-5 0 46 16,0-3 102-16,0 0-709 0,-4-2-880 16</inkml:trace>
  <inkml:trace contextRef="#ctx0" brushRef="#br0" timeOffset="146885.69">5865 9728 3943 0,'-11'-6'64'0,"4"0"54"0,-2 1 53 16,2 3 30-16,7 2 24 0,-8-6 20 0,8 6 2 15,0 0 1-15,0 0 9 0,0 0 2 16,0 0 10-16,0 0-17 0,-7 13-17 16,7-13-24-16,7 16-18 0,-1-5-19 15,1-1-18-15,-1 4-15 0,4-2-11 0,-3 1-13 16,-1 1-12-16,1 1-10 0,-2-3-6 15,-1 4-43-15,-1-1-46 0,1-3 0 0,-4 2 0 16,0-2 0-16,0-4 0 0,0 1 0 16,0-9 0-16,0 16 0 0,-2-12 0 0,2-4 0 15,0 0 0-15,0 0 0 0,0 0 0 16,0 0 0-16,6-39 0 0,-1 25 0 16,1-1 0-16,2 1 0 0,1 3 0 0,2-2 0 15,2 5 0-15,1-2 0 16,2 6 0-16,-1-1 0 0,2 3 0 0,-4 2 0 15,3 0 0-15,2 2 0 0,-2 3 0 16,-1-1 0-16,1 2 0 0,-2 1 0 0,-2 0 0 16,1 0 0-16,1 1 0 0,-1 3 0 15,3 1 0-15,-5-2 0 0,0-1 0 0,1-1 0 16,-3-2-258-16,1-2-137 0,-2 1-93 16,1 1-99-16,-2-3-112 0,4-3-105 0,-11 0 65 15,16-3-697-15,-2-1-885 0</inkml:trace>
  <inkml:trace contextRef="#ctx0" brushRef="#br0" timeOffset="147204.71">6460 9641 3696 0,'-10'2'-54'16,"10"-2"66"-16,-11 3 71 0,3 1 39 15,3-1 41-15,-2 2 27 0,7-5 20 0,-11 12 7 16,9-5 1-16,1 1-3 0,-1 1-8 15,2 2-3-15,2-2-37 0,-2 1 6 0,1-2-33 16,3 0 4-16,3 1-12 0,0-1-15 16,0-2-16-16,3 0-27 0,-3-1-30 0,3-2-13 15,-10-3-18-15,17 3-17 16,-17-3 1-16,14-1-6 0,-14 1 8 0,0 0-6 16,13-5-7-16,-13 5 4 0,3-11-1 15,-3 3 4-15,0 8-6 0,-11-21 3 16,4 7 1-16,-2-1-12 0,-2 1-26 0,0 0-25 15,-1 2-39-15,1 5-43 0,0 0-55 16,-1 4-71-16,3 1-80 0,-3 2-104 0,12 0-143 16,-19 10-54-16,12-8 73 0,2 0-414 15,5-2-479-15</inkml:trace>
  <inkml:trace contextRef="#ctx0" brushRef="#br0" timeOffset="147671.07">6575 9701 2759 0,'5'8'42'15,"-5"-8"58"-15,4 5 55 0,-4-5 36 16,5 8 31-16,-5-8 13 0,10 4 5 16,-10-4-11-16,8 2-10 0,-8-2-19 0,11 3-18 15,-11-3-20-15,0 0-16 0,21 1-11 16,-21-1-16-16,17-1-11 0,-17 1-10 0,16-3-12 16,-16 3-8-16,12-4-6 0,-4 0-7 15,-2-2 0-15,-2 1 1 0,-4 5-3 0,6-12 0 16,-6 0-7-16,-4 3-7 0,0-7-4 15,0-1-9-15,-6-2 1 0,-3-7-5 0,4 9 1 16,1 2-17-16,2 5 3 0,-3 1-1 16,4 2-5-16,-2 2-4 0,7 5-1 15,-11-7-2-15,11 7-5 0,-7-1 1 16,7 1 0-16,0 0 2 0,-6-6 3 0,6 6 5 16,0 0 11-16,0 0 4 0,20-17 2 15,-6 11-1-15,-1-2-5 0,3 2-4 16,0-2 10-16,0 6 9 0,-3 0 15 0,3 2 14 15,0 2 15-15,4 6 23 0,-4 2 16 16,0 2 18-16,5 9-2 0,-4-2-2 0,-1 6 11 16,0 1 12-16,2 3 13 0,5 11-15 15,-1-1-156-15,5-2 0 0,0 0 0 0,-4-11 0 16,-5-1 0-16,2-1 0 16,-5-7 0-16,-3-5 0 0,-5 0 0 0,0-3 0 15,0-1 0-15,-2-1 0 0,1-3-179 16,-2-1-275-16,-4-3-106 0,0 0-124 0,0 0-167 15,0 0 67-15,0 0 83 0,0 0-652 16,0-26-808-16</inkml:trace>
  <inkml:trace contextRef="#ctx0" brushRef="#br0" timeOffset="148618.99">6584 9837 3536 0,'-6'-4'-66'0,"6"4"47"0,-12-5 52 15,12 5 48-15,0 0 22 0,-7-5 21 16,7 5 15-16,-6-4 12 0,6 4 10 0,0 0 11 15,0 0-3-15,0 0-4 0,0 0-15 16,0 0-16-16,0 0-10 0,34 8-16 0,-21-5-23 16,-1 0-58-16,3 1-75 0,-1-1-114 15,1 3-127-15,2-3-153 0,-2 0-230 16,1 1 48-16,-5-3 83 0,3 1-343 16,-5 1-367-16</inkml:trace>
  <inkml:trace contextRef="#ctx0" brushRef="#br0" timeOffset="149585.81">7611 9344 2305 0,'0'0'-16'16,"0"0"42"-16,0 0 45 0,-12 14 41 0,12-14 34 16,2 21 25-16,3-7 25 0,-4-4 15 15,5 7 10-15,-1-1 0 0,1-3-7 0,3 5-7 16,1-1-9-16,1-3-6 0,-1-3-9 15,2-1-13-15,2-1-6 0,0-2-12 16,1-2-10-16,1-1-7 0,-1-4-16 0,0-4-10 16,2 1-5-16,1-7-17 0,-4 1-4 15,2-3-11-15,-3-2-2 0,-3-2-7 16,-1 0 0-16,-5-1-1 0,-4 2-6 16,0-5-13-16,-4-3 2 0,3 2-9 0,-15-8-6 15,1 4-1-15,1 5-14 0,1 8-21 16,-2 0-25-16,3 5-26 0,-2 4-36 0,-2 3-44 15,-1 3-41-15,0 4-67 0,-3 1-60 16,6 4-68-16,-2 0-78 0,3 4-122 0,2 3-76 16,-1-4 70-16,6-1-384 15,4-4-440-15</inkml:trace>
  <inkml:trace contextRef="#ctx0" brushRef="#br0" timeOffset="149901.85">7826 9362 2541 0,'11'-2'-28'0,"-11"2"69"15,14 4 61-15,-8 0 55 0,-1 0 41 0,5 5 27 16,-2 1 22-16,3 7 3 0,-2 3 10 16,7 9-8-16,-3 3-8 0,6 12-9 0,3-1 13 15,-4-2-2-15,1 4-11 0,0-4-7 16,-2 1-7-16,-2-7-11 0,-1-2-12 16,-1-2-6-16,-1-2-8 0,-3 0-10 15,-1-9-9-15,-3-3-5 0,0-3-8 0,-1-2-1 16,-3 1 1-16,3-6-1 0,-4 2-1 15,0 0-8-15,0-9-34 0,-5 13-108 0,-4-7 0 16,0-2 0-16,-4 1 0 0,-1-5 0 16,-4-3 0-16,-7 1 0 0,-9-6 0 0,-2 1 0 15,-3-3 0-15,5 0 0 0,-1-1 0 16,3-1 0-16,3 0 0 0,4 4-175 0,7 1-86 16,2 1-52-16,2 0-69 0,1 1-70 15,4 0-77-15,0 0-91 0,2-2-149 16,4-2 58-16,1 1-642 0,6-1-809 0</inkml:trace>
  <inkml:trace contextRef="#ctx0" brushRef="#br0" timeOffset="150417.9">8119 9416 3720 0,'-9'6'4'0,"3"-2"49"15,-1-2 22-15,7-2 10 0,-10 3 0 16,10-3 9-16,-8 5 1 0,8-5 0 16,0 0-10-16,0 0-6 0,0 0-6 0,0 0-8 15,0 0-5-15,0 0-6 0,0 0-7 16,0 0-2-16,0 0-5 0,0 0-3 16,0 0-4-16,0 0 0 0,25-14 0 15,-25 14 3-15,0-12-1 0,0 5-1 0,-1-2-3 16,-3-3-6-16,-2-2 3 0,-2 2-5 15,-3-5 0-15,2-3 1 0,-2 3 11 0,-7-7 7 16,2 0 9-16,5 7 7 0,-1 3 6 16,3 4-1-16,0 0-8 0,1 3-4 0,0 1-5 15,3 2-6-15,5 4-6 0,-13-6-1 16,7 2-4-16,6 4-8 0,-6-4-1 0,6 4 0 16,0 0 1-16,1-11-3 15,-1 11 1-15,18-16-3 0,0 7 0 0,-2-1-4 16,5-2 0-16,10-1-2 0,-1 3 0 15,-1 0-2-15,-4 4 0 0,-1 4-2 16,-5 4 3-16,-1 2 9 0,0 2 2 0,0 0 1 16,9 9 0-16,-9-1 0 0,3 3 1 15,-8 1-4-15,3-4-4 0,-5 3-1 0,3-4-6 16,-3 3-18-16,0-1-26 0,-1-3-30 16,-2 0-28-16,1 0-42 0,1-2-43 0,-2-3-51 15,-3 2-48-15,2-4-57 0,-3-2-77 16,5-1-137-16,-9-2-72 0,0 0 64 0,0 0-372 15,25-9-411-15</inkml:trace>
  <inkml:trace contextRef="#ctx0" brushRef="#br0" timeOffset="151251.74">8625 8961 2629 0,'0'0'85'0,"0"0"49"0,-2-7 26 16,2 7 4-16,0 0 27 0,0 0 26 15,0 0 15-15,0 0-2 0,0 0-12 0,23 15 1 16,-16-6-12-16,2 1-17 0,2 2-18 16,-2 0-10-16,-2 2-10 0,3-1-7 0,-6 4-3 15,2-3-6-15,-5 1-4 16,1-1-9-16,-2 1-11 0,-2 2-8 0,-3-1-9 16,-1 0-9-16,-4 1-13 0,1-1-7 0,0-1 0 15,-3-5-7-15,2-1-15 0,-1-4-12 16,-1-3-6-16,1-4-15 0,-3-3-10 15,0-10-3-15,-6-8 1 0,5-4-1 0,5-4 1 16,1-2-4-16,5 7 4 0,3 4 0 16,-1 5-5-16,4 0 2 0,-1 5-2 15,3 0 1-15,3 2 6 0,0 3-1 0,4 2 7 16,2 1-2-16,3 1 4 0,0 0-3 16,4 3 1-16,1 0 0 0,-1-2 1 0,3 2-2 15,0 0-2-15,1-2 3 16,-6 0-8-16,3 2-11 0,-1-3-17 0,-4 1-8 15,2 0-6-15,-2-4-13 0,-2 2-6 16,-3-4-10-16,1-1-13 0,-4 1-6 0,-1-4-11 16,-3-2-13-16,0-1-15 0,-4-2-7 15,-4-9 2-15,-2-8 4 0,-3-7 12 0,-3-8 7 16,-3-6 16-16,-4-3 7 0,2-5 16 16,-4 0 7-16,0 2 25 0,-2 4 25 0,4 8 38 15,0 4 30-15,6 15 25 0,6 10 9 16,-4 3-1-16,6 7-12 0,-1 6 9 15,6 4 18-15,0 0 26 0,-7 29 24 16,11 6-7-16,1 16 2 0,10 6 4 0,2 6-2 16,8 18-2-16,4 2 1 0,2 0-16 15,-1-2-11-15,2 1-12 0,3-1-11 0,-3-4-3 16,-3-17-9-16,-3-4-9 0,1-3-10 16,-3-4-6-16,-3-5-5 0,-5-11-3 0,-3-4-4 15,-4-7-3-15,1-5-7 0,-4-2-2 16,-1-6-2-16,-1-1-2 0,0 0 0 15,-4-7-12-15,0-1-8 0,0 0-5 0,0 0-2 16,-9-20-6-16,-1 2-7 0,-5-11-3 16,-2-3 6-16,-1-14-8 0,-5-2 1 0,5-1-1 15,0 6 2-15,5 8 2 16,3 4 1-16,3 7-1 0,1 7-3 0,1 3-2 16,3 2 6-16,0 0-1 0,4 4 2 15,4 0 1-15,-1 2-2 0,2 1 5 0,5 1 0 16,-2 2-5-16,3 1 3 0,-1 1-2 15,-12 0 6-15,26 3-1 0,-13 1-3 0,1-1-2 16,-3 1 3-16,0 0-13 0,0 0-7 16,-4 0-9-16,-2 2-28 0,-1 0-18 0,-2-1-22 15,-2-5-35-15,0 8-45 0,0-8-46 16,0 0-58-16,0 0-70 0,0 0-47 0,0 0-36 16,-30-25-37-16,18-1 3 15,3-6 12-15,1-9 44 0</inkml:trace>
  <inkml:trace contextRef="#ctx0" brushRef="#br0" timeOffset="151568.23">9046 8729 2953 0,'-4'-44'-165'0,"2"-1"71"0,0 8 67 0,1 8 65 15,1 8 59-15,-4 3 55 0,1 1 29 16,1 5 21-16,0 3 29 0,2 3 50 16,0 6 30-16,0 0 13 0,0 0 12 15,0 0 3-15,0 0 0 0,12 24-7 0,-6-11-14 16,-1 2-21-16,3 2-24 0,0 1-25 16,1 1-25-16,3-1-21 0,-4-1-20 0,3 1-14 15,-2-3-20-15,0-1-10 0,-2-1-20 16,0-2-72-16,-1-2-46 0,-1 0 0 0,0-3 0 15,2 3 0-15,-5-4 0 0,2 0 0 16,1 0 0-16,-5-5 0 0,6 9 0 16,-6-9 0-16,10 5 0 0,-4-2 0 15,-6-3 0-15,13 5 0 0,-13-5 0 0,15 4 0 16,-9 0 0-16,-6-4 0 0,17 4 0 16,-11-2 0-16,-6-2 0 0,13 6 0 0,-8-2 0 15,-5-4 0-15,14 2 0 0,-10 0 0 16,-4-2-233-16,15 3-87 0,-9-1-77 0,-6-2-79 15,13 2-82-15,-13-2-98 0,9 3-117 16,-9-3 64-16,7 4-675 0,-3 1-837 16</inkml:trace>
  <inkml:trace contextRef="#ctx0" brushRef="#br0" timeOffset="154934.85">28659 6718 1073 0,'0'0'113'16,"0"0"-51"-16,0 0-15 0,0 0 4 16,0 0 4-16,-7 3-7 0,7-3-15 15,0 0-7-15,0 0-1 0,0 0-6 0,0 0-7 16,0 0-21-16,0 0-22 0,0 0-25 15,0 0-26-15,-8 6-39 0,8-6-95 0,-4 3-141 16,4-3 129-16</inkml:trace>
  <inkml:trace contextRef="#ctx0" brushRef="#br0" timeOffset="158149.96">25071 12016 1457 0,'-8'-8'388'16,"2"1"-157"-16,-1-1-94 15,-3 8-22-15,1 0 3 0,-8 3 8 0,-5 6 11 0,-6 11 12 16,-7 10 19-16,-1 7 10 0,0 2-2 16,6 5 4-16,1-3-9 0,4 7-7 15,11-2-6-15,3-9-7 0,8 2-7 16,5-1-11-16,8-4-10 0,6 0-5 0,13 4-12 16,5-6-9-16,9-5-8 0,6-5-8 15,2-5-10-15,10-6-7 0,0-4-5 0,-9-7-4 16,9-2-4-16,-5-8-7 0,-2-6-4 15,-8-1 0-15,-6-4-5 0,-4-5-6 0,-13-1 1 16,-5 0-3-16,-7-6-3 0,-8-1-6 16,-3 3 0-16,-5-7-4 0,-11-6-1 0,-2-3-3 15,-9 1-14-15,-4 0-22 16,-5 3-25-16,-4 3-26 0,-4 6-35 0,0 10-42 16,-3 9-49-16,5 8-47 0,0 8-75 15,-19 10-110-15,0 10-216 0,0 4 57 0,-13 11 70 16,-3 7-269-16,3 3-281 0</inkml:trace>
  <inkml:trace contextRef="#ctx0" brushRef="#br0" timeOffset="158933.59">22542 13868 2359 0,'-25'12'75'16,"-5"8"9"-16,-11 13 11 0,1 9 31 0,1 5 24 15,-2 3 6-15,-4 14 21 0,11-13 6 16,3 1 8-16,8-2-7 0,6 1-13 0,4-3-17 16,11-9-9-16,2-1-17 15,5-3-10-15,9-3-11 0,5-2-10 0,4-5-9 16,11 4-8-16,4-5-8 0,1-9-7 15,-2-6-7-15,7-4-22 0,-2-5-17 0,4-5-17 16,-4-6-5-16,0 0 3 0,-8-5 0 16,-5-5 1-16,-6-2 0 0,-9-5 3 0,-3-3-5 15,-11 0 1-15,-11-4-4 0,-3-14-2 16,-9 0-3-16,-6 3-15 0,-3-5-10 16,-4 1-10-16,0 1-11 0,1 6-9 0,0 3-16 15,5 10-8-15,6 10-43 0,1 8-36 16,3 8-33-16,4 6-48 0,-6 4-82 0,5 6-135 15,-4 9-110-15,4 3 75 0,8-2-214 16,5-3-206-16</inkml:trace>
  <inkml:trace contextRef="#ctx0" brushRef="#br0" timeOffset="159451.7">27386 14347 2295 0,'0'0'145'16,"-7"-2"-5"-16,7 2 0 15,0 0 27-15,-20 14 26 0,13 1 20 0,-2 0 9 0,0 4 9 16,4 2 1-16,3-2-6 15,4 1-17-15,1 0-20 0,11 8-17 0,5-3-14 0,2-2-15 16,6-4-13-16,1-2-16 16,5-4-9-16,1-6-16 0,2-3-27 0,-1-4-21 15,5-4-25-15,0-2-20 0,-1-4-13 16,0-5-2-16,-5-2 4 0,-1-1-2 0,-7-4 9 16,-4-4 2-16,-8-1 8 0,-4-6 8 15,-9 4 4-15,-6-9 1 0,-8-8-1 16,-5-3-4-16,-8 2 0 0,-9 0-6 0,-2 3-21 15,-10 6-30-15,-2 9-39 16,-10 7-64-16,-3 10-99 0,-3 9-124 0,-3 6-179 16,-4 3-116-16,0 10 70 0,-1 5-383 15,-14 11-459-15</inkml:trace>
  <inkml:trace contextRef="#ctx0" brushRef="#br0" timeOffset="160335.64">23918 16566 3004 0,'-20'0'132'0,"0"4"0"16,-1 5 5-16,-10 7 23 16,1 2 24-16,-8 12 21 0,4-1 13 0,-1 0 8 15,13-2-4-15,-1 2-4 0,5-4-12 16,5 4-25-16,8-3-16 0,3-5-12 0,2-3-20 15,5 1-15-15,4 1-6 0,11 2-12 16,3-3-8-16,3-3-15 0,-1-8-25 16,2-4-30-16,-3-2-24 0,7-6-23 0,7-5-18 15,-2-3-13-15,-2-3 5 0,-7-1 4 16,-2-2 9-16,-6-3 2 0,-8 0 4 16,-3 0 3-16,-8-3 2 0,-2-3 2 15,-7-9 5-15,-6-8-2 0,-5-1-1 0,1 4-4 16,2 8 1-16,-2 4-9 0,0 5-9 15,-2 3-19-15,6 9-26 0,0 5-33 0,-3 3-40 16,5 6-36-16,-1 5-54 0,0 2-67 16,-2 6-112-16,7 2-224 0,-1 1 39 15,10-1 79-15,2 6-210 0,6-3-239 0</inkml:trace>
  <inkml:trace contextRef="#ctx0" brushRef="#br0" timeOffset="160716.4">25657 16694 2410 0,'-20'1'212'0,"-1"5"-16"16,3 0-2-16,0 6 20 0,-2 0 19 15,8 2 9-15,-2 0 3 0,4 0-7 0,7 1-12 16,3-1-22-16,2 1-19 0,7 3-19 16,8 1-17-16,7 1-15 0,7-7-18 15,-4-5-13-15,7-2-16 0,-4-6-16 0,9-3-18 16,-5-4-11-16,4-1-10 16,-4-5-12-16,-1-1-5 0,-6 1-1 0,-3-5 0 15,-4 4 2-15,-9-3 0 0,-4 2 0 16,-5-3 3-16,-4-1-4 0,-1-5-3 0,-10-7-2 15,-7 2-3-15,-1 0-11 0,-5 3-25 16,-2 6-35-16,-8 3-42 0,2 3-60 16,-4 5-77-16,2 3-108 0,2 6-174 0,-5 3-177 15,2 0 62-15,0 6-413 0,1-1-526 16</inkml:trace>
  <inkml:trace contextRef="#ctx0" brushRef="#br0" timeOffset="161699.6">24784 12611 2684 0,'0'0'-128'0,"0"0"14"0,0 0 15 16,0 0 8-16,0 0 14 0,0 0 20 15,-45 7 17-15,28 0 18 0,-9 5 15 0,-5 4 12 16,1 0 7-16,-11 7 4 0,3 1 11 16,-1 3 8-16,-2 1 4 0,-3 2 7 15,-2 3 1-15,-1 1 0 0,-6 3 0 16,-12 9 0-16,-2 3-4 0,-4 1-3 0,1 4-5 16,-4 1-1-16,-3 3-4 0,-7 1-5 15,5 5-1-15,-3 0-4 0,1-2 0 0,4 1-3 16,-4-4-1-16,9-6 1 0,4-3-4 15,2-4-4-15,17-12 5 0,7-5 10 16,0-4 5-16,4 1 0 0,10-6 1 0,-1-4-3 16,10-3 3-16,0-2 3 0,4-1-1 15,2-2-3-15,1 0-1 0,1 1-6 16,1-3 1-16,-2 0-5 0,7 0-1 0,-3 1 3 16,-2-1-7-16,6 0-1 0,-1-2 0 15,-1 2 0-15,3 0-4 0,-5 0 1 16,2 1-1-16,0-3-15 0,3 4-12 0,-3-2-19 15,1-2-18-15,1 4-30 0,-3-4-30 16,2 1-46-16,-1-1-63 0,6-4-74 0,-5 4-162 16,5-4-141-16,0 0-102 0</inkml:trace>
  <inkml:trace contextRef="#ctx0" brushRef="#br0" timeOffset="162732.53">25331 12755 1557 0,'7'-7'-61'0,"-3"0"28"0,-3 4 18 16,-1 3 17-16,2-7 13 0,-2 7 11 0,0 0 3 16,0 0 10-16,0 0 2 0,0 0 10 15,0 0 4-15,-32 15 4 0,18 1 8 0,-4 5 2 16,-6 4 8-16,-4 12 1 0,-3 4 2 15,3 7 1-15,-6 1 2 0,-8 16-4 0,-2 1 0 16,-2 4-6-16,-2 2-6 0,1 3-2 16,-5-2-3-16,-1 2-2 0,-1-5-3 0,5-2 0 15,-1-2-7-15,3 1-5 0,10-14-1 16,-4 10-2-16,8-13-6 0,5 2 3 16,1-4 2-16,-2 1 2 0,4-1 5 0,3 0-4 15,-1 0 4-15,2 1 1 0,0 0-3 16,0-3-3-16,2 1 1 0,2-1-7 15,-2-2-4-15,0-2 4 0,4-10-6 16,1 3-3-16,3-4 3 0,-2 1-3 0,-1-1 2 16,5-4-14-16,-1 3 11 0,-3-5-1 15,3 0 8-15,0-7-11 0,5 3 7 0,-5-2-6 16,1 13-1-16,-3-3 4 0,5 0 0 16,-2-5 3-16,-2 5-3 0,2-5-5 0,-2 5 4 15,1 0-10-15,3-8-3 0,-1 0 1 16,3-1 1-16,-4 3-1 0,-2 6-5 15,6-5 1-15,-6 5 0 0,0 0 4 16,2 3-8-16,-1-3-2 0,1 1 3 16,0 0-2-16,-1 2 5 0,-2-1-4 0,3 1 10 15,0 1 7-15,-3-2-3 0,3 0-1 16,-1-1 0-16,-2 0 0 0,3-1-9 0,0 1 8 16,-1-1-8-16,2-4 2 0,3-4-8 15,-5 11 10-15,0 0 8 0,5-3 0 0,-3-3 0 16,3-4-3-16,-3 1-1 0,-2 6 1 15,5-2 5-15,-1-4 1 0,2-1 4 0,-4 2 0 16,1 7 0-16,-1 1-3 16,-2-9 6-16,5-1-6 0,-4 8 10 0,-4-4 5 15,2 3-3-15,6-8 1 0,-1-1-2 0,3-5-6 16,-6 0-2-16,6-1-6 0,-1 1 0 16,0-3-7-16,2 0 2 0,1-1-2 15,-3-3-2-15,2 1 1 0,0-1 0 0,0-1-2 16,-1 0-4-16,3-7 0 0,-1 10 2 15,-1-5-1-15,2-5-1 0,-2 7 1 16,2-7-8-16,-4 7-9 0,4-7-21 0,0 0-46 16,0 0-55-16,0 0-79 0,0 0-71 15,-11-22-101-15,9 5-185 0,2-7-65 0,-1-16 76 16,2-4-285-16,1-22-325 0</inkml:trace>
  <inkml:trace contextRef="#ctx0" brushRef="#br0" timeOffset="163838.82">25299 12646 2236 0,'0'0'31'0,"-7"-6"10"0,7 6-2 16,0 0-7-16,-8-3-4 0,8 3-2 0,0 0-3 16,0 0-1-16,0 0 7 0,0 0 9 15,0 0 7-15,0 18 3 0,4-2 7 0,1 6 3 16,9 11 4-16,1 12 9 0,3 2 2 16,-4 9 5-16,6 4-2 0,-4-1-1 15,4 3-3-15,-3 1-8 0,4 3 5 0,-4 3 10 16,6 12 15-16,-6-14 1 0,1 0-1 15,-4-1 0-15,0-3 1 0,-3 0-6 16,0-1 2-16,0 2-9 0,-4-1 0 0,-1-1-3 16,-5-2-7-16,1-1-4 0,0-1-2 15,-2-10-6-15,0-1 0 0,-2 1-2 16,2 0-2-16,-2-1-1 0,2-2-2 0,0-1-5 16,0 0-2-16,-1-3-2 0,1 2-6 15,0-3-4-15,1-1 1 0,1 1-7 0,0-2 0 16,-4 3-5-16,4 1-4 15,0-4 5-15,1 3-4 0,-1-2 2 0,-2 1-4 0,1-2-1 16,-1 2 0-16,2-5-1 0,2 2-4 16,-2-2-2-16,0-3 0 0,-2-7-2 15,1 3 3-15,-1-3-7 0,2 2 5 16,-2 1-2-16,2-2 0 0,-2 1-2 0,2-1 2 16,-4 2-2-16,2-2 4 0,0 1 0 15,0-2-2-15,-2 1-2 0,2 0 2 0,0 0-3 16,0-1 4-16,0 1-3 0,-2 0-1 15,2 1 7-15,0 1 9 0,0-2-1 16,0 0-4-16,0 4-2 0,0 7-1 0,0-6-1 16,2-2-2-16,-2-4-1 15,2 2 0-15,0-2 3 0,0 3-4 0,0-3 1 0,0 2 2 16,2 7 4-16,2-7 1 16,-4-4-2-16,1 1-1 0,3-2 0 0,-3 0-3 15,3-5 2-15,-1 0-3 0,-2 0 2 16,-1-5-3-16,4 1-3 0,-4-3 4 0,-1 0 9 15,-1-1 6-15,2-2 9 0,0 2 6 16,0-3 15-16,0 1 9 0,0 0 6 0,-2 2 9 16,2-3 2-16,-2 3 1 0,1-1-3 15,-1 1-3-15,0 0-3 0,0-1 2 0,-1 1-11 16,1-1-3-16,0 1-7 16,0-4-5-16,0-5 10 0,0 12-5 0,0-9-9 0,0-3-4 15,-2 9-3-15,2-9 6 16,0 8-7-16,0-8-5 0,0 0-2 0,0 8-8 15,0-8-5-15,0 0-10 0,0 0-42 16,0 0-67-16,0 0-86 0,0 0-103 16,0 0-137-16,-13-23-138 0,11 8-243 0,-2-3 60 15,2-2 75-15,1-5-485 0,-1-13-628 16</inkml:trace>
  <inkml:trace contextRef="#ctx0" brushRef="#br0" timeOffset="164882.6">25585 12618 3040 0,'-7'-10'-123'16,"-1"1"30"-16,0 3 37 0,5-1 31 16,-3 0 25-16,2 2 25 0,1-1 21 0,-4 2 19 15,7 4 10-15,-5-10 4 0,1 7-3 16,4 3-10-16,-6-4 2 0,6 4-6 16,0 0-6-16,-5-6 1 0,5 6-7 0,0 0 22 15,0 0 16-15,0 0 2 0,0 0-4 16,13 29-7-16,-2-12 2 0,6 5 6 0,7 6-8 15,8 6 7-15,4 4-3 16,4 1-7-16,6 4-10 0,9 13-2 0,6 2-5 0,-2 0-6 16,1-4-7-16,1-2 1 15,-2 1-9-15,-3-1 0 0,3-1-7 0,-13-10-4 16,13 12 2-16,-15-12-7 0,0 3-3 0,1-3 2 16,-7 0-1-16,1-2 9 0,-5 1 0 15,-1-3-6-15,-5 1 3 0,1-6-6 16,-9-3 3-16,3 0-2 0,-3-2 15 0,-1 0 4 15,0-2 0-15,-4 2-2 0,4-2-6 16,-3-1 2-16,-4 0 1 0,4 2-3 16,-1-3-1-16,-1 2 0 0,-3-4-2 0,2 5-2 15,1-1 0-15,0 0 4 0,4 2 12 16,-3-2 0-16,1 2-9 0,3 1 1 16,-1-1-3-16,2 2-4 0,-2-2-3 15,3 3-6-15,1-1 2 0,-1-1 0 0,1-3-6 16,1 3-1-16,0-2 1 0,1-3-3 15,-4 0 0-15,-3 1 0 0,2-4-3 0,-3-3-3 16,-5-2 1-16,-1-3 3 0,-3-2-4 16,2-1-1-16,-1 1 0 0,-4-4 6 0,4 3 9 15,-4-5 6-15,1 4-1 0,-1-4 3 16,-1 2 14-16,4 1 3 0,-2-2 3 16,-1 2 12-16,2-3 1 0,-3 4 1 0,5 1 24 15,-4-2-4-15,4 1 11 0,-3 1 4 16,1-2 3-16,-1-1 7 0,0 1 1 15,1-2 1-15,-3 2 7 0,1-2 2 0,0-1-3 16,-4-4 0-16,7 9 1 0,-7-9-12 16,4 4-12-16,-4-4-6 0,4 4-4 15,-4-4-63-15,0 0-19 0,0 0-12 0,0 0-161 16,0 0-114-16,0 0-150 0,-12-17-202 16,9 3-260-16,-5 2 77 0,3-2 84 0,-4 2-685 15,4-1-874-15</inkml:trace>
  <inkml:trace contextRef="#ctx0" brushRef="#br0" timeOffset="169015.03">22611 14638 1031 0,'0'-10'313'0,"0"10"-90"0,-2-10-23 15,2 10-33-15,0-5-9 0,0 5-10 0,0-8-4 16,0 8-8-16,0 0 5 0,-2-8 1 16,2 8-3-16,0 0-16 0,0 0-9 0,0 0-9 15,0 0-6-15,0 0 15 0,0 0 8 16,0 0-5-16,0 0-10 0,0 0-3 0,18 19 10 15,-7-11-4-15,-4 2-4 0,2 1-1 16,1 1-3-16,5 2-2 0,5 6-5 16,-4 1-2-16,4 3-3 0,1-1 0 15,-1 4-10-15,1 2 1 0,3-3-8 0,2 13-2 16,-2-1-5-16,1-1-7 0,0 1-3 16,2-1-7-16,-2 2-3 0,-7-8-5 15,2-2-4-15,-1 3-1 0,0-3-5 0,-4-1-1 16,2 1-2-16,1-4-1 0,-4 3 1 15,0-3 0-15,-3-4 2 0,1-2-3 0,-2-1-2 16,4 7-2-16,-2-4 0 0,-1-3 0 16,-1 1-1-16,0-1-4 0,5 5 1 15,-3 0 1-15,-3-5-4 0,-2-1 0 0,2 4-2 16,4-2-4-16,-4 1 4 0,-2-4-2 16,1-1-1-16,2 2-3 0,-5 1 1 15,5-1-5-15,-2-3 3 0,-3-2-2 16,3 1 0-16,-3-1 0 0,5-1 0 0,-4 3-1 15,0 1-3-15,3 2-1 0,-3-3 4 16,3 4 0-16,-1-4 4 0,-1 5-4 0,3 2 1 16,0-3-2-16,-1 2 2 0,-1 0-1 15,3 7-1-15,4-2 1 0,-1 1 0 0,-1 2 1 16,-1 0-3-16,1-1-1 0,1 0-1 16,-1 2 4-16,-2 0-1 0,3 0-1 15,-3 2 0-15,3-2 2 0,-3 1 0 16,0-1 3-16,1 0-4 0,1-3 3 0,-3-4-5 15,-3-1 5-15,2-2-4 0,1 0 2 16,0-1 3-16,-3-2-6 0,2 1 5 0,-2-4-3 16,-2-1-1-16,3 1 0 0,-3-1 1 15,1-2-3-15,0 4 4 0,0-2 14 16,-1 0-1-16,1 0 5 0,0 2 0 0,-1-1 10 16,2 1 3-16,-4-4-2 0,3 3-1 15,-3-4 1-15,1 3 0 0,0-6-6 0,0 1 1 16,-2-1-1-16,0 1 4 15,2-2-3-15,-4-5 10 0,4 10-4 0,-3-6 3 0,-1-4-6 16,4 7-1-16,-4-7-4 16,4 6-1-16,-4-6 0 0,0 0-5 0,2 8-1 15,-2-8-7-15,0 0-22 0,2 6-35 16,-2-6-49-16,0 0-77 0,0 0-106 0,0 0-143 16,0 0-162-16,0 0-229 0,-23-17 82 15,13 7 80-15,6-6-458 0,-1-4-576 16</inkml:trace>
  <inkml:trace contextRef="#ctx0" brushRef="#br0" timeOffset="169783.86">24160 16856 2908 0,'-18'-2'-44'0,"18"2"33"0,0 0 13 16,0 0 20-16,0 0 19 15,-16 0 17-15,16 0 12 0,0 0 1 0,0 0-2 16,0 0 4-16,0 0 1 0,0 0 7 16,0 0 7-16,0 0 5 0,0 0 1 0,0 0 1 15,49 0 2-15,-32 2-6 0,8 0 6 16,6 2-13-16,8 0-2 0,8-1-6 15,0 2-15-15,12 2-3 0,2 1-3 16,2-2-4-16,-2 7-3 0,-2-3-7 16,-2 1-3-16,-2-3-6 0,-11 1-5 0,-2-1 2 15,-2-1-8-15,-2 0-3 0,1-2 5 16,-12-1-7-16,-2-1 2 0,-3-1-5 0,-3 0 3 16,1 0-3-16,2-2 3 0,-5 0-2 15,2 0-2-15,-2-2 0 0,0 2 6 0,-1 0 4 16,-3 0 6-16,-13 0-3 0,26 0 6 15,-15 2 4-15,-11-2 0 0,22 1 5 0,-13 0 2 16,-9-1 4-16,17 4 0 0,-9-1 2 16,-8-3-9-16,14 4-1 0,-14-4 1 15,11 3-6-15,-11-3 0 0,0 0-3 0,14 2-5 16,-14-2-2-16,0 0-3 0,11 2-6 16,-11-2-30-16,0 0-43 0,0 0-63 15,9 3-79-15,-9-3-97 0,0 0-130 16,0 0-199-16,0 0-35 0,7 0 73 0,-7 0-313 15,0 0-383-15</inkml:trace>
  <inkml:trace contextRef="#ctx0" brushRef="#br0" timeOffset="170531.14">26265 16620 2412 0,'-11'2'41'0,"11"-2"31"0,-14 2 7 16,14-2 1-16,0 0 11 0,-11 0-1 16,11 0 4-16,0 0 10 0,0 0-1 0,0 0-3 15,0 0-4-15,0 0-10 0,0 0-15 16,0 0-4-16,0 0-9 0,10-17-5 15,5 5-9-15,8-7-1 0,1-1-6 0,13-5-7 16,1-2-14-16,0-4-4 0,2-2 2 16,2-3-6-16,0-2-18 0,2-1-14 0,15-13-7 15,-15 12-3-15,2-1 8 0,1 0-1 16,-1 1 2-16,-2 2 0 0,-5 1 1 0,8 2 3 16,-9 2-3-16,-2 3 0 0,-4-2 8 15,0 5 4-15,-3 3-2 0,-2 3-3 16,-2-4 9-16,0-2 1 0,0 2 0 15,-1 0-5-15,2-9 6 0,1 0 3 16,0-1 2-16,-8 7-7 0,3 1 6 0,-4-1-3 16,1 1 2-16,-2 1 5 0,-1 1-4 15,-3 8 3-15,1-1-8 0,-3 1 5 0,4-6 3 16,2-3-2-16,1 3 2 0,-2 2-5 16,5-3 5-16,-3 0-1 0,2-1-2 15,0 1 3-15,1 0-4 0,1 2 3 0,-1-2 1 16,1 1 0-16,-2 0-2 15,-3 3 0-15,1 3 13 0,-7 3 8 0,2 3 14 0,-5 2 8 16,3-2 9-16,-5 4 4 16,0-1-11-16,0 4 8 0,-2-2-8 0,-4 6-12 15,7-11 3-15,-3 8 4 0,-4 3-13 16,3-7-8-16,-3 7-3 0,6-7-8 16,-6 7-21-16,0 0-30 0,0 0-37 0,0 0-53 15,0 0-81-15,-13-10-125 0,13 10-227 16,-16-2 44-16,16 2 64 0,-22 0-92 0,6 2-54 15</inkml:trace>
  <inkml:trace contextRef="#ctx0" brushRef="#br0" timeOffset="171847.58">23052 14490 1484 0,'-11'-5'-18'0,"4"2"14"0,-1 0 15 0,0 1 19 16,8 2 14-16,-11-4 9 0,11 4 6 16,-9-5 0-16,9 5-2 0,-9-2-3 15,9 2-7-15,0 0-3 0,0 0 3 0,0 0 5 16,0 0 3-16,0 0 1 0,0 0 3 16,50 5 5-16,-23-1 2 0,13-2 1 15,4 0-2-15,7-1-7 0,15 1-5 0,6 1-5 16,2 2-2-16,2 2-6 0,5 0-5 15,2 1-2-15,20 3-3 0,3-1-3 16,-18-2-1-16,0-4-3 0,0 1-4 0,0 0-4 16,-5-2 1-16,-1 1 0 0,-4-4-3 15,-6 2-5-15,-1-2 2 0,-9-2-1 0,-12 2 1 16,-3-1 0-16,-10-2-2 0,-4 3-3 16,-8 0 3-16,-5 0-2 0,-1 0 0 15,1 0-3-15,-2-3 1 0,2 3-1 16,-4 0 2-16,4 0-3 0,-3 0 0 0,8-1 20 15,6 1 3-15,9 0-1 0,-1-2 0 16,7 2-4-16,2 0-2 0,1 0-5 16,0 2 0-16,12 2 1 0,-5-4-4 0,8 0-3 15,-3 3-3-15,-7-3 0 0,-2 1-3 16,0-2 2-16,-4 1 1 0,1-3-1 0,-4 0-2 16,-3 0 2-16,0-2-5 0,-2-1 4 15,-3 2-2-15,-9 0 1 0,-2 0 3 16,-5 0-3-16,-1 0 1 0,-7 2 1 0,2-1-1 15,-2-1 1-15,-2 1-3 0,1 2 0 16,-2-1 0-16,0 2 0 0,1-4-3 0,-11 4 3 16,18-2-2-16,-4 2 2 0,1 0-2 15,2 0-2-15,7 0 0 0,4-5 1 0,16 4-4 16,2-1-11-16,1-2-8 16,3 1-11-16,13 1-4 0,-1-1 1 0,3 2 6 15,-2-1 2-15,-11 0 4 0,-2 2 6 16,-5-2 1-16,-5 0 1 0,-10 1 4 0,-7 1 0 15,-3 0 9-15,-6-2 14 0,0 2 8 16,-3 0 10-16,0-2 7 0,-11 2 5 16,20 0 13-16,-15-1 10 0,-5 1 14 0,16-4-2 15,-9 4-13-15,-7 0 3 0,11-3-4 16,-2-1 6-16,-9 4 1 0,0 0-11 0,15-3 1 16,-15 3 10-16,12-3-1 0,-12 3-1 15,11-4 7-15,-11 4 1 0,9-3 2 0,-9 3-2 16,12-4-1-16,-12 4-1 15,13-7-10-15,-8 4-4 0,-5 3-8 0,12-7-2 16,-6 2-10-16,0 2-6 0,-6 3-58 16,9-9-70-16,-6 6-121 0,-3 3-150 15,2-6-237-15,-2 6 23 0,0 0 65 0,0 0-209 16,0 0-221-16</inkml:trace>
  <inkml:trace contextRef="#ctx0" brushRef="#br0" timeOffset="172665.64">27077 14580 1829 0,'0'0'-100'0,"0"0"25"16,-34 9 37-16,20-1 28 0,-4 0 27 15,-11 5 21-15,1 3 19 0,-5 1 15 16,1 1 10-16,-11 6 5 0,4 0 1 16,-3 3 2-16,0 0-3 0,-4-1-1 0,2 6-2 15,-1-3-6-15,-3 0 0 0,1 2-4 16,-3-2-8-16,3-2-2 0,-1 2-3 15,-2-2-1-15,4 1-10 0,-5-3 0 0,4 4 5 16,-5-3-2-16,-2 2 3 0,1 3-5 16,-5-2-4-16,6 2-4 0,-2 0-6 15,-1 0 2-15,3 0-10 0,-2-1 2 0,5-2-11 16,1 1 8-16,1-3-2 0,6 1-9 16,-7-4 0-16,6 2 2 0,1-1-6 0,9-4 4 15,2-3-9-15,1 3 0 16,0-3 3-16,3 1-1 0,2-1 1 0,0 3-7 0,-2-2 1 15,1 0 3-15,2-1-8 16,4-3 4-16,2-2-2 0,-8 2-1 0,6 1 1 16,-6 2 5-16,6-3-3 0,2-3 0 15,-8 7-5-15,0-1 4 0,2 1-2 16,-1-4 7-16,1 3-5 0,-2-1-8 0,-2 1 7 16,8-5-2-16,2 1 0 0,-8 2 3 15,2-3-7-15,9 0 1 0,-4-2 2 0,1-1-1 16,2 4 1-16,0-1 0 0,1-2 4 15,1 1-5-15,-3 3 4 0,5-4-4 0,0 0-2 16,-5 2 5-16,5-4 0 0,-1 3 1 16,-1 2-3-16,0-2 2 0,0 3 1 15,-3 0-1-15,1-1 0 0,-1 1 3 16,5-1-1-16,-2 1-5 0,0 2 2 16,-8 5-4-16,0-4 7 0,0 5-2 0,6-7 3 15,-1-1 13-15,2 0-2 0,-2 1 8 16,1-1 4-16,-1-1 2 0,3-1 5 0,0 1 4 15,3-4 4-15,1 0-4 0,-3 2-4 16,5-5 9-16,-3 3 0 0,5-3-5 0,0 0 11 16,0 0-10-16,5-6-6 15,-10 9-4-15,5-5 5 0,5-4-9 0,-7 6 8 16,7-6-12-16,-5 8-2 0,5-8-5 16,-6 4 0-16,6-4-9 0,0 0-9 15,-5 6-36-15,5-6-31 0,0 0-69 0,-8 3-80 16,8-3-117-16,0 0-177 0,-15-6-65 15,9 1 67-15,1-5-167 0,-6-2-175 0</inkml:trace>
  <inkml:trace contextRef="#ctx0" brushRef="#br0" timeOffset="174480.94">22975 14504 1704 0,'0'0'-89'0,"-6"-4"24"0,6 4 19 15,0 0 25-15,-8-6 22 0,8 6 15 16,0 0 12-16,0 0 8 0,-4-6 8 16,4 6 10-16,0 0 2 0,0 0 10 0,0 0 11 15,0 0 13-15,-2-6 10 0,2 6 6 16,0 0 9-16,0 0 9 0,0 0-1 0,0 0 8 16,0 0 14-16,0 0 8 0,0 0-3 15,14-5 2-15,-14 5 1 0,0 0-5 16,22 3 2-16,-22-3-3 0,29 7-1 15,-13-2-3-15,5 3-6 0,9 1-5 0,1 1-14 16,1 3-3-16,1-2-8 0,1 4-8 16,0-1-12-16,0 1-7 0,8 9-4 0,0-2-8 15,0-2-8-15,0 3-6 0,0-1-3 16,-3 2-7-16,2 0-5 0,-1-2-2 16,-8-4-3-16,1 0-6 0,-5 1 0 0,3-3-3 15,-5 0-2-15,-4-3-2 0,-4-3-2 16,11 7-5-16,-4 0 35 0,0-1-5 0,-2 1-4 15,-1 1-5-15,1 2-1 0,0-3-2 16,0 2 2-16,-1-1-9 0,5 3 7 0,-2-2 2 16,2 1-5-16,2 3-1 15,-3-2-1-15,5 2 0 0,-2 1-4 0,-1-1 0 16,1-1-3-16,-3 0 0 0,0-1-2 16,-1-1-6-16,0 1 2 0,0-2-2 15,-3-1 5-15,-2-3-8 0,-3-4 0 0,0 4 12 16,2-4 0-16,-4 1 0 15,3-1-3-15,-2 1 1 0,0 0-4 0,0 1-1 0,0-3 0 16,0 2-3-16,-1 0 3 0,1 0-3 16,-2 2-4-16,2 0 2 0,-1 0-3 0,3-3-2 15,-6 6 3-15,6-4-2 0,2 4 2 16,0-2 0-16,-6-1-4 0,4-1-1 16,3 3 3-16,0-3-1 0,-4-1 1 15,3-1 0-15,-2 1-5 0,0-1 2 0,-2-2 1 16,2 2-1-16,-5-2 0 0,2-1 2 15,-4 1-6-15,3-1 2 0,-3 1 2 16,0 0 0-16,0-1-4 0,-2 1 4 0,2-1-1 16,1 2 0-16,-3-3-1 0,0 2-1 15,5 0 0-15,-3 0 1 0,3 2-2 0,1 2 5 16,3-1-4-16,5 5 4 0,1 1 0 16,-1 1 1-16,0-2-5 0,0 1-1 0,-1-1 1 15,-4 0 1-15,-3-5-1 0,-2 3-1 16,0-1 1-16,-1-1 1 0,-1-1-1 15,-1-1 3-15,0 1-3 0,-5-2 0 16,5-2-2-16,-3 3 3 0,-1-3 5 0,2 3-5 16,-3-1 0-16,3 2 3 0,0-2-5 15,0 3 2-15,-1 1 2 0,-2-2 15 0,6 5 13 16,-2 1 10-16,2-1-5 0,-1 1 0 16,-1 0-3-16,8 4-4 0,-3-3 0 15,-5-3-6-15,-2-3 0 0,5-1-6 0,-6-1 9 16,1-1-6-16,-1-2-4 0,0-2 1 15,-4 0-1-15,4-1 5 0,-4 1-4 0,-2-6 0 16,5 6-4-16,-5-6-23 16,2 4-46-16,-2-4-54 0,0 0-72 0,0 0-101 0,0 0-125 15,0 0-142-15,-29-8-235 16,20 2 54-16,-2 1 86 0,3 0-458 0,-3-4-573 16</inkml:trace>
  <inkml:trace contextRef="#ctx0" brushRef="#br0" timeOffset="185015.66">23859 16515 1529 0,'0'0'257'0,"0"0"-55"0,0 0-29 16,0 0-12-16,0 0-10 0,0 0-2 0,0 0-9 15,0 0 2-15,0 0 0 0,5-4-2 16,-5 4-2-16,0 0-12 0,0 0-2 15,0 0 2-15,0 0 4 0,0 0 0 16,0 0 3-16,0 0-6 0,0 0-4 16,0 0 1-16,10-5-5 0,-10 5-1 0,0 0-2 15,0 0 0-15,0 0-6 0,0 0-13 16,0 0-8-16,0 0-5 0,0 0-8 0,0 0-3 16,0 0-4-16,-10-15-7 0,10 15-7 15,0 0-2-15,-7-9-8 0,7 9-3 16,-6-3-6-16,6 3-4 0,0 0-2 0,-12-6-4 15,12 6-2-15,-11-2-4 16,11 2 0-16,0 0-3 0,-19 0-2 0,19 0-3 16,-15 0 0-16,15 0-2 0,-17 3-2 15,9 2 1-15,8-5 1 0,-19 2-4 0,10 3 3 16,-3-1-1-16,2 0-3 0,3 0 2 16,-2 0-1-16,-2 2-1 0,2-3 1 15,2 3-2-15,-2 0 4 0,-2-2-5 0,2 2-1 16,2-2 5-16,-3 4 0 0,0-4-2 15,5 1-1-15,-2 1-1 0,-2 0 3 0,4-2-4 16,-3 2 3-16,8-6 0 0,-11 10 1 16,5-5 2-16,0 2 1 0,1-2 0 15,-3 2 1-15,5-1 2 0,-4 0 4 16,1 2 6-16,3-1 1 0,-3 0-5 0,3 0 4 16,-5 0-3-16,6 0-1 0,-2 0 1 15,0-1-2-15,0 1 0 0,2 2-1 16,1-2 0-16,-1 1 7 0,2 1 4 0,-2 1-2 15,2 0-3-15,0 2 6 0,0-1-1 16,2 1-4-16,0 1 10 0,1 3-4 0,3-2 5 16,0 5-2-16,0-5-8 0,-1 3 5 15,6 1-1-15,0-3 6 0,0 1-2 16,2-1 1-16,2-2 0 0,0 0 0 0,3-3-3 16,-1 1 4-16,4-1-3 0,-4-2-13 15,3 1 12-15,0-4-10 0,-3 1 7 16,2-2-3-16,-2-2-6 0,0 0 9 15,1-2-5-15,-3 0-3 0,4-4 5 0,-2 1-1 16,0 0-1-16,1-4 2 0,0-2-18 16,0 0 0-16,-1 1-2 0,-2-4 6 0,1 0-6 15,-3-1 6-15,-1-1-2 0,1-2-5 16,-2-2 4-16,-1 1-3 0,-1-5 3 16,-3 1 2-16,-1-2 3 0,-3-1 4 0,-2-3-1 15,-4-10 1-15,1 3 1 0,-9-2 2 16,2 2-4-16,-3 0-2 0,-2 2-4 0,-2 5 1 15,-1 4-6-15,-4 0 4 0,-1 7-5 16,2 3-5-16,0 6-3 0,-3 2-15 16,-3 3-38-16,-2 4-29 0,-9 2-35 15,0 5-45-15,2 3-40 0,1 0-52 0,5-3-53 16,1 5-63-16,2 1-63 0,6-3-107 16,6-2-217-16,2-1 61 0,1-1 78 15,3 2-383-15,4-2-480 0</inkml:trace>
  <inkml:trace contextRef="#ctx0" brushRef="#br0" timeOffset="210823.08">13084 8477 1372 0,'-4'-4'199'0,"4"4"-7"0,-7-8-11 16,0 3-13-16,7 5-3 0,-7-9-8 16,3 4-2-16,1 2-2 0,3 3 2 0,-8-10 4 15,8 10-9-15,-3-4-10 16,3 4-14-16,0 0-8 0,0 0 37 0,0 0 7 0,-11 14 3 15,9 1 0-15,-1 6 1 0,-5 10-4 16,1 2-1-16,-1-2-6 0,-2 4-5 16,3-4-5-16,0-2-3 0,0-3-12 15,2-6-12-15,-1 1-3 0,2-6-8 0,-1 2-5 16,-2-3-8-16,4 1-5 0,-3-6 1 16,4 1 6-16,-1 0-1 0,-1-5-12 0,2-3-3 15,2-2-9-15,0 0-10 0,0 0-7 16,-16-15-2-16,13-1-14 0,-1-5-10 0,2-19-5 15,2-3-5-15,0-5-8 0,4-8-3 16,0 11 4-16,-3 4-5 0,3 5 6 0,1 12-8 16,-3 3-6-16,-1 6-2 0,-1 3 3 15,4 5 2-15,2 2-6 0,-1 5 4 16,-5 0-3-16,21 5 5 0,-8 4 2 16,5 1 1-16,9 3 0 0,1 5 4 15,7 0-6-15,-1 0 3 0,7 2-4 0,-2-4 5 16,5 0-6-16,-12-2 2 0,-2-4 5 15,-7-3 0-15,-6 1-2 0,-3-4 3 0,-5 0 46 16,0 0 33-16,-9-4-9 0,2 2-8 16,-2-2-3-16,0 0-9 0,0 0-1 0,-51 2-10 15,25-2 2-15,-19 0-11 0,4 4-4 16,-3 1-3-16,2 3-4 0,2-4-2 16,2 4-3-16,4 0-2 0,5-3 1 15,6-1-11-15,6 2-1 0,2 0-28 0,1-3-30 16,1 0-31-16,4 3-17 0,-1-3-34 15,2-1-50-15,3 2-62 0,5-4-81 0,-6 6-104 16,6-6-136-16,0 0-226 0,0 0 58 16,0 0 85-16,34-22-536 0,-3 3-648 0</inkml:trace>
  <inkml:trace contextRef="#ctx0" brushRef="#br0" timeOffset="211639.85">15372 6696 3177 0,'0'0'-66'0,"0"0"69"16,10 13 50-16,-8-1 34 0,0 4 28 0,0 3 12 16,2 4 6-16,1 8-7 0,3 4-2 15,-2-2-13-15,3 0-8 0,2 0-12 0,0-4-6 16,-4 1-8-16,0-8-11 0,1-4-37 16,-2-2-38-16,0-5-47 0,-3-2-16 15,1-2-8-15,0 0-13 0,-2-3-29 16,-2-4-16-16,0 0-11 0,0 0-5 0,0 0-5 15,3-25 4-15,-4 12 8 0,-5-6 7 16,4-5 17-16,-3-13 14 0,-1-2 5 16,2 1 9-16,3-3 9 0,-6 2 18 0,7 10 24 15,0 7 28-15,0 3 16 0,0 4 4 16,2 3 1-16,3 0 9 0,-2 3 0 0,5 4 3 16,-1 0 2-16,2 3-1 0,3 2 3 15,3 0 7-15,4 5 5 0,3 0 3 16,-2 2 7-16,10 7 7 0,-5-2 15 0,-3 2 28 15,-8-1 25-15,0-1 37 0,-4 2 22 16,-5-2 28-16,1 2 15 0,-4-4 6 16,-2 3-2-16,0-1-8 0,2 0-11 0,-2-5-18 15,0 3-14-15,0-4-18 0,0 0-14 16,2 2-16-16,-2-2-11 0,4 3-11 0,0-2-10 16,-3 4-8-16,5-2-7 0,-1 0-8 15,4 5-7-15,-4 1 5 0,3-2 0 0,-3 2 3 16,-1 0 5-16,0 2 13 0,-2 1 10 15,-2 0 8-15,-6 5-2 0,-3 4-9 16,-4 1-6-16,-7-2-8 0,-1 3-8 0,-1 0-11 16,-8 2-6-16,1-7-1 0,2-2-28 15,2-3-40-15,8-6-41 0,2-4-42 0,3-2-52 16,4-4-68-16,-1-3-95 16,9 0-101-16,-7-17-137 0,7 1-223 0,5-19 56 15,10-12 90-15,6 0-478 0,10-2-572 16</inkml:trace>
  <inkml:trace contextRef="#ctx0" brushRef="#br0" timeOffset="212043.02">19188 6568 2986 0,'0'-13'-37'16,"0"3"38"-16,-6 1 42 0,3 2 31 15,-8 4 30-15,11 3 28 0,-24 6 20 16,-2 11 19-16,-15 8 7 0,1 8 10 0,1 8 4 0,-6-2 2 16,15 6-5-16,-3-5-13 15,19 8 9-15,6-11-14 0,12-6-17 0,3 2-14 16,18 8-17-16,9-7-18 0,8-5-45 16,10-5-56-16,-1-1-60 0,4-5-63 0,-2-5-105 15,-6-6-108-15,-6-5-108 0,-7-4-116 16,-3 0-80-16,-4 0 55 0,-10-1-351 0,0 0-413 15</inkml:trace>
  <inkml:trace contextRef="#ctx0" brushRef="#br0" timeOffset="-211358.02">3748 11128 3060 0,'-35'4'111'0,"3"-3"9"16,5 2-2-16,-11 3 1 0,10-3 29 15,3-1 4-15,6-1 14 0,2 2-8 0,2-3-19 16,5 0-8-16,1 0-13 15,9 0-13-15,0 0-14 0,0 0-6 0,0 0-13 0,34-12 1 16,25-1-12-16,38-11-4 16,21-3-3-16,23-8-5 0,66-16-6 0,15 1-33 15,18-4-16-15,13-7-13 0,26-2-10 16,18-4-15-16,12-3-11 0,9-1-5 0,12 5-3 16,-5 2-1-16,-4 2 1 0,-11 6 12 15,-18 2 5-15,-27 7 2 0,-29 2 7 16,-21 4 6-16,-68 13 4 0,-15-1 3 0,-22 8-1 15,-31 5 4-15,-15 3 5 0,-12 1 40 16,-16 4 50-16,-7 2 38 0,-9 1 24 0,-4 1 16 16,0 0 12-16,-7 0-8 0,0 1-15 15,-2 0-15-15,-7 3-11 0,7-4-40 16,-7 4-58-16,0 0-70 0,0 0-92 16,0 0-108-16,0 0-118 0,0 0-144 0,0 0-172 15,0 0 73-15,-37 10-464 0,29-6-549 16</inkml:trace>
  <inkml:trace contextRef="#ctx0" brushRef="#br0" timeOffset="-198544">20805 13139 802 0,'2'-11'400'15,"3"1"-96"-15,-1 0-3 0,-4 3 2 16,0 7 6-16,0-12-5 0,0 12-42 0,-6-12-35 16,1 7-10-16,5 5-12 0,-12 0-5 15,12 0-4-15,-33 17-6 0,12 2-4 0,-6 3-5 16,-2 12-7-16,4 3-11 0,0 4-15 16,3 0-11-16,3 2-19 0,6-5-7 0,6-1-10 15,3-3-12-15,4-3-6 16,4 4-8-16,3-4-12 0,4-2 0 0,7-3-13 15,0-4-23-15,5-2-43 0,4-3-68 16,0-9-101-16,-4-4-109 0,6 0-105 0,-3-4-115 16,10-7-179-16,2-2 52 0,0-6-435 15,-4 0-547-15</inkml:trace>
  <inkml:trace contextRef="#ctx0" brushRef="#br0" timeOffset="-198225.53">21198 13188 2962 0,'-4'-6'3'0,"4"6"26"0,-13-3 34 0,13 3 42 16,-17 0 28-16,17 0 20 0,-19 9 4 16,9-3-4-16,-1 5 1 0,4 1-10 15,0 3-9-15,4 0-12 0,1 2-11 0,2 1-7 16,2 0-8-16,6 1-7 16,5 0-10-16,4 1-8 0,7-1-7 0,5-5-4 15,3-1-9-15,-5-9-3 0,0 2-4 16,-6-4-4-16,2-2-4 0,-4-4-1 0,-2 2-5 15,-2-4-2-15,1 2 0 0,-5-3 1 16,-4 1-3-16,0-6-2 0,-5 1-1 0,-2-1-4 16,-7-4-5-16,3-1 0 0,-8-12-3 15,-4 2-7-15,-1 1-21 0,0 4-25 16,-2 1-36-16,2 3-48 0,2 10-60 16,-3 4-52-16,4 4-55 0,-10 6-87 0,-6 6-126 15,1 2-119-15,4 1 65 0,6-3-284 16,6-1-328-16</inkml:trace>
  <inkml:trace contextRef="#ctx0" brushRef="#br0" timeOffset="-197844.09">21505 13112 2376 0,'6'-4'127'0,"0"0"16"0,-6 4 2 0,0 0 21 16,7-6 18-16,-7 6 2 0,0 0 50 15,0 0 2-15,8 18-10 0,-7-6-19 16,1 1-17-16,1 5-14 0,1-1-17 0,-2 4-19 15,-1 2-11-15,1-1-11 0,0-1-13 16,0-2-10-16,-2 1-9 0,4-3-8 16,-4 2-1-16,0-5-4 0,-2-2-7 15,2-1 3-15,0-2 8 0,0 0 4 0,0-2 18 16,0-7-24-16,0 0-10 0,0 0-4 16,0 0-8-16,0 0 4 0,5-33-22 0,6 0-5 15,-2-1-4-15,0 2-1 0,0-2-3 16,1 3-8-16,-2 7 3 0,-3 7-5 0,-3 2-7 15,4 3-4-15,-2 6-2 0,-2 1 3 16,-2 5-2-16,0 0 3 0,19 4-3 0,-14 3 0 16,5 5 2-16,3 0 6 0,-1 5-27 15,-1 1-25-15,2 5-31 0,-1-3-29 16,-1-1-26-16,2-2-30 0,-6 2-29 16,-2-4-43-16,3 1-50 0,-3-3-52 0,2-3-57 15,-3 2-94-15,-1-8-164 0,1 1 30 16,-4-5-391-16,5 4-483 0</inkml:trace>
  <inkml:trace contextRef="#ctx0" brushRef="#br0" timeOffset="-197457.02">21936 12975 2883 0,'-2'-6'47'0,"2"6"22"16,-4-6 21-16,4 6 23 0,0 0 11 15,-6-5 26-15,6 5 22 0,0 0-2 16,0 0-6-16,0 0-17 0,-2 30-12 15,4-16-12-15,4 1-9 0,-3 2-13 16,-3-1-8-16,1 3-9 0,-1-1-6 0,2-1-9 16,-2-3-6-16,0 1-3 0,-2-1-4 15,1 3-2-15,-4-5-5 0,-1 3-4 0,5-3-5 16,-3-4 0-16,0 1 10 0,2-4 2 16,2-5-4-16,0 0-4 0,0 0-5 0,0 0-5 15,-5-26-1-15,8 3-4 0,7-6 0 16,1 0-3-16,-3 5-3 0,-1 7-3 0,1 3-4 15,-3 3 1-15,0 5-4 16,1 0 5-16,-3 0 4 0,-3 6 0 0,19 2-6 16,-19-2 5-16,19 16-2 0,-10-6-2 15,3 3-2-15,-1 3 1 0,3 1-1 0,-3 1-3 16,-1-1-2-16,2-1-2 0,-3 1-17 16,-2-4-25-16,1 1-30 0,-2 0-37 15,2-2-44-15,-7-4-61 0,5 1-66 0,-2-2-75 16,-4-1-109-16,1-2-196 0,-1-4 25 15,0 0 73-15,0 0-313 0,0 0-352 0</inkml:trace>
  <inkml:trace contextRef="#ctx0" brushRef="#br0" timeOffset="-197077.59">22315 12874 2330 0,'0'0'-11'0,"0"8"43"16,0-1 39-16,0-7 39 0,2 10 37 0,0-4 22 16,-2-6 6-16,5 12-4 0,2-7-1 15,-4-2-12-15,-3-3-10 0,19 5-10 16,-9-5-13-16,-10 0-17 0,29-2-9 0,-15-1-11 16,2-2-7-16,1 0-5 0,-3-1-12 0,-1-2-3 15,-2 0-5-15,-3-1-8 16,-2-1-7-16,-5 0-5 0,1-3-1 0,-4 1-7 15,-1 2-4-15,-6-1 0 0,-4 5-12 16,-1 2 2-16,-4 4-1 0,-5 6-1 0,-7 2-2 16,-3 5 0-16,3 5 1 0,5 1 2 15,3 5-4-15,0 0 1 0,5 3 5 16,4-1-6-16,5-4 5 0,5-1-9 0,1-6 2 16,4 0-1-16,1 1-10 0,5-3-28 15,3 1-48-15,3-5-82 0,2-1-74 0,8-2-100 16,-3-4-114-16,6-2-154 15,9-6 49-15,1-1-300 0,1-3-339 0</inkml:trace>
  <inkml:trace contextRef="#ctx0" brushRef="#br0" timeOffset="-196845.12">22889 12673 2320 0,'-11'-5'16'0,"-5"3"27"15,-1 4 28-15,3 1 38 0,-2 1 33 16,-5 4 31-16,-8 6 9 0,0 3 2 0,2 2 0 15,4 3-6-15,-1 2-4 0,5 1-8 16,3 1-14-16,3 1-14 0,8-8-11 16,1 1-13-16,4-3-9 0,4 2-8 0,1 0-11 15,5-2-6-15,3-2-30 0,2-3-34 0,5-2-50 16,1-1-51-16,1-6-65 16,-1-3-54-16,6-1-43 0,7-11-52 0,-1 0-44 15,1-5-53-15,8-7-79 0,-8-9-28 16,1-5-236-16,-5-5-229 0</inkml:trace>
  <inkml:trace contextRef="#ctx0" brushRef="#br0" timeOffset="-196594.91">23333 11605 2042 0,'-6'-28'38'0,"-2"6"39"16,3 6 24-16,-5 5 20 0,2 4 21 16,1 3 39-16,-4 8 28 0,-3 4 9 0,-6 14 7 15,-2 7 8-15,-3 16 5 0,2 6 5 16,7 12 12-16,2 5-3 0,6 9-19 15,5 3-21-15,3 25-19 0,3 3-22 0,3-3-17 16,0-5-10-16,-4-24-18 0,2-1-13 16,0-3-24-16,-1-6-15 0,1-4-43 0,0-3-38 15,-4-14-32-15,1-2-41 0,-1-12-49 16,-1-8-28-16,1-6-50 0,-2-5-55 0,0-7-54 16,0-4-59-16,2-1-45 0,0 0-38 15,-7-25-45-15,-1-6-56 0,0-8-327 16,-1-10-367-16</inkml:trace>
  <inkml:trace contextRef="#ctx0" brushRef="#br0" timeOffset="-196461.19">23001 12512 2232 0,'-17'-11'-66'0,"4"4"35"0,1 4 38 0,1 1 38 16,2 2 40-16,9 0 34 15,-16-2 25-15,16 2 22 0,-15 2 0 0,15-2 12 16,0 0-5-16,-4 7-11 0,4-7-18 16,0 0-10-16,35 8-31 0,-13-8-61 0,6 0-88 15,17-4-81-15,2-2-95 0,6-2-119 16,5-3-197-16,-5-4 38 0,3 1-190 0,0-1-185 15</inkml:trace>
  <inkml:trace contextRef="#ctx0" brushRef="#br0" timeOffset="-196111.97">23599 12385 1859 0,'-16'7'29'16,"0"-1"24"-16,1 1 26 0,-1-1 31 16,3 0 38-16,0-1 27 0,0 1 19 15,3-3 5-15,-2 2 0 0,3-1-10 0,9-4 1 16,-15 6-14-16,11-4-8 0,4-2-11 15,-10 3-14-15,10-3-9 0,-7 2-20 0,7-2-4 16,0 0-9-16,0 0-12 0,0 0-17 16,32-13-24-16,-19 4-26 0,5-3-24 0,-1 0-24 15,4-7-10-15,-4-1 6 0,-2 3-7 16,-5 1 1-16,0 3-3 0,-7 2 6 16,1 1 3-16,-6 2 0 0,2 8 5 0,-13-4-3 15,13 4 9-15,-30 7 2 0,-1 5 1 16,3 2 1-16,-11 11 18 0,13-1 5 15,1 2 12-15,4-1 2 0,3 3 2 16,5 1-2-16,6-7-2 0,-1-2 3 0,8-2 6 16,0-3-6-16,4 1 0 0,4-2-4 15,4-1-10-15,4-2-44 0,5-2-63 0,2-4-73 16,1-2-76-16,7-6-93 0,9-2-99 16,10-9-116-16,-7-3 42 0,3-5-231 0,-2-7-234 15</inkml:trace>
  <inkml:trace contextRef="#ctx0" brushRef="#br0" timeOffset="-195743.81">24198 11521 2098 0,'-11'-10'33'15,"-1"6"27"-15,-1 6 39 0,13-2 57 16,-34 13 50-16,5 5 17 0,-3 14 13 0,-4 4 15 16,0 3 7-16,0 7 3 0,2 3-2 15,6 2-10-15,1 4 2 0,5 2-17 0,0-2-21 16,13 1-24-16,1-3-21 0,4-8-14 15,4-4-12-15,4-2-17 0,2 0-15 0,0-4-5 16,1-4-15-16,-1-8-21 0,-1-8-7 16,2-4-12-16,-3 0-10 0,-1-4-13 0,5-2-11 15,-8-5-7-15,0 0-3 16,0 0-5-16,17-14 0 0,-15 3-7 0,-4-3-2 16,0-3 2-16,2-1-1 0,-8 0 0 15,-7 3-4-15,-8 1 5 0,-6 9-1 0,-1 3 1 16,-15 9 0-16,-13 5 11 0,5 5 11 15,7 5 11-15,2-1 6 0,8 5 4 16,9-3-1-16,4 1 1 0,7 0 2 0,4-3-11 16,4-3 0-16,6-1-5 0,2-5 3 15,4 5-24-15,2-3-45 0,6-2-73 0,2 1-96 16,2-3-125-16,5-1-135 16,-6-5-184-16,2 2-80 0,-1-2 83 0,-7 2-535 15,-4 1-653-15</inkml:trace>
  <inkml:trace contextRef="#ctx0" brushRef="#br0" timeOffset="-195077.59">21035 12264 3351 0,'1'-14'-105'0,"1"3"38"16,-4 2 31-16,1 1 28 0,-3 1 23 15,-3 2 20-15,-6 1 22 0,2 2 18 0,-4 2 11 16,-6 1 10-16,-4 4 9 0,-9 1 6 16,2 7-11-16,-3 1 3 0,2-3-2 0,8 3-6 15,3-6-10-15,7-1-4 0,2 1-1 16,3-3-7-16,0 0-3 0,7-1 21 16,1 1 13-16,2-5 2 0,0 0-1 0,19 10-6 15,-2-8-11-15,0 2-7 0,6 0-6 16,1 3-11-16,1-2-8 0,0 0-3 15,-2-1-8-15,1 4-6 0,-10-3-3 0,4 2-2 16,-7 0-7-16,-2 1 2 0,-3 1-1 16,-2 1-4-16,-5 1-3 0,-4-1-1 15,-3 4-4-15,-3-1 1 0,-4 1-3 0,-2-2-1 16,0 0-3-16,-5-2-6 0,6-1-11 16,-4-1-20-16,5-5-28 0,-2 1-37 0,6-2-47 15,-5-6-62-15,9-1-61 0,-1-3-53 16,3-6-52-16,-2-3-40 0,10-7-87 0,6-9-94 15,2-3 49-15,13-6-247 16,0-9-273-16</inkml:trace>
  <inkml:trace contextRef="#ctx0" brushRef="#br0" timeOffset="-194894.86">21117 11904 2161 0,'18'-24'13'0,"2"2"48"0,-6 5 43 16,-3 2 43-16,-2 4 48 0,-4 3 10 16,1-1-15-16,0 4-8 0,-4 4 4 15,-2 1 26-15,0 0-3 0,13 10-14 0,-5 2-12 16,-5 5-8-16,4 3-14 0,-2 11-18 15,3 5-11-15,1 0-15 0,-3 1-9 0,5-2-14 16,-3 2-35-16,4-2-58 0,-5 0-52 16,2-1-66-16,-1 0-81 0,-2-2-66 0,0-7-84 15,-2-4-102-15,-3-7-165 16,-2 3 43-16,1-5-319 0,-2-4-372 0</inkml:trace>
  <inkml:trace contextRef="#ctx0" brushRef="#br0" timeOffset="-194709.94">21180 12252 2426 0,'-12'-5'40'16,"2"-1"29"-16,5 2 32 0,-3 0 35 0,8 4 35 16,-8-6 23-16,8 6 2 0,0 0-14 15,-7-5-17-15,7 5-16 0,0 0-17 0,0 0-35 16,19-12-62-16,-2 6-86 16,2-2-102-16,13-1-106 0,-3 3-123 0,5-3-172 15,2 0 37-15,-1 3-224 0,-3-1-231 16</inkml:trace>
  <inkml:trace contextRef="#ctx0" brushRef="#br0" timeOffset="-194327.9">21505 12239 2038 0,'-2'6'24'0,"2"-1"25"0,0-5 25 16,-2 8 42-16,2-8 35 0,0 0 38 0,0 0 10 16,0 0 1-16,0 0-10 0,0 0-8 15,0 0-10-15,0 0-11 0,32-11-15 16,-21 3-14-16,0-1-12 0,0 0-12 0,3-4-11 15,0-1-8-15,0 1-9 0,-3-5-6 16,-3 2-6-16,-2-5-11 0,-2 2-3 16,-2 2-9-16,-4 0-5 0,-4-1-3 0,2 3-5 15,-4 1-5-15,-1 2 0 0,0 3-8 16,-3 0-1-16,1 6-2 0,2-1-3 0,0 0-1 16,9 4-4-16,-15-5 2 0,15 5-1 15,-5-4 0-15,5 4 2 0,0 0 0 16,0 0 0-16,0 0 1 0,0 0 1 0,0 0-5 15,36 0 0-15,-21 0-1 0,2 5-2 16,2-1 2-16,-2 4-3 0,5 4 1 0,-6-1-6 16,2 1 6-16,-5 2 6 0,1 1 4 15,-3 1-1-15,-4-1-3 0,0 1 1 16,-2-1 1-16,1 0-6 0,-5 1 1 0,5-1-2 16,-2-3-35-16,-3 0-47 0,-1-3-58 15,2 1-66-15,0-2-63 0,3-1-76 16,-5-1-95-16,0-6-180 0,5 6 48 0,-5-6-332 15,11 0-380-15</inkml:trace>
  <inkml:trace contextRef="#ctx0" brushRef="#br0" timeOffset="-193621.9">21953 12083 2422 0,'0'0'-11'16,"0"0"20"-16,-23-3 21 0,23 3 26 0,0 0 28 15,0 0 27-15,0 0 13 0,-19 0 10 16,19 0 10-16,0 0 7 0,0 0 2 15,0 0-9-15,0 0-11 0,-14 5-13 0,14-5-16 16,0 0-5-16,0 0-8 0,0 0-8 16,0 0-6-16,0 0-7 0,0 0-11 0,0 0-1 15,0 0-2-15,0 0-13 0,0 0 0 16,0 0-1-16,0 0-2 0,39-5-6 0,-39 5-5 16,4-9-2-16,-4 9-4 0,-6-20 1 15,2 9-7-15,-4-1-4 0,5 3 0 0,-7-2-5 16,5 4 1-16,-3-1-2 0,-2 4-2 15,1 0 2-15,4 0-4 0,-6 2-3 16,11 2 3-16,-11-3 1 0,11 3-3 16,-10-4 1-16,10 4 3 0,0 0 0 0,-2-8 1 15,2 8 1-15,12-10-4 0,1 3 5 16,1 1-2-16,1 0 4 0,1-4 13 16,-3 6 5-16,0-4 0 0,-3 5-4 0,-1-2-1 15,-2 4-1-15,3-2 6 0,-10 3 13 16,15 4 7-16,-6-3 0 0,-4 4 3 0,1 0 5 15,-3 2-4-15,5 0-1 0,-5 2-4 16,4-1-6-16,-3-1-3 0,-1 3-2 0,1-4-4 16,0 0-2-16,-3 1-2 15,1-1-3-15,-2-6 14 0,6 8 12 0,-6-8 15 0,6 8 4 16,-6-8-8-16,0 0-3 16,0 0-6-16,19-12-1 0,-12 4 3 0,2-1 4 15,-2-1-4-15,-2-2-4 0,3-1 5 16,-2 1 5-16,0-1 8 0,-2 2 7 0,-1-1 11 15,1 3 4-15,0 1-4 0,-3 3-12 16,-1 5-4-16,4-11-18 0,-4 11-9 0,7-10-7 16,-7 10 0-16,0 0-1 15,3-6-11-15,-3 6 5 0,0 0-10 0,0 0 1 0,0 0-2 16,0 0-4-16,0 0 0 0,19 13-7 16,-19-13 9-16,0 0-5 0,8 6 4 15,-8-6-4-15,8 8-4 0,-8-8-4 16,5 5 3-16,-5-5-1 0,6 4-4 0,-6-4 1 15,0 0 2-15,5 9 2 0,-5-9-9 16,7 7 5-16,-7-7 1 0,1 5-1 16,-1-5 1-16,2 7-11 0,-2-7-42 0,2 8-45 15,-2-2-48-15,0-6-48 0,-2 13-58 16,0-9-75-16,-3 4-77 0,-3 1-87 0,-3 1-89 16,-5 3-165-16,-4 5 60 0,-4 3-552 15,-1 0-696-15</inkml:trace>
  <inkml:trace contextRef="#ctx0" brushRef="#br0" timeOffset="-193312.06">20880 12582 3515 0,'-30'5'-93'0,"1"-3"28"0,8 2 31 15,2-4 32-15,6 3 38 0,0-2 47 16,2-1 16-16,11 0 0 0,0 0-1 0,0 0-13 16,45-21-3-16,10 3-5 0,33-7-18 15,16-4 3-15,7 0-10 0,8 0-4 16,0-1-3-16,5 2-6 0,8 1 1 16,-9 1-8-16,5 1-4 0,-8 0-32 0,-5 4-34 15,-15 2-42-15,-25 4-35 0,-10 6-28 16,-22 2-31-16,-2-2-34 0,-12 5-28 0,-9 1-19 15,-6-1-40-15,-3 4-72 0,-8-3-114 16,-3 3-196-16,0 0-171 0</inkml:trace>
  <inkml:trace contextRef="#ctx0" brushRef="#br0" timeOffset="-188574.82">19948 14564 744 0,'0'0'369'0,"0"0"-110"0,0 0-42 0,0 0-21 15,0 0 7-15,0 0 3 0,0 0-7 16,-2-21-15-16,2 21-1 0,6-14 4 16,-3 2 1-16,2 4 0 0,1-4-7 15,-1 0-8-15,4 4-12 0,2-3-16 0,-2 6-15 16,0 1-15-16,5 5-9 0,-1 2-12 15,3 4-9-15,-2 5-10 0,8 8-4 0,-4 1-8 16,-2 3-3-16,-3-3 0 0,-5-3 4 16,-1 3-2-16,-3 0 1 0,0-2 1 15,0 0-2-15,-4 0-2 0,0-2-1 0,-2 0 4 16,0-4-6-16,-2 1-2 16,2-1-4-16,2-5 13 0,-2 0 17 0,2-1 16 15,0-7-7-15,0 0-11 0,0 0-10 16,0 0-1-16,4-28-6 0,5-1-11 0,3-5-7 15,1 0 0-15,5 1-5 0,-2 2-6 16,0 4-6-16,-1 2-3 0,-1 7-3 0,-1 5-3 16,-2 2 1-16,3 2-2 0,0 3-5 15,0 1-1-15,1 5-2 0,3 0-2 16,-2 2-1-16,4 1 0 0,-1 3-11 0,3 1-23 16,0 2-33-16,-3-1-45 0,-1-1-47 15,0 3-64-15,0 2-68 0,-6-1-64 0,0-1-78 16,-2 3-104-16,-3-1-156 0,-1-2 51 15,-5-3-390-15,-1 2-499 0</inkml:trace>
  <inkml:trace contextRef="#ctx0" brushRef="#br0" timeOffset="-188393.11">20621 14547 2825 0,'0'0'115'16,"2"-8"38"-16,-2 8 29 0,1-13 15 0,1 6 23 15,5 0 15-15,-2-3 6 16,4 0-14-16,5-3-22 0,-1 0-20 0,7 1-18 0,6-6-21 15,0 2-22-15,5-1-39 0,-3 2-58 16,-3 1-64-16,-1 2-82 0,-5 3-89 0,-4 3-83 16,-1-1-93-16,-5 3-99 0,-6 1-154 15,-3 3 51-15,0 0-295 0,0 0-363 16</inkml:trace>
  <inkml:trace contextRef="#ctx0" brushRef="#br0" timeOffset="-188176.7">20749 14080 2642 0,'0'-15'99'0,"0"5"22"0,0 0 12 16,2 5 6-16,-2 5 41 0,0 0 29 16,0 0 20-16,0 0 7 0,29 29-4 0,-15-2-3 15,-1 2-3-15,7 4-15 0,-3 9-16 16,0 1-23-16,0 1-17 0,-2-1-13 16,-1-6-16-16,-3-1-15 0,-2 0-27 15,2-4-26-15,-6-1-52 0,2-4-36 16,-3-7-48-16,2-1-43 0,-3-4-51 0,-2-3-45 15,1 0-36-15,2-5-51 0,-2-5-67 16,-2-2-57-16,0 0-82 0,0 0-74 0,13-34 36 16,-1-3-241-16,2-14-277 0</inkml:trace>
  <inkml:trace contextRef="#ctx0" brushRef="#br0" timeOffset="-188012.73">21171 14069 2141 0,'12'-22'44'0,"-1"9"27"16,-3 3 12-16,-2 4 45 0,2 4 53 15,-8 2 36-15,0 0 5 0,14 14 2 0,-5-1 4 16,-4 1 0-16,1 5-16 0,-1 3-20 15,6 9-17-15,-8-6-16 0,5 8-17 0,-5-1-15 16,3 3-20-16,-2-2-52 0,-3 4-69 16,-4-2-87-16,-3 4-101 0,-1-1-108 15,-9 8-153-15,-2-2-178 0,-6 0 62 16,0-3-314-16,-3-2-376 0</inkml:trace>
  <inkml:trace contextRef="#ctx0" brushRef="#br0" timeOffset="-187629.78">20577 13852 2607 0,'-66'9'0'0,"-5"6"34"0,-19 11 43 0,0 11 43 15,2 7 34-15,-5 13 27 0,5 10 23 16,4 11 12-16,-1 13 11 0,9 9 1 0,4 3-1 15,13 5-2-15,12-1-1 0,11-1-5 16,20-7-3-16,16-21-12 0,19 10-7 0,25-9-12 16,24-14-13-16,25-15-17 0,29-13-21 15,21-6-12-15,27-14-13 0,64-11-5 16,6-10-11-16,2-13-35 0,-9-11-50 0,-16-8-50 16,-16-10-47-16,-65 5-43 0,-14-8-42 15,-18-5-7-15,-25-8 14 0,-16-3 14 16,-17-8 25-16,-19-10 24 0,-18 11 12 15,-14-6 6-15,-16-23 7 0,-15-3 7 0,-18 0 9 16,-11 2 6-16,-10 7-9 0,-36-25-23 16,-13 11-55-16,20 32-50 0,-4 12-30 0,-12 12-30 15,-5 20-8-15,-6 20 8 0,-2 17-9 16,-2 13-52-16,-2 17-119 0,7 10-82 0,9 16 67 16,4 7-101-16,-26 25-53 0</inkml:trace>
  <inkml:trace contextRef="#ctx0" brushRef="#br0" timeOffset="-187395.91">19399 15809 1987 0,'0'15'376'0,"0"-6"-22"0,6-6-20 0,-6-3 9 15,44-13 20-15,5-9 12 0,32-16-2 16,8-9-25-16,14-3-29 0,8-8-36 0,9 4-29 15,5-1-30-15,42-12-62 0,-40 18-85 16,10 3-91-16,-7 5-91 0,-1 4-113 0,-5 4-134 16,-14 8-153-16,-12 4-212 0,-31 7 30 15,-28 9 77-15,-14 2-398 0,-14 3-484 16</inkml:trace>
  <inkml:trace contextRef="#ctx0" brushRef="#br0" timeOffset="-173296.73">6793 11673 1197 0,'0'0'193'0,"4"-6"-24"16,-4 6-3-16,4-5-4 0,-4 5 1 0,0-8-2 15,0 8 7-15,0 0-10 0,0 0 12 16,-4-14 0-16,4 14-2 0,-9-7-5 15,9 7-14-15,-12-6-4 0,12 6 1 0,-19-4-3 16,6 6-6-16,-6 3 1 0,-11 7-2 16,-1 6-5-16,-8 3-2 0,1 8-4 15,2 4-3-15,-1 7 2 0,-4 3-1 16,5 6-7-16,4 1-8 0,3 1-5 0,4-1-9 16,7-1-5-16,2-2-8 0,8-9-5 15,12-2-8-15,3-2 1 0,7-2-2 0,8-5-10 16,17 1 1-16,8-10-4 0,13-5-8 15,2-6-3-15,13-8-1 0,3-6-18 16,19-10-22-16,-3-5-11 0,-7-4 1 0,-22 2 2 16,-10-5-2-16,-5-4 6 0,-10 2 2 15,-10-5-6-15,-7-1 2 0,-12 2-5 0,-8-3 5 16,-11 0-4-16,-11-8 3 16,-8-3 1-16,-9 1 2 0,-8 2-4 0,-10-12 4 15,9 17-5-15,-3 4 2 0,1 8-3 16,3 6-13-16,4 11-22 0,-2 4-41 0,0 11-28 15,0 4-61-15,-4 12-75 0,1 5-73 16,1 7-103-16,0 6-185 0,8 0-51 0,2 6 78 16,5 0-361-16,4 1-423 0</inkml:trace>
  <inkml:trace contextRef="#ctx0" brushRef="#br0" timeOffset="-172915.07">6426 12424 2858 0,'5'-13'107'0,"-1"2"17"0,-2 4 4 0,2 0 11 16,-4 3 8-16,0 4 8 0,0 0 23 15,0 0 19-15,-27 11 7 0,0 13 0 0,-9 14-3 16,-6 8-2-16,-15 17-8 0,-8 7-6 16,1 3-6-16,-4 9 11 0,0 9-8 15,-2 2-17-15,-2 1-2 0,1 3-3 16,2-7-13-16,8-4-6 0,15-10-19 0,1-12-14 16,12-12-10-16,5-8-13 0,5-4-7 15,6-10-7-15,1-5-6 0,7-7-8 16,-1-3-5-16,4-3-12 0,-1-4-31 0,1 1-27 15,1-5-64-15,-2 2-66 0,7-6-77 16,-9 0-87-16,9 0-88 0,-13-7-87 0,10 1-113 16,-6-3-166-16,6 0 65 0,-1 1-520 15,0 1-684-15</inkml:trace>
  <inkml:trace contextRef="#ctx0" brushRef="#br0" timeOffset="-172497.78">5347 13585 3550 0,'0'0'-35'0,"0"0"20"0,-33 20 24 0,10 1 33 15,-2 5 43-15,-2 9 26 0,-2 4 23 16,2 9 9-16,-1 8 20 0,-10 20-2 15,1 1-14-15,3-3-11 0,7-14-12 16,6-4-13-16,6-3-8 0,9-11-4 0,4-3-11 16,6-3-7-16,7-7-7 0,7-3-6 15,5-7-4-15,5-6-9 0,3-9-3 0,9-6-7 16,11-10-35-16,7-10-32 0,4-7-36 16,11-14-28-16,-5-5-13 0,-5-1 9 0,-21 3 16 15,-4 0 6-15,-9-3 14 0,-10 1 1 16,-10-5 10-16,-7 12 4 0,-11-13 5 15,-10 1 5-15,-10 0-1 0,-3 4 2 16,-3 7-1-16,-1 5 13 0,-2 12-1 16,5 8-4-16,3 6 7 0,3 6-1 0,3 7 2 15,1 0-44-15,0 5-54 0,1 1-60 16,4 2-74-16,-7 7-103 0,9-3-157 0,3 1-87 16,6-6 72-16,3 0-203 0,4-5-214 15</inkml:trace>
  <inkml:trace contextRef="#ctx0" brushRef="#br0" timeOffset="-172081.03">6659 12416 2399 0,'-9'-23'181'0,"2"6"8"0,0 2 21 0,0 2 14 15,1 4 5-15,3 0 12 0,-3 1 7 16,4 1-9-16,-1 2-9 0,3 5-29 16,0 0-17-16,0 0 15 0,0 0 9 0,41 15-4 15,-1 11 1-15,14 8-10 0,20 12-4 16,6 6-22-16,6 0-2 0,2 2-32 15,-1 1-16-15,-3-2 6 0,1-2-28 16,-2 2 5-16,-7 1-10 0,-4-4-5 0,-1 1-14 16,-11-3-7-16,-13-14-7 0,-8-3-7 15,-3-2-1-15,-11-9-13 0,-1 3-5 0,-10-7 2 16,-2-7-2-16,-2 1-10 0,-3-2-19 16,1-1-27-16,-2-4-37 0,-3 2-81 0,-3-5-97 15,0 0-124-15,0 0-131 0,0 0-133 16,0 0-166-16,8-17 49 0,-8 17-638 0,-2-12-833 15</inkml:trace>
  <inkml:trace contextRef="#ctx0" brushRef="#br0" timeOffset="-171713.62">7979 13244 4091 0,'-18'5'103'0,"2"2"13"0,-4 5 22 0,-5 8 25 16,0 6 22-16,-1 8 25 0,3 5 24 16,2 2 20-16,4-1-5 0,5-3-11 0,11 0-19 15,-1 1-18-15,7 1-19 0,9 0-12 16,8 2-23-16,3-3-11 0,9-1-12 16,5-3-11-16,7-10-11 0,0-2-9 15,4-5-10-15,-3-12-8 0,-4-3-25 0,1-7-22 16,-2-3-19-16,-4-5-2 0,-3-2 4 15,-4-2-10-15,-7-3 4 0,-7-4 1 16,-4-5-5-16,-6 3 1 0,-12-11-5 0,-8-9 6 16,-12-4-10-16,-4 1 2 0,-9-2-3 15,-15-9-10-15,-3 7-30 0,11 12-29 0,-5 11-29 16,-5 4-36-16,6 9-45 0,5 10-48 16,-5 6-59-16,-9 6-76 0,-3 8-73 0,0 8-107 15,4 4-214-15,-2 6 52 0,5 4 83 16,-14 12-443-16,2-3-543 0</inkml:trace>
  <inkml:trace contextRef="#ctx0" brushRef="#br0" timeOffset="-171297.97">5576 14243 3028 0,'-32'-2'131'0,"3"2"-1"0,6 0-12 0,2 0-7 16,0-2 13-16,5 0 28 0,2 2 36 16,0-2 26-16,14 2 15 0,-20-2-7 0,20 2-19 15,-9-7-23-15,9 7-20 0,27-14-10 16,21-3-16-16,17-5-11 0,35-7-12 15,17-6-15-15,14-2-29 0,12-2-35 0,51-10-23 16,3 8-6-16,3 0 1 16,-43 14-2-16,1-1-1 0,-8 3 2 0,-6-1 1 0,-12 4 0 15,-17 5-3-15,-36 5 3 16,-12 0 1-16,-12 3-2 0,-14 1-5 0,-10 6 2 16,-11-2 2-16,-3 0 1 0,-6 2-2 15,-3-1 0-15,-8 3-2 0,6-2-4 0,-6 2-17 16,0 0-34-16,0 0-43 0,0 0-57 15,0 0-77-15,-23-8-81 0,9 8-100 16,1 0-155-16,-2 0-97 0,-6 0 72 0,0-2-366 16,0 2-438-16</inkml:trace>
  <inkml:trace contextRef="#ctx0" brushRef="#br0" timeOffset="-165916.87">9909 9506 3043 0,'-17'-3'240'0,"5"-1"43"0,5-1-21 16,1 1-83-16,4-2-31 0,2 6-16 16,9-15-4-16,5 7-14 0,3 0-17 0,2-2-11 15,12-5-7-15,3 3-9 0,2 2-7 16,5 1-5-16,-2-1-36 0,5 5-50 0,2-2-63 15,-3 4-71-15,0 3-75 0,-9 0-83 16,-7 1-81-16,0 3-150 0,-7 4-27 0,-4 0 72 16,-9-2-219-16,-3 6-216 0</inkml:trace>
  <inkml:trace contextRef="#ctx0" brushRef="#br0" timeOffset="-165750.2">10073 9682 2056 0,'-21'9'30'15,"6"-3"34"-15,1-2 41 0,5 0 50 16,3 0 47-16,-2-2 28 0,8-2 26 15,-9 0-10-15,9 0-24 0,0 0-17 0,0 0-21 16,0 0-18-16,12-14-17 0,-3 6-17 16,6 1-11-16,4 1-33 0,4-2-47 0,12-4-60 15,2 0-72-15,3 3-89 0,16-7-87 16,-3-1-119-16,6-2-216 0,0-5 29 0,-1 2 70 16,-1 0-188-16,0-4-185 15</inkml:trace>
  <inkml:trace contextRef="#ctx0" brushRef="#br0" timeOffset="-165400.97">10889 9273 2084 0,'-7'-9'75'0,"7"9"26"0,0 0 22 15,0 0 17-15,0 0 29 0,-11-1 20 0,11 1 21 16,0 0 9-16,0 0-3 0,-14 13-5 16,10-6-6-16,1 0-12 0,3 1-14 0,0-8-15 15,7 19-11-15,-4-9-12 0,6 2-12 16,3 0-14-16,1 1-13 0,2-4-5 0,-1 0-8 15,-1-2-10-15,5-3-7 0,-6-3-10 16,4-1-3-16,1-3-8 0,0-1-6 16,5-4-3-16,-8-3-2 0,4 1-5 15,-1 0-6-15,-5 1-3 0,-5 5-2 0,0-4 2 16,3 5-9-16,-6 0-4 0,-4 3-3 16,9-4 2-16,-9 4 1 0,0 0 2 15,0 0 4-15,6 14-6 0,-6-4 2 0,0 0 0 16,0 3-5-16,0 0 5 0,2 4-5 15,2 0 0-15,-3 0-3 0,3 0-23 0,3 1-42 16,-2 1-59-16,3-3-60 0,-3-3-71 16,1 1-66-16,2 0-65 0,-1-6-103 15,3-1-188-15,-2-4 44 0,1 2-395 0,0-5-495 16</inkml:trace>
  <inkml:trace contextRef="#ctx0" brushRef="#br0" timeOffset="-165067.91">11062 8954 2621 0,'-35'-4'-50'0,"-4"6"57"16,-7 5 57-16,-14 13 45 0,2 6 34 15,-17 13 38-15,3 8 27 0,3 1 12 0,20-5 6 16,9 2 2-16,10 2-13 0,12 5 7 16,16-6-2-16,17 8 1 0,18-6-13 0,26 10-15 15,17-11-22-15,18-4 6 0,8-9-13 16,13-8-22-16,9-3-10 0,3-10-20 15,-2-7-1-15,-10-10-14 0,-6-5-10 0,-25-3-12 16,-12-5-15-16,-7-7-10 0,-8-5-9 16,-7-7-5-16,-10-3-5 0,-10-6-10 15,-10-7-1-15,-15-4-10 0,-6-9-6 0,-17 0 0 16,-12-14-9-16,-18 1-5 0,-7 5-7 16,-12 6-11-16,-11 8-15 0,-4 13-12 15,-6 12-20-15,1 9-31 0,12 12-44 0,1 5-68 16,-6 8-76-16,6 4-69 0,-3 4-96 15,11 2-145-15,3 5-91 0,8-2 83 0,5 1-424 16,12-1-511-16</inkml:trace>
  <inkml:trace contextRef="#ctx0" brushRef="#br0" timeOffset="-158585.78">11031 13130 2483 0,'-22'-4'94'0,"3"4"5"16,-3 4 0-16,-4 9 27 0,-5 6 46 15,-9 13 11-15,1 8-1 0,-15 18 2 0,4 2-21 16,5 6-1-16,13-14-4 0,7 0-11 16,3-1-8-16,15-10-9 0,3 0-8 0,12-1-5 15,7 6-7-15,14-8-5 0,7 0-11 16,11-11-9-16,14-5-10 0,8-5-3 16,7-8-7-16,6-5-10 0,2-6-23 15,-2-7-19-15,-2-5-4 0,-8-5-1 0,-9-1-5 16,-9-4 3-16,-12-5 0 0,-10-5-5 15,-8-7 4-15,-15 3-3 0,-9-5-2 16,-10-11 1-16,-13-2-1 0,-3 0 1 0,-19-14-3 16,-2 8-1-16,-1 1 2 0,7 15-1 15,-6 4 0-15,4 7-3 0,3 10-2 0,5 7-13 16,1 9-16-16,3 9-14 16,-5 7-13-16,0 7-27 0,-3 11-25 0,0 6-51 0,5 6-51 15,9 2-65-15,3 4-91 0,2 1-123 16,13-9-133-16,5-4 70 0,7 0-254 0,10 0-300 15</inkml:trace>
  <inkml:trace contextRef="#ctx0" brushRef="#br0" timeOffset="-158202.04">11870 13561 2434 0,'-19'-10'61'0,"6"-1"22"0,0 5 23 0,1-1 28 16,4 2 22-16,-3 0 17 0,3 1 19 16,2-1 12-16,-1 2-4 0,7 3-15 15,-6-7-20-15,6 7-15 0,19-5-17 0,8 1-12 16,24 3-16-16,25-1-8 0,39-2-8 15,19 1-11-15,6 0-18 0,9 1-41 0,3 2-14 16,6 0-7-16,5 2-2 0,6 1-8 16,-5 0-11-16,-6 3 3 0,-11-1-4 0,-16-2 0 15,-14 1 9-15,-35-1-3 0,-10-1 7 16,-22-2-6-16,-7 0-3 0,-10 3-6 0,-6-3 7 16,-8 0-1-16,-4 0 0 15,-1-3-24-15,-7 1-41 0,0-1-52 0,-3-1-61 16,-4 4-87-16,2-7-110 0,-2 7-210 15,0 0 43-15,-9-13-242 0,9 13-292 16</inkml:trace>
  <inkml:trace contextRef="#ctx0" brushRef="#br0" timeOffset="-157868.39">14603 13288 2443 0,'-20'8'102'0,"2"1"36"0,-7 9 29 0,-4 0 15 16,2 5 8-16,3 2 11 0,1 2 2 16,2 0 0-16,5-2 0 0,13 0-3 15,-3-5-10-15,14 1-19 0,7 8-16 16,8-4-13-16,6-2-14 0,13 1-15 0,-1-5-31 16,11-2-39-16,2-7-37 0,-13-2-36 15,5-4-37-15,-2-4-33 0,-3-2-29 0,-2 0 9 16,-5-4 11-16,-1-5 4 0,-12 1 18 15,-5-4 11-15,-4-1 3 0,-2-6 8 0,-7-3 7 16,-3-12 7-16,-9-1 3 16,-7-10 5-16,-7 0 0 0,-5-2 7 0,-8 6 4 15,-2-1-6-15,-4 12-31 0,-4 6-26 16,-3 12-32-16,5 9-46 0,-10 6-69 16,-12 10-90-16,-6 8-211 0,-14 11 40 0,-2 10-133 15,0 3-132-15</inkml:trace>
  <inkml:trace contextRef="#ctx0" brushRef="#br0" timeOffset="-157015.6">11212 13964 1924 0,'2'-21'75'0,"1"7"27"0,-3 1-1 16,2 4-13-16,-4 6 13 0,2 3 62 15,0 0 58-15,-20 25 28 0,-3 16 19 0,0 10 3 16,-4 7 6-16,-5 24-11 0,3 5-10 16,-1 1-13-16,2-2-14 0,2-2-20 15,6-15-13-15,3-1-12 0,-2 1-21 0,3-4-17 16,3-5-15-16,0-2-12 0,3-3-1 15,1-7-15-15,4-6-17 0,-2-7-25 16,0-1-50-16,-1-2-47 0,5-5-64 16,-3-7-65-16,0-1-86 0,0-5-98 0,-1-2-143 15,-1-5-195-15,1-4-16 0,0-3 82 16,7 0-385-16,0 0-481 0</inkml:trace>
  <inkml:trace contextRef="#ctx0" brushRef="#br0" timeOffset="-156669.08">10780 15091 3034 0,'-6'4'94'0,"-3"9"24"15,-3 3 29-15,-3 9 17 0,-2 6 19 16,0 1 16-16,3 3 7 0,1 2-1 16,1 2-11-16,5 0-15 0,1-1-12 15,3-3-9-15,3-4-26 0,3 2-12 0,7-2-8 16,4-2-10-16,2-4-8 0,5-2-10 15,8-5-6-15,3-6-5 0,4-3-10 0,2-5-19 16,3-8-32-16,0-1-30 0,1-7-26 16,4-5-19-16,-6-5 7 0,-4-3 1 0,-11 1 4 15,-8-4 4-15,-5-1 2 0,-12 0 4 16,-8-8 2-16,-9-8 5 0,-12 1 3 16,-7-2 5-16,-4 1-2 0,-3 6 3 0,-3-2 2 15,2 12 3-15,2 2-1 0,8 11 0 16,1 5-12-16,6 6-11 0,2 5-28 15,3 5-14-15,1 3-30 0,2 3-37 16,2 3-45-16,5 3-54 0,5 2-79 0,-1 1-88 16,8-2-185-16,2-1 38 0,5 2-250 15,4-3-304-15</inkml:trace>
  <inkml:trace contextRef="#ctx0" brushRef="#br0" timeOffset="-156185.45">11647 15518 2343 0,'-21'-6'29'15,"4"1"15"-15,-2 0 10 0,5 2 20 0,1-1 25 16,2 1 21-16,-3-1 30 0,5 0 14 16,9 4 5-16,-17-4 5 0,7 2-18 15,10 2-11-15,-11-3-14 0,11 3-6 16,-10-5-12-16,10 5-11 0,0 0-14 16,0 0-4-16,0 0-12 0,0 0-6 0,44-2-9 15,2 0-4-15,16 0-6 0,15 1-4 16,15-3-3-16,26 0-8 0,11 3-22 0,8 1-12 15,4 4-4-15,4-1 7 0,4 2-3 16,-2-1 7-16,-5 2-2 0,-8-2 3 16,-15-4-1-16,-35 0-9 0,-11 0 4 0,-22-2 4 15,-5 2 8-15,-13 0 16 0,-6 0 12 16,-8-2 13-16,-4 2 0 0,0 0-5 0,-2-1-1 16,-2-1-10-16,-11 2 1 0,14-5-7 15,-6 3-6-15,-8 2-25 0,0 0-31 16,7-7-45-16,-7 7-61 0,0 0-66 15,0 0-64-15,0 0-92 0,0 0-124 0,0 0-143 16,0 0 71-16,0 0-285 0,-24 14-325 16</inkml:trace>
  <inkml:trace contextRef="#ctx0" brushRef="#br0" timeOffset="-155816.99">13796 15418 2589 0,'-18'-2'130'0,"-2"2"13"16,6 2 10-16,0 4 22 0,-3-1 21 0,0 7 10 15,-2-2 6-15,3 3 0 0,5 3-12 16,-1 1-11-16,7 2-15 0,1-1-15 0,6 2-17 16,3 0-11-16,7 7-13 0,3-3-11 15,6-1-11-15,4-5-9 0,-1-1-9 16,5-2-8-16,2-4-13 0,-7-4-24 0,0-3-18 15,-1-2-17-15,2-4-27 0,-1-2-12 16,8-4-8-16,-2-2-4 0,-5-5 2 0,-2-2-2 16,1-5 5-16,-10-5 14 15,-2-4-8-15,-6-3 2 0,-2-2 4 0,-8-2 3 0,0 4-2 16,-2 2 8-16,-2 9-2 16,1 5 2-16,-4 4 0 0,-3 1-10 0,-1 6-14 15,-4 2-36-15,-1 2-36 0,0 3-54 16,-5 3-49-16,2 2-74 0,-7 4-97 15,5-1-188-15,-6 3 16 0,6 3 68 0,5-2-167 16,2-5-163-16</inkml:trace>
  <inkml:trace contextRef="#ctx0" brushRef="#br0" timeOffset="-155301.77">14572 13798 2021 0,'-5'-10'80'0,"-3"1"8"0,4 4-8 15,-2 2-9-15,6 3 20 0,0 0 27 16,-18 27 41-16,4 5 29 0,-5 20 31 0,0 9 10 15,-6 26 9-15,0 6 8 0,3 9 0 16,1 2 2-16,-1-1-14 0,-1-2-10 0,5 6 7 16,0-5 11-16,4-3-8 15,1-22-9-15,4-9-19 0,4-3-21 0,-3-1 7 16,0-9-11-16,2-14-14 0,3-5-17 16,-1-7-19-16,2-9-13 0,0-3-15 15,2-5-12-15,-3 3-35 0,1-5-40 0,0 0-48 16,-3-5-87-16,2-1-86 0,3-4-106 15,0 0-112-15,-24-12-99 0,12 3-135 0,-10-12-110 16,4 1 80-16,-3-1-532 0,-2 0-683 16</inkml:trace>
  <inkml:trace contextRef="#ctx0" brushRef="#br0" timeOffset="-154486.89">10991 15175 3100 0,'0'0'-125'0,"11"-5"32"15,-11 5 15-15,0 0 21 0,0 0 18 0,0 0 28 16,11-4 20-16,-11 4 21 0,0 0 18 15,7-5 7-15,-7 5 2 0,7-6-3 0,-7 6-5 16,14-6-3-16,-6 2-5 0,1 0-4 16,3 1-1-16,-3 2-4 0,4-4-5 15,5 2-2-15,-4-2-1 0,8-3-4 0,-1 0-4 16,8-5 1-16,-3 5-2 0,5-4-5 16,5 2-16-16,0-4-13 0,10-3-12 15,-8 5-12-15,9-2-12 0,3-3-13 16,-2 3-8-16,1 0-2 0,1-1-6 0,2 0-7 0,-2 0 0 15,4 1-4-15,1 0 6 16,-1 0 4-16,-5 0 4 0,5-1 1 16,-3 0 9-16,-2-1 2 0,3 0 10 0,3-4 4 15,1 1 7-15,-2 0 4 0,0 0 2 16,1 1 5-16,-1-3 2 0,0 2 0 0,-5 2 4 16,-3-1 2-16,-3 2 9 0,-7 2-1 15,-4 1-1-15,-1 2 5 0,-1-1 1 0,-1 0 4 16,2 1 3-16,-8-1-6 0,-4 4 5 15,12-5 1-15,-6-1-3 0,-5 2 6 16,7-4 1-16,-1 2 3 0,1 1 0 16,-2-3-10-16,2 1 2 0,-3 0-8 15,-1 2-14-15,4 0-8 0,0-1-17 0,-2 4-11 0,1-3-5 16,3-1-12-16,2 3 0 16,-6-1 3-16,0 2-17 0,-2 3-200 0,-1-1 183 15</inkml:trace>
  <inkml:trace contextRef="#ctx0" brushRef="#br0" timeOffset="-154119.15">13709 14151 718 0,'19'-9'-61'0,"-2"1"11"16,-4 1 8-16,-1 0 6 0,1 0 8 16,0 1 6-16,-3 0 8 0,1 1 0 0,0-2 5 15,-4 2 2-15,2-3 3 0,0 3 3 16,4-2-5-16,-6-2 5 0,2 1-1 16,3 1 4-16,-1-3-6 0,3 1 0 15,-3 0 4-15,2 1 0 0,1-1-3 0,-1 1-1 16,1-2 5-16,-1 3 5 0,1-3-5 15,-2 2-2-15,3-3-3 0,7 1 8 16,-7-2 0-16,4 4 6 0,-4-1 8 0,-4 3 17 16,3-3 13-16,-1 2 16 15,0 2 15-15,-3-2 23 0,1 2 5 0,2 0 17 0,-6-1 6 16,0 1 4-16,1 0 6 0,-8 5 1 16,14-6 0-16,-9 2-1 0,-5 4-3 15,9-7 1-15,-9 7-6 0,10-5-7 16,-10 5 0-16,10-5-2 0,-10 5-2 15,7-6-3-15,-7 6 0 0,7-4-3 0,-7 4-5 16,9-4-5-16,-9 4 8 0,0 0-14 16,7-7 1-16,-7 7-14 0,0 0-6 0,9-5-11 15,-9 5-11-15,0 0-13 0,0 0-45 16,0 0-78-16,0 0-80 0,0 0-124 0,0 0-205 16,0 0-71-16,0 0 64 15,-37 9-150-15,25-4-140 0</inkml:trace>
  <inkml:trace contextRef="#ctx0" brushRef="#br0" timeOffset="-151853.03">11251 13237 1710 0,'0'0'-18'0,"0"0"8"0,0 0 10 15,0 0 13-15,0 0 9 0,0 0-2 0,0 0 14 16,0 0 16-16,15-12 9 0,-12 4 0 16,8-4 3-16,-6 3-1 0,6-3-2 0,0-4 1 15,7-5-3-15,1-2 3 16,-2-1 5-16,4 1-5 0,0-2 2 0,3 1-1 0,0-2-3 15,2 0-5-15,5-4-6 0,1 1-2 16,1 1-3-16,-7 3-5 0,10-4-4 0,0 2 2 16,5 0-6-16,1-2-5 15,2 1 1-15,-1-3-5 0,7 4-1 0,3-5-1 16,2 3-5-16,4 3 6 0,2-2-2 16,18-5-4-16,3 2-3 0,3 6-5 15,7-1-2-15,-5 4 3 0,-12 5 0 0,-3 3 0 16,-2 0-1-16,4 4-1 0,-4 2 1 15,-6 1 3-15,-1 3-4 0,-11 4-1 0,2-1 1 16,-6 2 0-16,15 1-1 0,1 0 2 16,-3 0-1-16,6-1-2 0,-5 3 7 0,1-1 4 15,0 0-3-15,2 3 0 16,-3 0 5-16,-1 5-4 0,-1-1-3 0,1 4 3 16,-4-1-5-16,2 4 2 0,-2 2-2 15,-1 0 2-15,-6 0-1 0,0 0-1 16,-2 0-4-16,-2-1 4 0,-10-1-4 0,-4-2-3 15,0-1 6-15,1-2 0 0,-3 1 1 16,4 1-1-16,-7-2-3 0,6 1 7 0,-2 1-4 16,3 0 12-16,0-1 6 0,10 8 0 15,-10-6 7-15,10 8 0 0,-4-1-2 0,3 0-1 16,-4 2 7-16,1 1 2 0,-2-1 0 16,-1 1-4-16,1 1 1 0,-4 2-3 0,-2-3-2 15,-1-1 2-15,-5-1 1 16,1-2 2-16,-2 0-6 0,-5-1-4 0,2 1 3 15,-3 1 14-15,0 1-4 0,-6-4-5 16,2 5-4-16,-1 2 1 0,-1 3 52 16,-2 2-10-16,1-1-8 0,-3 6 3 0,2 3 24 15,-2-2-7-15,4 9-6 0,-6-7 13 16,5 1-8-16,-1 8-10 0,7-4 8 0,-3 2-5 16,2 3-5-16,3-5 7 0,-4 3-3 15,5-1 3-15,-4-5-9 0,2 3 0 0,-6-9 2 16,1 0-11-16,-3 1-3 0,-3-4-3 15,4 2-5-15,-7 1-5 0,3-3 2 0,-5 2-3 16,2-1-7-16,-1 2 15 16,-3-5-3-16,1-4-3 0,-2 1-4 0,2 1-3 15,0-2-4-15,2 9-2 0,-4-6-3 16,2-3-3-16,-2 0 0 0,1 2-3 16,-1-1-2-16,0 9 3 0,2 3-5 0,-4-2 4 15,2-2-2-15,-1 1 2 0,1 3 5 16,0 2 7-16,-2-4 9 0,-2 1-1 0,2 0-2 15,0-2-5-15,0 2-1 0,2-3-5 16,-3-1 1-16,-4-2-3 0,4 3-6 0,-5-2 6 16,3 0 3-16,-3 2-8 0,-2-4 14 15,3 2 0-15,-1-2-7 0,-4 0-12 16,3 0 5-16,-2-4-3 0,-3 0-4 16,1-2-4-16,1-3 5 0,1-4 2 0,0 0-8 15,-1-1 9-15,1-2-10 0,-2 2 0 16,-1 0 8-16,-5 2-8 0,-2 1 0 0,6-4 1 15,-7 4 3-15,-2-2 2 0,0 0 16 16,0-3-23-16,-1 2 2 0,5-3-2 16,3-4 0-16,-5 0 1 0,6 0 2 0,-6-1-3 15,4 0-4-15,-1-1 6 0,-5-1-2 16,1 2 10-16,1-2-17 0,-1-3 5 0,0 0-3 16,2 1 6-16,0-3-1 0,-2-1-1 15,2 1-1-15,-6-2 1 0,7 0 1 16,-1 0-1-16,-6-2 11 0,2 1-13 15,1-2-3-15,3-1 0 0,-2 1 3 0,0-2 1 16,0-1-4-16,-2-1 7 0,2 2-4 16,2-1-4-16,-1 1 1 0,3-3 1 0,-5 3 2 15,6-2-7-15,0 4 7 16,-1-4-4-16,4 2 1 0,-2 0-4 0,0 0 6 0,-1 1-6 16,6-1 5-16,-6 2-6 0,3-2 8 15,1 0-4-15,1 1-1 0,1 1 0 16,1-1 5-16,-2 1 3 0,1-2-6 0,3 0 5 15,-5 1 5-15,5 1-18 0,-4-2 5 16,1 1 5-16,-3-1 0 0,6 0 1 16,-3 2-5-16,1-1-3 0,-1-1 1 15,1 3 0-15,0-3-1 0,-1 2 2 0,-3-1-3 16,-1 1 7-16,2 0-3 0,0 0 5 16,-1 0-2-16,1-1-2 0,3 2-3 0,-2 0 9 15,1 2-6-15,3-3 0 0,0 1-2 16,-2 0 2-16,11 2 7 0,-13-2 5 0,6-1 11 15,7 3 12-15,-12-3-3 0,12 3 4 16,-7 0 14-16,7 0-10 0,-10-4-4 0,10 4-6 16,0 0-1-16,-12-2-2 15,12 2-5-15,0 0-18 0,0 0-47 0,0 0-59 16,-7-4-77-16,7 4-96 0,0 0-128 16,0 0-160-16,0 0-179 0,0 0-64 15,-9 10 93-15,2-6-618 0,7-4-788 0</inkml:trace>
  <inkml:trace contextRef="#ctx0" brushRef="#br0" timeOffset="-139653.1">6959 14808 1377 0,'-8'-11'169'0,"-1"4"-41"16,-1 0-19-16,4 4-17 0,-5 3 21 16,11 0 17-16,-23 7 17 0,9 6 4 15,-10 12 11-15,3 3 23 0,-4 9 8 16,10-3-10-16,-2 7-7 0,10-3-1 0,1-1-1 15,6 0-6-15,6-2-7 0,6-3-3 16,8-1-11-16,12-2-15 0,10-3-9 0,9-4-12 16,7-7-9-16,5-6-12 0,1-6-9 15,1-6-8-15,2-4-13 0,-6-5-11 16,-6-4-2-16,-2-4-9 0,-4-4-4 0,-12-3-3 16,-6-2-9-16,-14 0-1 0,-6 0-3 15,-9 0-7-15,-7-6-6 0,-9 0-17 0,-8-8-19 16,-7 2-24-16,-7 2-11 15,-5 4-20-15,0 4-22 0,-3 6-15 0,-4 7-25 16,11 12-15-16,1 6-13 0,-13 12-17 16,0 10-25-16,0 6-37 0,-3 11-53 0,-7 18-51 15,1 2-120-15,-1 7-64 0,4-1-145 16,12-1-183-16</inkml:trace>
  <inkml:trace contextRef="#ctx0" brushRef="#br0" timeOffset="-139270.97">6854 15332 1745 0,'0'0'-76'0,"0"0"14"0,0 0 34 16,0 0 29-16,-26 25 32 0,-1-2 27 0,-7 12 22 16,-13 4 17-16,-12 11 21 0,-3 1 8 15,-5 5 2-15,-1-4 7 0,-4 1 4 16,-3 1 7-16,1-1-11 0,-3-4-12 16,9-2-7-16,12-12-19 0,6-3-11 0,7-3-4 15,5-3-11-15,11-4 0 0,2-7-20 16,6-1 6-16,6-4-12 0,4-3 4 15,1 0-11-15,-2-2-10 0,3-2 7 0,1 3-13 16,0-3-30-16,0 0-41 0,6-3-35 16,-7 7-47-16,5-3-53 0,2-4-66 0,-7 5-79 15,7-5-143-15,0 0-53 0,-4 5-83 16,4-5-106-16</inkml:trace>
  <inkml:trace contextRef="#ctx0" brushRef="#br0" timeOffset="-138855.25">5836 15971 1789 0,'-11'-1'28'0,"11"1"0"16,-32 11 29-16,14 1 16 0,-10 7 23 15,-5 7 34-15,-3 8 20 0,0 0 11 0,4 7 13 16,5 2-9-16,8 2-6 0,-3 3-17 15,2 3-18-15,5-3-8 0,7-9-14 16,4-3-10-16,4-5-3 0,0 4-7 16,8-4-7-16,4-2-12 0,4-4-6 15,6-1-2-15,5-7 2 0,3-5-7 0,4-3-2 16,6-4-21-16,4-8-27 0,15-4-29 16,-1-4-25-16,-2-9-26 0,1-2-13 0,-1-7-2 15,-10 0 10-15,-8-5 6 0,-8 2 15 16,-10 3 4-16,-7-2 3 0,-6-3 8 15,-11 5 6-15,-3-7-1 0,-7 0 12 0,-8-7 3 16,-3 1-1-16,-2 3 6 0,4 11-1 16,2 3 5-16,1 3 2 0,2 6-1 0,5 3 2 15,1 6-3-15,3 2-8 16,1 3-27-16,8 2-29 0,0 0-38 0,-23 10-54 16,16-1-68-16,3-1-118 0,2 1-124 15,2-2-47-15,4-2-36 0</inkml:trace>
  <inkml:trace contextRef="#ctx0" brushRef="#br0" timeOffset="-138452.7">7022 15432 1682 0,'-11'-14'141'15,"1"2"18"-15,4 4 16 0,0 1 7 16,4 2 16-16,-1-2-10 0,3 7-21 16,0 0-16-16,0 0 1 0,9-8 13 0,-9 8-3 15,55 16 5-15,-5 3-8 0,8 8-15 16,1 4-15-16,18 9-14 0,0 3-11 15,1 0-6-15,-4-1-9 0,-18-8-8 0,-2 0-9 16,-2 0-10-16,4 0-5 0,-7 2-3 16,4-2-3-16,-3 0-5 0,-5-3-4 15,0-5-4-15,-15-5-5 0,-1-2-1 16,-2-5-5-16,-11-4-1 0,0 0-4 0,-5-3-1 16,-2-2-3-16,1-2-17 0,-4 1-19 15,1-1-29-15,-7-3-79 0,12 0-77 0,-12 0-92 16,11-7-121-16,-7 1-194 0,-4 6-15 15,6-9 66-15,-5 4-227 0,-1 5-275 16</inkml:trace>
  <inkml:trace contextRef="#ctx0" brushRef="#br0" timeOffset="-138089.96">8207 16058 2454 0,'-15'3'139'16,"-1"2"15"-16,4 7 20 0,-6-2 15 16,3 4 16-16,-4 7 13 0,2 1 11 0,1 0-7 15,5 1-14-15,4-5-15 0,2 5-13 16,3-4-15-16,6 3-14 0,5 9-14 16,3-2-16-16,6-2-10 0,4-1-9 0,3-2-12 15,4-3-8-15,-1-3-8 16,1-1-10-16,0-8-19 0,-6-1-21 0,-2-4-12 15,-1-2-17-15,-2-4-9 0,0-2-1 16,-2-1 6-16,-3-5-2 0,3-2-1 0,-9-1 2 16,-3-5 0-16,-4 0-2 0,-4-8-10 15,-5-9-4-15,-11-5-22 0,-4 1-19 0,-5 8-28 16,0 7-31-16,-1 3-40 0,-3 8-37 16,-4 3-38-16,2 12-44 0,-13 2-67 15,-8 9-88-15,-8 7-180 0,3 3 38 16,3 6-225-16,-13 11-294 0</inkml:trace>
  <inkml:trace contextRef="#ctx0" brushRef="#br0" timeOffset="-137505.46">5723 16788 2103 0,'3'-15'-53'16,"-1"1"24"-16,2 4 7 0,-2 1 18 15,2 2 15-15,-4 7 13 0,1-12 21 16,-1 12 14-16,0-8-4 0,0 8 4 15,0 0 29-15,0 0 32 0,-7 23 16 16,0 10 27-16,-5 15 19 0,-5 9 16 0,-1 8 8 16,4 5 7-16,-9 17-1 0,1 1-2 15,8-19-6-15,1-3-10 0,2-8-12 0,4 0-14 16,2-15-7-16,3-4-14 0,-1-3-14 16,3-7-9-16,0-5-14 0,0-5-9 15,2-2-8-15,-1-1-12 0,-1-5-7 16,0 1-4-16,0-2-5 0,0 1-4 15,0-5-8-15,0-6-18 0,2 15-27 0,-2-15-46 16,-2 7-56-16,2-7-54 0,0 0-38 16,0 0-54-16,-3 6-33 0,3-6-34 15,0 0-52-15,-4 4-74 0,4-4-110 0,0 0-79 16,0 0 53-16,0 0-189 0,-9 7-248 16</inkml:trace>
  <inkml:trace contextRef="#ctx0" brushRef="#br0" timeOffset="-136872.03">5603 17658 1899 0,'-9'-6'-63'15,"4"2"33"-15,5 4 23 0,-15-4 15 0,15 4 21 16,-10-2 16-16,10 2 19 0,0 0 11 16,-20 8 20-16,9 3 14 0,0 5 9 0,4 2 14 15,-3 13 11-15,2 0 12 0,3 3-6 16,1 4-7-16,4-6-1 0,2 3-7 15,0-4-4-15,3 2-13 0,6 1-7 16,1-4-15-16,3 0-10 0,5-5 6 16,1-4-19-16,1-2-1 0,3-6-8 0,5-3 1 15,-3-4-8-15,-2-3-6 0,2-5-2 16,7-5-8-16,-2-4-5 0,-3-3-1 16,-2-3-8-16,-4-7-1 0,-6 0-1 0,-8-5-1 15,-3 3-3-15,-7 0-2 0,-12-9-3 16,-5-9-6-16,-3 1-5 0,-6 1 1 15,-4-1-4-15,1 5-2 0,1 3-5 0,4 9-4 16,2 6-3-16,9 5-24 0,-4 6-24 16,3 3-22-16,4 4-13 0,1 2-19 15,10 0-27-15,-18 6-30 0,11 4-45 0,3-3-50 16,4 5-75-16,0-2-139 16,11 3-71-16,-4-1 65 0,9 1-53 0,4-3-43 15</inkml:trace>
  <inkml:trace contextRef="#ctx0" brushRef="#br0" timeOffset="-136281.81">8093 16540 1545 0,'-12'-16'38'16,"3"3"6"-16,5 2 18 0,-3 2 26 15,2 2 19-15,2 2 14 0,3 5 18 16,-8-12 5-16,8 12-6 0,-3-2 16 0,3 2 45 16,0 0 25-16,-10 31 19 0,9-4 16 15,-4 14 3-15,5 3-1 0,-2 14 8 16,0 4 11-16,4 0-12 0,2 0-9 16,0-1-26-16,2-1-10 0,1-3-16 0,-1 0-28 15,1-7-16-15,2-6-16 0,-2-3-7 16,-2-4-19-16,-1-1-11 0,0-1-13 15,1-7-12-15,-4-7-26 0,-1-2-46 0,-1 1-73 16,1-1-79-16,-7-2-87 0,1 3-98 16,1-1-108-16,-6 0-130 0,2-2-221 0,-2 2 62 15,0-4 79-15,1 2-376 0,1-2-492 16</inkml:trace>
  <inkml:trace contextRef="#ctx0" brushRef="#br0" timeOffset="-135906.55">7943 17607 3194 0,'-25'0'206'0,"16"4"-16"0,-2 1 4 16,0 6 16-16,2 0 17 0,-5 5 7 16,-1 9 0-16,3-2-3 0,7-1-20 0,1 3-18 15,2-2-15-15,2 2-15 0,4 9-17 16,5-2-19-16,7-3-8 0,2 0-12 15,2-5-10-15,7-2-7 0,1-6-8 0,5-2-15 16,-1-5-6-16,-2-9-31 0,-3 0-17 16,9-4-18-16,-2-7-15 0,-3-3 0 15,-2-3-5-15,-4-5 7 0,-6 0-2 16,-4-4 4-16,-6-3 0 0,-4 2 0 0,-14-8 1 16,-6-9-2-16,-6-5 3 0,-6 4 3 15,-3 3-1-15,-1 1 0 0,3 9-4 16,1 8-7-16,0 7-27 0,1 3-37 0,1 7-27 15,0 7-50-15,-11 7-50 0,0 3-43 16,4 8-49-16,-7 7-48 0,1 4-87 0,4 2-151 16,2 1-52-16,1-1 54 0,3 4-266 15,-1-2-339-15</inkml:trace>
  <inkml:trace contextRef="#ctx0" brushRef="#br0" timeOffset="-135353.74">6600 18006 2189 0,'-22'-11'-111'16,"1"3"22"-16,3 0 11 0,-2 0 19 0,4 2 35 16,0 1 33-16,0-1 18 0,-1 0 13 15,4 2 11-15,1 0 13 0,0 0 11 0,1-1 6 16,11 5 7-16,-17-4 0 0,9 0 6 16,8 4 4-16,-11-4-1 0,11 4-2 15,-9-4 7-15,9 4 0 0,0 0-9 16,-12-6 0-16,12 6-16 0,0 0-5 15,0 0-11-15,-9-3-1 0,9 3-3 0,0 0 16 16,0 0 5-16,0 0 4 0,23 15 5 16,-3-5 0-16,16-3 2 0,18 3-4 15,11-4-9-15,9-4-6 0,16 2-8 0,28-6-5 16,8-2-3-16,-2-2-6 0,-1-4-14 16,-4 3-27-16,-5-5-4 0,-29 4 6 0,-2 3-3 15,-10 0-1-15,-11-4-1 0,-18 7 2 16,-12 2-2-16,-7-4-2 0,-4 4 15 15,-4-2 12-15,-1 0 15 0,-3 2 7 0,-1-2 6 16,-12 2-2-16,18-2-3 0,-18 2-5 16,18 0-4-16,-18 0 0 0,13-1-16 15,-13 1-11-15,0 0-40 0,12-2-52 0,-12 2-61 16,0 0-47-16,0 0-50 16,0 0-55-16,0 0-78 0,-20 17-134 0,9-8-89 15,-5 3 50-15,-3 0-147 0,-5 3-181 16</inkml:trace>
  <inkml:trace contextRef="#ctx0" brushRef="#br0" timeOffset="-133723.2">6082 17849 1670 0,'0'0'-119'0,"0"0"21"16,-7 6 18-16,7-6 12 0,0 0 20 0,-11 1 22 16,11-1 21-16,0 0 16 0,0 0 10 15,-20 0 19-15,20 0 8 0,0 0 9 16,-13 0 1-16,13 0-1 0,0 0 2 16,0 0 4-16,-15 0-5 0,15 0 0 0,0 0-3 15,0 0-1-15,0 0 1 0,0 0-6 16,-13-1 4-16,13 1-7 0,0 0-5 15,2-13-5-15,-2 13-3 0,12-18-4 16,0 2 0-16,1 1-7 0,7-8 3 0,2 2-8 16,3-2 2-16,2-1 0 0,-1-1-3 15,10-4-3-15,-3 2-1 0,1-2-4 16,3 0 0-16,1 0 0 0,2 0 0 0,-6 2-1 16,6-2-6-16,-4 4 5 0,-7 5 1 15,-2-3 0-15,2 4-2 0,-5-1 0 16,-1 2-3-16,-2 1 1 0,-3 2 3 15,0 3-4-15,-5 2 0 0,3-4 3 0,-2 2-4 16,0 0 0-16,-1-1 0 0,3 1 2 16,-1 0-6-16,-2-2 5 0,2 2 1 15,1-1-2-15,-1 2-1 0,0-1 1 16,-2 2 1-16,-1 3-1 0,-1-3 0 0,2 0 0 16,-1 2-1-16,-1-1 2 0,2 3 2 15,-4-2-5-15,2-2-2 0,1 3 5 0,-1-3 0 16,2 0 15-16,3-2-4 0,-4 0 0 15,4 0-1-15,7-5-4 0,-1 0-8 16,-2 3-1-16,-3 2 2 0,-2-2 1 0,1 3-4 16,-3 2 1-16,-4-2-1 0,3 3 3 15,-3-1-1-15,2 3 2 0,-4 0-5 16,0 0 3-16,-1-1 2 0,-1-1-1 16,1 4-1-16,0-2-2 0,0 2 1 15,-6 4 2-15,11-11 0 0,-4 5-5 0,0 0 3 16,2 0 0-16,-2-4 0 0,6 5 1 15,-4-5 0-15,-2 3 2 0,4-2-1 16,1 1 0-16,-1-1-1 0,1 1 1 0,-1 1-2 16,0-1 0-16,-2 1-3 0,-2 2 1 15,1-2 2-15,-1 1-2 0,-1 3-1 16,-6 3 6-16,13-10-4 0,-9 5 0 0,3 0 0 16,-2-1 2-16,-5 6-2 15,13-10 1-15,-6 4 0 0,1-1 1 0,2 0 0 16,-1 0-1-16,0 0 2 0,2 0-4 15,-4 0 3-15,0 1-1 0,5 0 3 0,-6 0-2 16,-1 2 1-16,-5 4-1 0,15-10 3 16,-5 5-4-16,-2-1 1 0,-1 2 1 15,3-4 0-15,1 3-4 0,-1-3 1 0,2 0 2 16,-1 0 0-16,0-1-2 0,1 3 2 16,-1-2 0-16,-2 0 2 0,0 3-2 15,-2 1 0-15,2-2 4 0,0 0 0 0,-2 2-3 16,-2-4-2-16,-5 8-1 15,11-8 2-15,-2 3 1 0,-4 1 2 0,1-1-3 16,-6 5 0-16,13-10 0 0,-7 7 0 16,0-3-1-16,-6 6 1 0,11-6 1 15,-11 6-1-15,9-7 1 0,-9 7 1 0,7-5 0 16,-7 5 2-16,0 0-2 0,9-7 0 16,-9 7 2-16,5-5-2 0,-5 5-2 0,6-7 1 15,-6 7-3-15,10-9 3 0,-6 6-1 16,-4 3-1-16,9-9 2 0,-5 4-3 15,-4 5 1-15,8-6 1 0,-8 6 1 0,6-6 0 16,-6 6 1-16,0 0 1 0,7-7 3 16,-7 7 3-16,0 0 1 0,4-5-2 15,-4 5 4-15,0 0-2 0,0 0 0 16,0 0-3-16,5-5 3 0,-5 5 0 0,0 0-1 16,0 0 0-16,0 0-3 0,9-5 2 15,-9 5 0-15,0 0-1 0,0 0 3 16,0 0 3-16,0 0 2 0,0 0 3 0,0 0 3 15,0 0-1-15,5-5 4 0,-5 5 3 16,0 0 0-16,0 0 0 0,0 0 2 16,0 0-1-16,0 0 1 0,0 0-4 0,0 0 4 15,0 0-6-15,0 0 0 0,0 0-6 16,0 0-3-16,0 0-4 0,0 0-26 16,0 0-38-16,0 0-49 0,0 0-61 15,0 0-91-15,0 0-148 0,0 0-93 16,0 0-60-16,0 0-57 0</inkml:trace>
  <inkml:trace contextRef="#ctx0" brushRef="#br0" timeOffset="-132189.95">6252 16383 1515 0,'0'0'-39'0,"-17"-1"18"0,17 1 19 0,0 0 22 16,-15-2 18-16,15 2 20 0,0 0 23 15,-11-3 16-15,11 3 0 0,0 0 4 16,0 0-2-16,-11-5-8 0,11 5 0 15,0 0 3-15,0 0 2 0,0 0-7 0,0 0 4 16,0 0-5-16,49 8-6 0,-33-3 4 16,9-2 0-16,2 1 6 0,14-1-11 15,0 1-6-15,1-1-3 0,2 1-15 0,3-1 2 16,3-3 0-16,11 2-11 0,-6-1-4 16,8-2-2-16,4-1-8 0,-1 0-7 15,1-1 3-15,-3-2-3 0,-4 1-8 0,-12 1 4 16,-3-2-3-16,-3 3-2 15,-6-1-1-15,-5 1-4 0,-8 0 2 0,-3 1-3 16,-2-1 0-16,0-1 0 0,-2 3-10 16,4-4 7-16,-4 2-5 0,2-3 16 0,1 2-25 15,0-1 13-15,-2 1 0 0,2-3-3 16,2 0 19-16,0 1 2 0,-1 0-1 16,2 0-11-16,-7 1 10 0,0-1-9 0,3 2-3 15,-2-2 1-15,0 1-1 0,-3 2-6 16,-1-1-1-16,1 0 4 0,-2 1-1 0,-11 2-12 15,21-4-3-15,-8 2-16 0,-1 1-3 16,1-2-6-16,1-1-4 0,-1 0-3 16,6 1-2-16,-4-3 4 0,5 4 8 0,-1-6 3 15,-2 4 5-15,-2 0-2 16,-2 0 0-16,-2 1 8 0,1 2-1 0,-12 1 6 0,17-3-5 16,-9-1 4-16,-8 4 1 15,15-4-1-15,-15 4 2 0,14-4 5 16,-14 4-2-16,13-5 2 0,-4 4-1 0,-9 1-2 15,14-6 3-15,-14 6-4 0,13-2 7 16,-8-1-2-16,-5 3 3 0,12-4 0 0,-12 4-2 16,11-4 1-16,-11 4 5 0,0 0 3 15,13-4 4-15,-13 4 1 0,0 0 0 16,0 0 1-16,11-1 3 0,-11 1-13 0,0 0 6 16,0 0 2-16,0 0-2 15,0 0-7-15,0 0-2 0,0 0-1 0,0 0 3 16,0 0-2-16,9-1-20 0,-9 1-47 15,0 0-57-15,0 0-79 0,0 0-115 0,0 0-189 16,0 0-12-16,-29 10-139 0,29-10-155 16</inkml:trace>
  <inkml:trace contextRef="#ctx0" brushRef="#br0" timeOffset="-129573.61">7664 14792 1730 0,'0'0'-58'0,"0"0"9"0,-4 17 9 16,4-17 17-16,0 0 25 0,0 0 23 15,0 0 21-15,-6 6 13 0,6-6 4 16,0 0 3-16,0 0-6 0,0 0-4 16,0 0 2-16,0 0-2 0,0 0 7 0,-11 0 3 15,11 0 4-15,0 0 6 0,0 0 5 16,0 0 2-16,0 0 10 0,0 0 9 16,0 0 14-16,0 0 6 0,0 0 7 0,0 0-11 15,0 0-7-15,0 0-8 0,0 0-16 16,0 0 0-16,0-20-13 0,0 20-4 0,4-9-9 15,2 0 0-15,1 2-8 0,5-4-11 16,-1 2 1-16,3-4-8 0,4-1-2 0,7-1-3 16,0-2-5-16,2 3-1 15,2 1-2-15,-1-1-6 0,1 2-1 0,-3 4 0 16,-3 2-1-16,2 0-4 0,0 4-1 16,0 2-4-16,4 0-1 0,-4 0-4 15,4 2 2-15,8 4-5 0,-1 0 9 0,2 2 0 16,2 2 2-16,-2 0-4 0,0 1 2 15,0-1-7-15,0 2 0 0,5 2 4 0,-7 0 1 16,1-1-2-16,-1 3-1 0,-1-3 4 16,7 9-6-16,-8-5 9 0,-1-1 0 0,-5-3 3 15,-1 3-3-15,0 1 2 0,-2 1 10 16,-5-1 1-16,1-2 3 0,-8-1 4 16,3 0 6-16,-1 1-4 0,1-1 7 0,-4 1-7 15,2 1 5-15,-1-3-3 16,1 4-3-16,-1-1-3 0,6 4 6 0,-6 0-4 15,5 3 0-15,0 0 27 0,2 0-4 16,-1 2-2-16,0-1-8 0,-2 1-1 0,2 1-4 16,-2 1-4-16,1-2 9 0,-2 0-2 15,-2 3 2-15,3-1 13 0,-1-2-3 0,-7-2-4 16,6 6-4-16,0-1 27 0,-4-1-12 16,3 1-4-16,-1-1 1 0,1 0-2 0,-1 1 0 15,1-1 14-15,-1 0-7 0,-4-6-3 16,3 7 19-16,-1-2-5 0,0 0-2 15,-1-3-7-15,3 6-3 0,-2-3-4 0,-4-4-7 16,0 0 2-16,3-1-3 16,-2 8-1-16,-3-2 5 0,1-6 0 0,-1 4-12 15,-1-3 3-15,0 0-3 0,1 0-3 16,-4-4-4-16,1 0-2 0,2 3 0 0,-2-4-2 16,0 2-1-16,-1 1 7 0,-1-1-4 15,2 0 2-15,-2 1 3 0,2-3 2 0,-2 3-8 16,-2-3 3-16,2 0 0 0,0 0-8 15,0 1 5-15,-2-2-6 0,2 0-1 0,-3 1 1 16,1-2-2-16,-2 1-4 0,2 1-3 16,-4-2 1-16,2 1 13 0,0-1-14 0,1 3 0 15,-1-2-2-15,0 1 0 16,-1 0 9-16,0-2-11 0,2 0 5 0,-5 1 0 16,3 2 3-16,-1-2-6 0,2-2-2 15,-2 1 0-15,0-1-3 0,3-2 9 16,-3 1-7-16,2-2-2 0,-1 0 1 0,0 1-2 15,0 0 1-15,-1 1-4 0,2-1 6 16,-3 2 5-16,1-1-5 0,-2-1 6 0,1 1-3 16,1 2-4-16,-1-1 8 0,0 1-5 15,-2 0 2-15,2-1-1 0,-1 2-5 0,-2-1 5 16,3-1-1-16,1 0-2 0,-1-1 2 16,0 1-4-16,-2-1 1 0,2 1-3 0,-1-2 2 15,2 1-1-15,0-4-3 16,-3 4-2-16,2 0 3 0,-2-1-1 0,0-1 3 15,2 3-4-15,-2-2 7 0,2-1-6 16,-2 3-3-16,2-2 5 0,-4 0 2 0,2 2 10 16,-2-2 8-16,1 0-5 0,2 0 0 15,-1-1-1-15,-3 2 0 0,3-1 0 16,2-2-1-16,-3 2-2 0,0-2 1 0,-1 0 0 16,2 0 0-16,1 2 6 0,-4-4-8 15,3 1-2-15,-1 0-8 0,3 0 5 0,-3-1 2 16,0-1-4-16,1 1-1 0,2-2 1 15,-3 2 0-15,-2-4 0 0,3 1 0 16,0 1-2-16,-3-1 0 0,3 0 2 16,-1-1-8-16,-2 1 0 0,1 0 0 0,-3 0 0 15,3 0 0-15,-1 0 0 0,-4 0 0 16,3 2 0-16,-1-2 0 0,1-1 0 0,-3 4 0 16,5-3 0-16,-1 0 0 0,1 1 0 15,0-1 0-15,1-2 0 0,2 2 0 16,-3 0 0-16,3-1 0 0,-1-1 0 0,0 1 0 15,-1 1 0-15,0-2 0 0,1 2 0 16,2-1 0-16,-4-1 0 0,2 1 0 0,0 1 0 16,1-2 0-16,-2 3 0 0,-1-2 0 15,-1 1 0-15,3 2 0 0,0-2 0 0,-1 1 0 16,0 0 0-16,1-2 0 16,0 0 0-16,1 0 0 0,-2 1 0 0,3-1 0 15,2 0 0-15,-4 0 0 0,4-2 0 16,-5 2 0-16,5 0 0 0,5-4 0 0,-16 4 0 15,11-1 0-15,-5 1 0 0,0 1 0 16,1-2 0-16,0 3 0 0,-1 0 0 16,-3-4 0-16,2 3 0 0,-1-1 0 0,0 0 0 15,0 0 0-15,5 0 0 0,-2 0 0 16,1 0 0-16,0-4 0 0,3 4 0 16,-5-2 0-16,10-2 0 0,-12 5 0 15,12-5 0-15,-9 4 0 0,9-4 0 0,-5 2 0 16,5-2 0-16,-8 4 0 0,8-4 0 15,0 0 0-15,-10 2 0 0,10-2 0 0,0 0 0 16,0 0 0-16,0 0 0 0,-7 4 0 16,7-4 0-16,0 0 0 0,0 0 0 0,0 0 0 15,0 0 0-15,0 0 0 0,0 0 0 16,0 0 0-16,0 0 0 0,0 0 0 16,0 0 0-16,-15 0 0 0,15 0 0 0,0 0 0 15,0 0 0-15,0 0 0 0,-2 8 0 16,2-8-491-16,-5 9-138 0,2-4-211 15,1 2-64-15,2-7 102 0,-6 8-737 16,6-8-983-16</inkml:trace>
  <inkml:trace contextRef="#ctx0" brushRef="#br0" timeOffset="-124268.74">6759 15000 1129 0,'0'0'149'0,"0"0"-58"0,0 0-22 16,0 0-10-16,0 0 2 0,0 0 18 16,0 0 21-16,0 0 12 0,0 0 17 15,0 0 3-15,0 0-5 0,0 0-9 0,0 0 4 16,0 0 2-16,0 0-2 0,0 0 2 15,0 0-1-15,0 0-8 0,0 0-10 0,0 0-11 16,0 0 0-16,0 0-10 0,0 0-3 16,-2-24-7-16,2 24-6 0,0 0-4 0,-4-9-8 15,4 9 0-15,-4-9-15 0,4 9-2 16,-5-11-5-16,-1 4-5 0,1-3-3 16,-1 1-1-16,-1 0 5 0,-2-2-10 0,-2 0-4 15,-3-1 0-15,1-2-4 16,-12-5-3-16,6 6 6 0,-7-4-8 0,1-1-3 15,-2 4 4-15,-3-3 2 0,-2 1-9 16,-3 2 6-16,3-2-9 0,-3 3 6 0,3 0 4 16,-3 3-8-16,1 0-1 0,2 3 5 15,1 2-3-15,6 1 0 0,-5 1-3 0,1 1-13 16,1 0 18-16,-3 2-1 0,-8 2 0 16,-5-2-6-16,3 4-1 0,-2-2 8 15,2 4-4-15,-2-2 5 0,-5 3-2 0,5-1-3 16,-1-1 4-16,-2 1-11 0,3 2 4 15,-4-1 7-15,4 4 1 0,0-5-7 0,5 3 5 16,-3-1-1-16,2 0-5 0,1 1 1 16,2 2 1-16,4 2 3 0,0-2 1 15,-3 3-3-15,5-2-3 0,-1 3 3 0,-3 1 0 16,1-1-5-16,2 1 0 0,-1 1 1 16,3-3 5-16,-3 6-2 0,2-3 3 15,1 0-2-15,0 2-6 0,2-2 3 16,2 3 3-16,-2-1-2 0,2 2-5 0,2-1 8 15,1 3 0-15,0 0 5 0,1 1-7 16,0-1 2-16,3 1 3 0,-2 2-6 0,3-2 4 16,0 2 1-16,4-1-4 0,1-3-2 15,-1 3 7-15,4-3-6 0,0-3-1 0,0 1 12 16,4 0-4-16,-3 0-4 16,2 1-2-16,0 1 0 0,1-2 2 0,1 2 0 15,2 1 1-15,0-1-4 0,2-3 5 16,0 0 2-16,0 1-7 0,2-1 10 15,-2 2-3-15,2-3-4 0,2 5 3 0,-1 0 0 16,1-3 1-16,4 2 16 0,-2 0-9 16,1-1 5-16,3 10 5 0,-3-7-8 0,1-2-3 15,0 0-3-15,-1-1 3 0,0-1-1 16,0 3-1-16,4 6 2 0,-4-6-3 0,2-1 4 16,-2 0-4-16,-1-1 6 0,1-1-6 15,0 1-1-15,2-1 8 0,0-1-1 16,-2 3 4-16,5 3 2 0,-4-4-2 0,1-1-2 15,-2 1-4-15,2-4 0 16,-2 7-3-16,-1-6-1 0,1 3 1 0,1-1-2 16,-2 3 5-16,1-1-3 0,-1 0 7 15,2-2-3-15,0 2-3 0,-1-2 2 0,0 1-7 16,2 0 3-16,-2-4-4 0,0 1 3 16,1-3 0-16,0 5-3 0,1-3 2 0,-3-4-11 15,1 4 14-15,0-3-2 0,0 2-4 16,1-3 4-16,-1 1 2 0,0 1-1 0,0-1-13 15,0-1 13-15,1 1-5 0,-1 1 1 16,1-1 1-16,0 2-3 0,-3-1 6 16,4-1 6-16,-2 0-10 0,0 5-1 15,1-7 9-15,-1 2-7 0,1-2 6 16,-2 1-5-16,1-1 1 0,4 4-1 0,-2-3 27 16,-2-1-1-16,1 0 2 0,-3-1-10 15,3 3 0-15,-2-3-6 0,1-1 1 0,-1 4-2 16,2-3-4-16,0 3 7 0,-3-2-1 15,4-1-5-15,-3 2 19 0,0 1-9 0,2-2 3 16,-1 0-5-16,1-1 1 0,-2-1-3 16,1 3 0-16,-1-1-5 0,1-2-1 15,-1 0 2-15,0 1-2 0,0-3-2 0,-1 2-2 16,1-1 2-16,1 3-4 16,0-4-1-16,0 5-2 0,-1-4 4 0,-1 3-4 15,4 0 3-15,-4-2-5 0,1 1-1 16,-1-1 4-16,1 2 1 0,-1 1-3 0,4-1 3 15,-4-1-1-15,1 3-4 0,-1-3 3 16,-1 1-1-16,4 0 0 0,-2 0 1 16,-1-2 1-16,1 2 1 0,-1-3-1 0,0 1-2 15,-1 0 1-15,1-1 8 0,-1-1 17 16,0 1 0-16,1-1-3 0,-1 1-1 0,2-1 0 16,-2-1-4-16,0 2 0 0,1 0-6 15,-1-3 2-15,2 2-3 0,0-1-1 0,-4 1-1 16,5 0 0-16,-3 0-1 0,0-1-4 15,1 3 2-15,-1-4-1 0,2 2-2 16,-2-3-2-16,0 3 3 0,0-1-1 16,-1-2 1-16,1 3 0 0,1 1 33 15,2-1 2-15,-2 0-1 0,-1 4-3 0,4-3-4 16,-3 2-3-16,3 1 1 0,2-2-7 16,-3 2 0-16,3-1 0 0,-2 0-6 0,-3-2-2 15,3 0-2-15,-3-1 1 0,2 1-6 16,-4-3 4-16,3 2-6 0,-3-4-1 0,1 2 2 15,2-1 0-15,-3-2 4 0,-3-3-4 16,5 9 15-16,-5-9 20 0,6 6 10 16,-6-6 13-16,0 0-1 0,5 8 7 0,-5-8 2 15,0 0 2-15,6 4-2 16,-6-4 10-16,0 0 2 0,0 0-8 0,1 7-6 16,-1-7-8-16,0 0-5 0,0 0 0 15,0 0-9-15,2 10-3 0,-2-10-10 0,0 0-2 16,0 0-11-16,0 0 9 0,0 0-8 15,0 0 0-15,0 0-7 0,0 0 1 16,0 0-6-16,0 0-6 0,-5 8-45 0,5-8-56 16,0 0-61-16,-4 6-99 0,-1 1-113 15,-3 1-148-15,-6 4-216 0,1 0-85 0,-2-3 75 16,-2-3-572-16,-1-2-768 16</inkml:trace>
  <inkml:trace contextRef="#ctx0" brushRef="#br0" timeOffset="-122641.22">6294 14930 748 0,'1'-6'81'0,"-1"6"-22"0,-1-6-37 16,1 6-12-16,0 0 4 0,0 0-6 0,-2-9-6 16,2 9 8-16,0 0-10 0,2-8-6 15,-2 8-17-15,0 0-31 0,0 0-31 0,0 0-68 16,0 0-63-16,0 0 74 0</inkml:trace>
  <inkml:trace contextRef="#ctx0" brushRef="#br0" timeOffset="-122324.97">6595 15788 716 0,'0'0'173'16,"0"0"-11"-16,0 0-18 0,0 0-12 0,0 0-3 15,0 0-2-15,-4-20-2 0,4 20 6 16,0 0-9-16,-4-7-9 0,4 7-14 16,0 0-10-16,0 0-11 0,0 0-7 15,4-8-13-15,-4 8-23 0,0 0-33 0,0 0-33 16,0 0-53-16,0 0-65 0,23 8-86 15,-17-4-156-15,-6-4-159 0,7 5-52 16</inkml:trace>
  <inkml:trace contextRef="#ctx0" brushRef="#br0" timeOffset="-122058.41">7274 15738 1710 0,'0'0'65'0,"0"0"-4"16,0 0-9-16,0 0-5 0,0 0 0 15,0 0-7-15,0 0-4 0,0 0-4 16,0 0-5-16,0 0-16 0,0 0-29 0,0 0-42 15,0 0-55-15,0 0-63 0,5 13-87 16,-5-13-243-16,0 0-12 0</inkml:trace>
  <inkml:trace contextRef="#ctx0" brushRef="#br0" timeOffset="-121841.67">8093 14948 1500 0,'-6'-8'80'0,"2"-2"-7"16,-1 2-10-16,1 2-3 0,0 1-7 16,1-2-5-16,-1 2-5 0,4 5-6 15,-5-9-2-15,5 9-41 0,-4-6-72 16,4 6-83-16,0 0-103 0,0 0-241 0,-9-1-9 15</inkml:trace>
  <inkml:trace contextRef="#ctx0" brushRef="#br0" timeOffset="-121126.08">6178 15788 1447 0,'0'0'43'0,"0"0"10"0,6-4 13 16,-6 4 14-16,0 0 21 0,0 0 19 15,7-6 8-15,-7 6 9 0,0 0-1 16,4-8-13-16,-4 8-6 0,0 0-16 0,3-7-7 0,-3 7-10 15,0 0-5-15,2-9-14 16,-2 9-8-16,0 0-9 0,0 0-14 16,0 0-20-16,0 0-15 0,0 0-32 0,0 0-39 15,0 0-47-15,0 0-60 0,16 16-74 16,-14-8-112-16,0 1-122 0,-2 1-64 0,3 2-52 16</inkml:trace>
  <inkml:trace contextRef="#ctx0" brushRef="#br0" timeOffset="-120656.7">6587 16504 1756 0,'-3'7'139'0,"3"-7"-9"16,0 0 3-16,0 0 16 0,0 0 30 0,0 0 25 15,0 0 23-15,0 0 6 0,0 0-4 16,0 0-20-16,-4 6-16 0,4-6-10 16,0 0-6-16,0 0-3 0,0 0-10 0,0 0-15 15,0 0-10-15,0 0-14 0,0 0-13 16,0 0-10-16,0 0-9 0,0 0-10 0,0 0-10 16,0 0-5-16,0 0-6 0,0 0-9 15,0 0-1-15,0 0-9 0,0 0-4 16,0 0-3-16,0 0-5 0,0 0-8 15,0 0-4-15,0 0-13 0,0 0-41 16,0 0-55-16,0 0-78 0,0 0-98 0,0 0-125 16,-7 2-151-16,7-2-159 0,0 0 57 15,0 0-359-15,0 0-480 0</inkml:trace>
  <inkml:trace contextRef="#ctx0" brushRef="#br0" timeOffset="-110743.85">6873 15418 221 0,'0'0'65'0,"0"0"-37"0,0 0-16 16,6 7-1-16,-6-7-3 0,0 0 11 15,0 0 14-15,0 0 3 0,6 7 17 0,-6-7-3 16,0 0-8-16,2 6 26 0,-2-6 1 16,3 9-11-16,-3-9 0 0,0 0 9 15,2 8 4-15,-2-8-8 0,0 0-1 16,2 11 11-16,-2-11-5 0,0 0 1 15,0 9 4-15,0-9-1 0,0 0 7 0,-2 8-5 16,2-8 1-16,-2 9 1 0,2-9-7 16,-1 10-7-16,-1-5-3 0,-2 1 1 0,2 2-7 15,2-8-7-15,-6 13-1 0,2-6-3 16,2 0-7-16,0 0-3 0,2-7-4 16,-5 14 0-16,5-7-2 0,-4 0-1 0,4-7 17 15,-4 13 8-15,1-4-3 16,1-2-8-16,0 1 1 0,-3-1-10 0,4 2 6 0,-5-1-3 15,2 2-2-15,1-1 6 0,-1-1 6 16,-2 1-3-16,2 2-6 0,0-2 3 16,0-1-6-16,3-1-3 0,-5 0-4 15,0 1 3-15,5-1-3 0,-3 0-7 16,4-7 4-16,-7 12-8 0,6-5 4 0,-5-2-2 16,2 2 2-16,4-7 3 0,-5 12 3 15,-1-7 3-15,4 2-4 0,-2-1 5 16,0 1-6-16,0 0-2 0,-1 2 2 0,-1-1-7 15,1-1 4-15,-2 0-4 0,4 4-1 16,-3-3 1-16,2 0 0 0,-1-1-4 0,-1-1-4 16,3 2-2-16,-2-1 7 15,1 0-1-15,4-7-1 0,-7 13-7 0,3-9 3 16,2 1-4-16,2-5 5 0,-7 10-3 16,2-4-3-16,5-6 6 0,-5 10-2 15,3-4-1-15,2-6 1 0,-7 9-3 0,3-1 4 16,4-8-3-16,-6 10 1 0,5-5 1 15,-6 1-6-15,7-6 2 0,-6 11 1 0,1-4 2 16,3-2-1-16,2-5-4 0,-4 11 6 16,1-8-4-16,3-3 0 0,-6 10 3 0,6-10 0 15,-4 7 0-15,4-7-4 0,-6 8 4 16,6-8-3-16,-2 7-3 0,2-7 1 16,-5 7 3-16,5-7 0 0,-6 8-1 15,6-8-2-15,-5 9 3 0,0-4-4 16,5-5 5-16,-6 9-4 0,6-9 2 0,-3 8 1 15,3-8-5-15,-4 7 7 0,4-7-2 16,-6 7-1-16,6-7 7 0,0 0-1 0,-3 7-5 16,3-7-1-16,0 0 1 0,0 0 3 15,-4 8-5-15,4-8 3 0,0 0-2 16,-5 5 7-16,5-5-4 0,0 0-2 0,0 0 5 16,0 0 11-16,0 0 10 0,0 0-1 15,0 0-4-15,0 0-2 0,-3 8-4 0,3-8 0 16,0 0 3-16,0 0-9 0,0 0 3 15,0 0-8-15,0 0 8 0,0 0-5 16,0 0 3-16,0 0-9 0,0 0 9 16,0 0-5-16,0 0 6 0,0 0-7 15,0 0 3-15,0 0-6 0,0 0 4 0,0 0-4 16,0 0 1-16,0 0 1 0,0 0 0 16,0 0-5-16,0 0 3 0,0 0 3 0,0 0-5 15,0 0 1-15,0 0-3 0,0 0 1 16,0 0 4-16,0 0-2 0,0 0-2 15,0 0 3-15,0 0-3 0,0 0 6 0,0 0-10 16,0 0 5-16,0 0 0 0,0 0 0 16,0 0 0-16,0 0-1 0,0 0 3 15,0 0-2-15,0 0 1 0,0 0-3 16,0 0 3-16,0 0-5 0,0 0 6 0,0 0 0 16,0 0 2-16,0 0-3 0,0 0 0 15,0 0 0-15,0 0 3 0,0 0-5 16,0 0 2-16,0 0 1 0,0 0 2 0,0 0-5 15,0 0 14-15,0 0 17 0,0 0 4 16,0 0 0-16,0 0 1 0,0 0-8 0,0 0-4 16,0 0 1-16,-6 6-4 0,6-6-1 15,0 0 1-15,0 0-5 0,0 0-2 0,0 0 5 16,0 0-3-16,0 0 0 16,0 0-3-16,0 0-2 0,0 0 3 0,0 0 7 15,0 0 3-15,0 0-1 0,0 0 1 16,0 0 1-16,0 0-6 0,0 0-3 15,0 0-8-15,0 0 7 0,0 0-1 0,0 0 10 16,0 0 4-16,0 0-3 0,0 0-6 16,0 0 3-16,0 0-8 0,16-19 2 0,-16 19-5 15,5-7-1-15,-5 7 1 0,4-5-3 16,-4 5 5-16,6-6-1 0,-6 6-3 16,0 0 3-16,0 0-10 0,3-7 4 0,-3 7 1 15,0 0 3-15,0 0-10 0,4-7 9 16,-4 7-6-16,0 0 0 0,0 0 3 0,0 0-2 15,7-7-2-15,-7 7 5 0,0 0 6 16,0 0 2-16,5-5 5 0,-5 5-4 16,7-7-4-16,-7 7-1 0,6-7 4 15,0 2-4-15,-6 5 2 0,10-12-4 0,-7 7-4 16,1 0 3-16,-4 5-1 0,9-9-4 16,-9 9 1-16,6-9 3 0,-6 9-6 15,6-4 1-15,-6 4-2 0,0 0-3 0,6-5-4 16,-6 5 9-16,0 0-5 0,0 0-1 15,5-7 4-15,-5 7-2 0,0 0 1 0,0 0 2 16,0 0 0-16,0 0-1 0,0 0 1 16,0 0 0-16,11-4-1 0,-11 4 8 15,0 0-3-15,0 0 0 0,13-3-1 16,-13 3-4-16,9-10 7 0,-4 6-4 0,4-3-6 16,-4 1 7-16,3-2 0 0,-5 2-2 15,3-2 2-15,-3 1-7 0,4 1 6 16,-7 6-1-16,6-12-10 0,-6 12 6 0,1-7-5 15,-1 7 2-15,2-8 1 0,-2 8 3 16,0 0-1-16,0 0 1 0,0 0-2 0,0 0-2 16,0 0 2-16,0 0 3 0,0 0-5 15,0 0 7-15,-16 19-2 0,16-19-1 16,-1 8 5-16,1-8-6 0,0 0 1 0,-2 9 3 16,2-9 2-16,0 0 1 15,0 0-3-15,0 0 3 0,0 0-3 0,0 0 2 16,0 0-5-16,39-15-1 0,-30 9-4 15,-2-2 2-15,4-1 6 0,-2 1-5 0,-4-2-1 16,3 3 4-16,-5-3-4 0,1 2-1 16,-4-1 3-16,0 0-2 0,0 9 1 15,-2-13 2-15,-2 8-3 0,4 5-2 0,-9-7-6 16,9 7 5-16,-11-2 1 0,11 2-1 16,0 0 5-16,-21 7 1 0,13-2 1 0,0 1-1 15,4-1 0-15,4-5 2 16,-11 10-3-16,10-5 4 0,1-5 5 0,-6 7-8 15,6-7 4-15,0 0 0 0,0 0 2 0,0 0-3 16,0 0 6-16,13 7-2 16,-13-7-10-16,0 0-11 0,25-12-8 0,-14 6 4 15,-1 1-1-15,-1-1-1 0,1-1 0 16,-5 0 4-16,3 0 2 0,-6 2 2 0,2-2 1 16,-4 7 5-16,0-14-4 0,-2 7-1 15,2 7 2-15,-10-11-1 0,6 5 4 16,4 6 0-16,-9-5-2 0,9 5 3 0,0 0-1 15,-19 2 2-15,19-2-1 0,-17 5-2 16,17-5 8-16,-10 8 6 0,10-8-9 16,-8 6 5-16,8-6 4 0,-1 7-3 15,1-7 0-15,0 0 8 0,0 0-3 0,0 0 6 16,0 0-6-16,26 3-3 0,-26-3-4 16,25-10-3-16,-12 3-2 0,1 0 1 15,-1 0 4-15,-1 0-4 0,-3 0 4 0,-1 1-9 16,-3 1-1-16,-1-1 6 0,-4 6 0 15,0-10 4-15,0 10 2 0,-6-11-10 0,6 11-3 16,-9-8 6-16,2 5-5 0,7 3 5 16,-14-3-2-16,14 3-1 0,-15 0 4 15,15 0-12-15,-17 5-19 0,7 0-61 16,3-1-71-16,0 2-81 0,-2 1-127 16,2-2-227-16,1 2 41 0,0-2 63 0,6-5-102 0,-8 8-100 15</inkml:trace>
  <inkml:trace contextRef="#ctx0" brushRef="#br0" timeOffset="-109478.34">7140 14979 1540 0,'0'0'-17'0,"0"0"9"0,0 0 27 16,0 0 18-16,0 0 23 0,0 0 17 16,-7-12 8-16,7 12 18 0,0 0-4 15,0 0 0-15,0 0-9 0,-4-8-10 0,4 8 1 16,0 0 1-16,0 0 5 0,0 0 9 16,0 0 1-16,0 0-3 0,0 0 0 0,0 0-1 15,-4-5-1-15,4 5-3 0,0 0-2 16,0 0-6-16,0 0 1 0,0 0-9 15,0 0-2-15,0 0-8 0,0 0-7 16,0 0-10-16,0 0 0 0,0 0-8 0,0 0 2 16,0 0-7-16,0 0 25 0,0 0 4 15,-12 25-3-15,10-13 2 0,0 5 18 16,-3 4-2-16,5-2-9 0,-2-2-9 0,2 4-3 16,-2-1 7-16,2-1 5 0,0 0-3 15,0-2-4-15,0-2-8 0,0-1-2 0,0 0-6 16,-2-2-4-16,2-2-5 0,0-2-1 15,0 1-6-15,0-2 1 0,0-7-5 0,0 12 0 16,0-7-2-16,0-5 0 16,0 10-2-16,0-10-3 0,0 7-1 15,0-7-1-15,0 0-5 0,0 7-2 0,0-7-17 16,0 0-44-16,0 0-52 0,0 0-76 16,0 0-77-16,0 0-102 0,0 0-115 0,0 0-162 15,0 0 41-15,-14-19-277 0,14 14-356 16</inkml:trace>
  <inkml:trace contextRef="#ctx0" brushRef="#br0" timeOffset="-108445.35">7121 15032 2193 0,'0'0'-131'16,"0"0"29"-16,0 0 25 0,-8-10 25 15,8 10 25-15,-2-7 20 0,2 7 15 16,-3-7 15-16,3 7 9 0,0 0 8 0,-4-7 9 16,4 7 9-16,0 0 9 0,-4-8 1 15,4 8 5-15,0 0 0 0,2-10-4 0,-2 10-1 16,0 0 1-16,2-14-4 0,2 8 1 16,-4 6 2-16,3-11-3 0,3 2-5 0,-2 2 2 15,2-1-4-15,1-1-2 0,-3 2-6 16,3-1 1-16,-2 1 1 0,2-3 0 15,-3 6-9-15,2-1 0 0,-6 5-4 0,9-10 2 16,-3 4-8-16,0 2 4 16,-6 4-10-16,11-9 3 0,-4 5-1 0,0 0-5 15,-7 4 1-15,17-6-3 0,-12 4 0 16,-5 2-1-16,16-4-1 0,-16 4-8 16,15 0 0-16,-15 0-3 0,0 0 1 0,21 4 6 15,-14-2-8-15,2 4 1 16,-2-2 0-16,0 0-1 0,-1 2-2 0,-1 3-8 0,2-1 7 15,-2 3-2-15,-3-1 6 0,2 2 2 16,-4-1-5-16,0-1-1 0,0 0-2 0,-2 1 12 16,0-1-11-16,0 2 5 0,-1-2 1 15,-4-1-3-15,4 1-13 0,-5 0 16 16,3-3 8-16,-3 1-6 0,0 1 1 0,0-1-7 16,1-4 4-16,-2 3-14 15,2-1 11-15,0-4 1 0,7-2 1 0,-11 7 1 16,11-7-13-16,-12 7 13 0,12-7 1 15,-6 4-10-15,6-4 14 0,-7 6-3 16,7-6 6-16,0 0-8 0,0 0 2 0,-9 4 4 16,9-4-6-16,0 0 7 0,0 0-10 15,-7 4 7-15,7-4-11 0,0 0 9 0,0 0 8 16,0 0-3-16,0 0-10 16,0 0 4-16,0 0 13 0,0 0-3 0,-3 6-1 15,3-6-9-15,0 0 0 0,0 0 4 16,0 0-2-16,0 0-1 0,0 0 4 15,0 0 1-15,6 11-2 0,-6-11 5 0,6 4-9 16,-6-4 12-16,7 8 2 0,-1-3 6 16,-3 2-6-16,6-2 12 0,-4-1-11 0,2 6 2 15,1-3-2-15,-1-1 5 0,3 0 6 16,-4 2 3-16,1-2 1 0,1 2-3 0,0-3-2 16,-1 2 3-16,-1 0-3 0,1-2 3 15,-2 0 2-15,2 2-3 0,-3-2 2 16,3 0 4-16,-7-5 3 0,8 10 1 0,-2-6 1 15,-6-4 1-15,6 7 0 16,-6-7 7-16,7 4 4 0,-7-4 4 0,6 6 5 16,-6-6 4-16,0 0 0 0,5 5 10 15,-5-5-3-15,0 0-2 0,0 0 6 0,7 5-19 16,-7-5-4-16,0 0-6 0,0 0-7 16,0 0-1-16,0 0 1 0,5 7-19 15,-5-7-14-15,0 0-35 0,0 0-53 0,0 0-87 16,0 0-116-16,0 0-138 0,0 0-213 15,-21 2-133-15,21-2 83 0,-16-4-491 0,16 4-632 16</inkml:trace>
  <inkml:trace contextRef="#ctx0" brushRef="#br0" timeOffset="-106622.85">5726 16272 2861 0,'0'0'-217'16,"0"0"39"-16,0 0 43 0,0 0 29 15,-1-8 38-15,1 8 21 0,0 0 16 16,0 0 22-16,0-10 7 0,0 10 12 16,0 0 10-16,0 0 5 0,-5-8 5 0,5 8 8 15,0 0 2-15,-2-9 1 0,2 9 5 16,0 0-1-16,-4-8 6 0,4 8-2 0,0 0 2 15,0-6-3-15,0 6-8 0,0 0-2 16,0 0-9-16,0 0-2 0,0 0-4 16,0 0-4-16,0 0 1 0,0 0 1 0,0 0-4 15,-5 25 4-15,5-11-1 0,0-1-6 16,-2 5 5-16,2 1-3 0,-2-1 14 16,2 1 1-16,0-2-8 0,0-1 3 15,0-1-4-15,0-1 4 0,0-1-4 16,2-1-6-16,-2-1 1 0,-2-3 1 0,4 2-5 15,-2-10 1-15,0 14 1 0,0-9-5 16,0-5 0-16,0 11 1 0,0-11 0 0,0 9-2 16,0-9 2-16,0 7 5 0,0-7-19 15,0 0-5-15,-2 12-34 0,2-12-39 16,0 0-48-16,-4 6-64 0,4-6-82 0,-3 4-128 16,3-4-85-16,0 0-62 0,0 0-51 15</inkml:trace>
  <inkml:trace contextRef="#ctx0" brushRef="#br0" timeOffset="-105629.02">5747 16198 1350 0,'0'0'-83'16,"0"0"30"-16,0 0 21 0,-17-2 15 15,17 2 15-15,0 0 19 0,0 0 7 0,0 0 3 16,0 0-1-16,0 0 7 0,0 0-1 16,0 0 7-16,-7-5-2 0,7 5 2 0,0 0 0 15,0 0-3-15,0 0 7 0,-5-7 3 16,5 7 2-16,0 0 1 0,0 0-2 15,2-13 2-15,-2 13-6 0,3-9 0 0,-3 9-4 16,3-10-3-16,3 1-1 0,0 4-2 16,-3-2-4-16,-3 7 0 0,9-10 0 0,-2 7-4 15,-2-3 0-15,-5 6-6 16,12-5-4-16,-12 5 0 0,0 0-2 0,19 2 1 16,-19-2 2-16,17 10-4 0,-9-3-4 15,-1 3 0-15,1-3 2 0,-3 2 4 16,2 1 1-16,-4 1-1 0,1-2 0 0,-2 3 7 15,2-2 3-15,-3-3 0 0,-1 2 1 16,2 0-6-16,-2-1 1 0,0-8 0 16,0 13-3-16,0-7 0 0,0-6-2 15,0 10-2-15,0-10 3 0,2 8-1 16,-2-8-2-16,0 0 0 0,0 9 0 0,0-9 3 16,2 8-3-16,-2-8 8 0,0 0 2 15,2 10 7-15,-2-10-2 0,5 9-1 0,0-3-4 16,1 2 2-16,-1-2-1 0,2 3-5 15,1 1-3-15,2 0-2 0,-3 1-1 16,1-1 1-16,2 0 7 0,-3 1 3 0,-3-1 6 16,0 0 9-16,1-1 8 0,-1 1 11 15,-4 0 19-15,0 1 9 0,-4-1 18 16,2 0 15-16,-3 0 5 0,-1 3-3 16,-6-6-9-16,3 2-9 0,0 0-7 15,-3-1-10-15,3-4-7 0,-1 1-8 0,-2-2-8 16,3 2-8-16,0-3-1 0,9-2-5 15,-16 6-6-15,7-4-6 0,9-2 3 0,-11 2-10 16,11-2-3-16,-12 3-38 0,12-3-35 16,0 0-27-16,-15 1-38 0,15-1-51 15,0 0-60-15,0 0-73 0,-14 0-97 0,14 0-177 16,0 0 7-16,0 0-217 0,0 0-268 16</inkml:trace>
  <inkml:trace contextRef="#ctx0" brushRef="#br0" timeOffset="-97560.92">8406 16012 892 0,'1'-6'339'15,"-1"6"-165"-15,0 0-69 0,0-6-33 16,0 6-16-16,0 0-8 0,0 0 12 16,-5-9-2-16,5 9-1 0,0 0-4 0,0 0-6 15,0 0-2-15,0 0-5 0,0-8-4 16,0 8-4-16,0 0-2 0,0 0-8 0,0 0 1 16,0 0 1-16,0 0 12 15,0 0 1-15,0 0 2 0,0 0 3 0,-4-4-5 16,4 4-3-16,0 0 2 0,0 0-1 15,0 0-6-15,0 0-1 0,0 0-1 0,0 0-3 16,0 0-2-16,-12-2-1 0,12 2 1 16,0 0-8-16,0 0 4 0,0 0-2 15,0 0 10-15,0 0 3 0,-16 6-2 0,16-6-1 16,0 0-2-16,-11 0 1 0,11 0-2 16,0 0 5-16,-13 0 9 0,13 0-2 0,0 0 1 15,-17 0-6-15,17 0-1 16,-9 3-3-16,9-3-3 0,0 0 1 0,-15 0-8 15,15 0 5-15,-12 1-8 0,12-1 0 0,0 0-1 16,-15 0 1-16,15 0-3 16,-12 4 3-16,12-4 2 0,-11 4-8 0,11-4-1 15,-11 0 3-15,11 0-3 0,-12 5 23 16,6-4 0-16,6-1 3 0,-14 3-4 0,5 1-3 16,9-4 4-16,-13 4-6 0,8 0-6 15,-4 0-2-15,2 0 8 0,3-1-7 0,-3 2-4 16,1-1 2-16,6-4-3 0,-12 8 5 15,9-3-3-15,-3-1-5 0,3 1-3 16,-1 0 7-16,-3 0-11 0,4 0 12 0,3-5 11 16,-8 10-1-16,6-5 8 15,-3 1 1-15,1-1-5 0,2 2 4 0,-2-2-11 0,4-5 4 16,-6 12-3-16,2-7-9 16,4 3 26-16,-1-1 4 0,-1 2-6 0,0 0-3 15,2-3-9-15,-2 3 13 0,2-1-7 16,-2-1-10-16,2 2 4 0,0-1 4 0,0 1 12 15,-2-1-4-15,4 2-2 0,-4-3-2 16,4 5 2-16,-2-4-2 0,0 2 1 0,0 1 18 16,0-1-3-16,2 0-5 0,0 2-1 15,2-2 1-15,-3 2-1 0,-1-2 17 16,4 2-2-16,0-1 0 0,1-1-11 0,-4 0 0 16,3 1-4-16,2-1-3 0,-3-2 4 15,3 1 6-15,-1-1-1 0,0 1-4 16,2-2 3-16,-3 0 2 0,2-1 3 15,-3 0 1-15,3 0 9 0,-2-4-1 0,0 3 10 16,4-1-10-16,-8-4 1 0,11 6-1 16,-6-5-2-16,-5-1-4 0,14 3-6 0,-14-3-6 15,13 0 0-15,-13 0-7 0,14-2-1 16,-14 2-3-16,13-2-2 0,-6-1-5 16,1 0-2-16,-8 3 0 0,12-6-1 0,-7 3-5 15,-5 3 1-15,12-5-5 0,-6 2-1 16,-3-3-1-16,-3 6-4 0,10-6 2 15,-7 0 0-15,-3 6-2 0,9-5 0 0,-9 5-2 16,3-6 1-16,-3 6-1 0,4-6 2 0,-4 6-2 16,2-8 10-16,-2 8-12 15,-2-10-1-15,2 10-2 0,-6-11 1 0,1 6-2 16,0-2 0-16,0 0 6 0,-1 1-4 16,-1 1-2-16,1-2 0 0,0 2 0 0,-2-1 0 15,3 1 4-15,-1 2 9 0,1-3-14 16,5 6 3-16,-10-6-2 0,4 3 2 15,6 3-4-15,-9-6 3 0,9 6 0 0,-8-3 0 16,8 3-3-16,-6-3 2 0,6 3 1 16,0 0-3-16,-6-6 4 0,6 6-2 15,0 0 12-15,-5-3-15 0,5 3 3 0,0 0 0 16,0 0 3-16,0 0 1 0,0 0 3 16,0 0 3-16,0 0-2 0,16-5 2 15,-16 5 2-15,14-2 0 0,-4 1 0 0,0-3-2 16,-1 2-1-16,2-1-1 0,-1 0 2 15,-10 3 1-15,17-2-2 0,-7 0 0 16,-10 2-2-16,15-4 1 0,-15 4 0 0,16-4-2 16,-16 4-1-16,11 0 0 0,-11 0 1 15,0 0 10-15,14 0-12 0,-14 0 5 0,0 0-8 16,0 0 3-16,20 0-2 0,-20 0 2 16,9 10 0-16,-2-5 3 0,-4 0 2 0,1 4 4 15,1 1 4-15,-3 2 2 16,2 1 3-16,0 3 10 0,-3-2 4 0,3-1-2 15,-1-1-3-15,-1 2 3 0,2-2-4 16,-3 0 4-16,-1 0 3 0,2 1 1 16,0-4-2-16,0-1-3 0,0 0-8 0,0-2 8 15,-2-6-9-15,1 12 4 0,-1-12-3 16,0 11-1-16,0-11-11 0,2 6 19 0,-2-6-10 16,0 0-6-16,2 12-2 0,-2-12-8 15,0 0-6-15,2 4-19 0,-2-4-62 16,0 0-69-16,0 0-100 0,0 0-97 0,0 0-119 15,0 0-151-15,-11-26-197 0,5 19 72 0,1-3-591 16,0 2-791-16</inkml:trace>
  <inkml:trace contextRef="#ctx0" brushRef="#br0" timeOffset="-96281.08">8427 15991 3341 0,'0'0'-157'0,"-2"-8"29"16,2 8 20-16,0 0 33 0,0 0 26 15,-7-13 26-15,7 13 20 0,0 0 11 0,-1-8 14 16,1 8 4-16,-4-8-2 0,4 8 0 16,0 0 8-16,-4-8 10 0,4 8-1 15,0 0-4-15,-2-6-6 0,2 6-1 16,0 0-5-16,0 0-2 0,-9-6 8 15,9 6-2-15,0 0-2 0,-12-1-2 0,12 1-1 16,0 0-2-16,-15 0 1 0,15 0 7 16,0 0-1-16,-21 4 2 0,21-4 2 0,-15 0 8 15,5 3 10-15,10-3-10 0,-20 4-7 16,8 0 9-16,1 0-2 0,2-2 3 16,-3 4 16-16,-3 0-10 0,3-3-14 0,1 1 10 15,0 2-2-15,-3-2-11 0,3 2 7 16,-1 3-5-16,-1-4-7 0,-1 2 2 0,6-1-1 15,-3 3 11-15,1-2 10 16,1-1-6-16,2 1 0 0,-3 1 5 0,2-2-8 16,1 1 0-16,-1 2-9 0,1-2 2 15,-2 1 7-15,2 1 12 0,2-1-7 0,-3 1 2 16,5-1-10-16,-6 4-2 0,4-3 2 16,-1 1 10-16,1 2 6 0,-1 2-2 15,1-1-3-15,0 1-3 0,1-2 1 0,0 5 18 16,1-2-5-16,1-1-4 0,0 1 4 15,-2 2-11-15,4-3-4 0,-1 3 2 16,1-1 15-16,-3 2-2 0,1-1-5 16,2-2-1-16,2 2-1 0,-2-3 12 0,3 4 2 0,-2-3-7 15,-1 0-2-15,2-1-3 16,2 0 0-16,-2-1 3 0,1 1 12 0,1-2-2 16,4 3-6-16,-2-2 1 0,1-1 4 0,1 0-2 15,-1 0 4-15,3-1-8 16,1 0 5-16,-1-1-15 0,0-1 1 0,1 1 1 15,0-1 15-15,3-2 1 0,-3-1-1 16,1-1-2-16,1 4 7 0,-2-4-1 0,3-1-1 16,-3 1 0-16,3-4 2 0,-3 3 5 15,2-2 1-15,1 0-2 0,-1-2-4 0,-13 0-1 16,28-2 0-16,-14 0 2 0,1 0-34 16,-1 0-40-16,2-1 0 0,-2 1 0 15,-1-1 0-15,1-2 0 0,-3 1 0 16,4-3 0-16,-1 2 0 0,-1-1 0 0,1 0 0 15,-7-1 0-15,8 1 0 0,-1-3 0 16,-2-1 0-16,2 0 0 0,-4 1 0 16,1 2 0-16,-1-2 0 0,1-1 0 0,-2 2 0 15,1-3 0-15,1 3 0 0,-3 0 0 16,-2 0 0-16,4-1 0 0,-7 1 0 0,5-2 0 16,-5 2 0-16,4-3 0 0,-4 1 0 15,1-1 0-15,0-3 0 0,1-3 0 0,-3 0 0 16,2 2 0-16,1 0 0 0,-4-1 0 15,1 3 0-15,0-1 0 0,0 1 0 16,-2 2 0-16,0-1 0 0,0-2 0 16,2 1 0-16,-4 1 0 0,2-1 0 15,-2-1 0-15,-2 2 0 0,3-3 0 0,-4 1 0 16,1-1 0-16,1 1 0 0,-1 2 0 16,-2-1 0-16,3 0 0 0,-1 3 0 0,-1 0 0 15,2 1 0-15,-1-1 0 0,-2 0 0 16,5 3 0-16,-5-2 0 0,2 1 0 0,0-1 0 15,-2 1 0-15,1-3 0 0,-3 2 0 16,1 0 0-16,-2-2 0 0,2 3 0 0,0-2 0 16,-1 1 0-16,2 1 0 0,0 0 0 15,-1-1 0-15,1 3 0 0,3 0 0 16,-4 2 0-16,7 4 0 0,-11-10 0 16,6 7 0-16,5 3 0 0,-16-8 0 15,8 4 0-15,-3 4 0 0,11 0 0 0,-26-2 0 16,4 4 0-16,4-2 0 0,-3 2 0 15,-2 4 0-15,-2 1 0 0,-8 1 0 0,1 4 0 16,1-1 0-16,1 5 0 0,-1 0 0 16,6 5-421-16,3-1-442 0,-3 2-94 0,4-1 94 15,2 4-867-15,0-1-1163 16</inkml:trace>
  <inkml:trace contextRef="#ctx0" brushRef="#br0" timeOffset="-93961.97">7154 14941 4258 0,'7'-5'-324'0,"-7"5"28"15,0 0 27-15,0 0 50 0,0 0 38 0,0 0 32 16,0 0 32-16,0 0 19 0,0 0 12 16,0 0 7-16,0 0 13 0,0 0 1 0,0 0 10 15,0 0 8-15,0 0 15 0,0 0 11 16,0 0 10-16,0 0 15 0,0 0 8 16,0 0 10-16,0 0 10 0,0 0 8 15,0 0 7-15,0 0 11 0,0 0 2 0,0 0 5 16,0 0 4-16,0 0 3 0,-21-7 2 0,21 7 1 15,0 0-6-15,0 0-4 16,0 0-11-16,0 0-7 0,0 0-2 0,0 0-3 16,0 0-7-16,0 0 22 0,0 0 4 15,0 0 8-15,-13 19 15 0,11-10-2 16,0 3 3-16,-4 1 12 0,0 3 4 0,3 3 0 16,-5 0-4-16,5 3-8 0,-3-1-9 15,-1 0 0-15,4-1 15 0,-1-2-10 16,2-1-4-16,0 0-8 0,-1-1-7 0,-1-3-5 15,2 2-8-15,-2-5-6 0,4 0-1 16,-4-1 4-16,4 0 13 0,-4-4 1 0,4-5-6 16,-2 11-6-16,2-11-2 0,-2 9-5 15,2-9-6-15,0 0-4 0,-1 7-3 16,1-7-6-16,0 0-6 0,0 0-22 16,0 0-43-16,0 0-63 0,0 0-77 0,0 0-79 15,0 0-88-15,-19-12-92 0,19 12-144 16,-8-11-27-16,4 7-321 0,2-3-415 0</inkml:trace>
  <inkml:trace contextRef="#ctx0" brushRef="#br0" timeOffset="-93194.55">7089 15040 2410 0,'2'-8'-113'0,"-2"8"34"0,2-13 30 15,-2 7 17-15,0 6 28 0,2-15 28 0,0 8 19 16,-2-1 15-16,1-1 13 16,-1 9 8-16,2-15 2 0,0 10-3 0,0-4 2 15,2 2 5-15,-1 2-7 0,3-4-2 16,4 1-3-16,1-1-1 0,1 1-1 15,-1-1 0-15,0 2-3 0,-1 0 4 0,1 1-7 16,1 2 0-16,-2-1 0 0,-1 2-10 16,0-1-3-16,-9 4-2 0,20-3-9 0,-20 3-6 15,16 2-5-15,-16-2 5 0,18 2-3 16,-7 1 0-16,-3 3-8 0,1 0-2 16,-3 2-4-16,1 1 8 0,0 3 0 0,-2 0-1 15,1-1 2-15,-4 1 16 0,1 2-6 16,-3-3 1-16,0 2-2 0,-3-1 5 0,1 0-6 15,-2 0 0-15,2-1 0 0,-3-1 8 16,0-2-5-16,0 3-16 0,-3-2 9 16,1-1-1-16,1-2 4 0,-4 2-4 15,3-4-8-15,-1 2 1 0,-2-1-9 16,10-5 6-16,-15 6 2 0,8-2-2 0,7-4-2 16,-12 8 3-16,12-8 4 0,-7 3 7 15,7-3 3-15,0 0-4 0,-10 3 7 0,10-3-5 16,0 0 3-16,-7 6 4 0,7-6-5 15,0 0 1-15,0 0 3 0,0 0-11 0,0 0 2 16,-5 5-2-16,5-5 4 0,0 0-3 16,14 12-3-16,-4-8 5 0,2 5 7 15,-3-1 2-15,4 2 2 0,2 1 3 16,-2 1 2-16,3 2 13 0,-1-2 3 16,1 1 4-16,-4 1 7 0,2-3 11 0,-3 2-1 15,0 1 1-15,2-4 6 0,-6 1-3 16,0-5 7-16,2 4-4 0,-4-4 6 0,3 1 1 15,-5-2-4-15,3 0 10 0,-6-5-12 16,8 8-10-16,-8-8-6 0,8 6-7 16,-8-6-4-16,5 5-3 0,-5-5-5 0,7 5-2 15,-7-5-8-15,0 0 1 0,6 5-10 16,-6-5-3-16,0 0-4 0,0 0-15 0,0 0-51 16,0 0-67-16,0 0-62 15,0 0-74-15,12 2-80 0,-12-2-102 0,0 0-130 16,0 0-182-16,0 0-44 0,-16 9 90 15,9-4-521-15,-4-1-672 0</inkml:trace>
  <inkml:trace contextRef="#ctx0" brushRef="#br0" timeOffset="-92177.69">5755 16215 2937 0,'0'0'-209'0,"-8"-7"27"0,8 7 36 16,-4-4 45-16,4 4 35 0,0 0 32 15,-4-9 18-15,4 9 23 0,-1-9 14 0,1 9 10 16,-4-9 17-16,4 9 9 0,0-10 9 15,0 10 4-15,0-8 7 16,0 8-1-16,0-9 1 0,0 9-2 0,0 0 2 16,-2-10-4-16,2 10-5 0,0 0-4 15,0 0-8-15,-2-9-2 0,2 9-10 0,0 0 2 16,0 0 20-16,0 0-4 0,0 0 1 16,-4 26 6-16,3-12 5 0,-4 1 3 15,5 3 10-15,-2 1 6 0,-2 0-4 0,4 5-5 16,0 1-5-16,0-4 4 0,0-1 1 15,2 1 1-15,-4-2-9 0,4-1-4 0,-2-1-9 16,0-1-2-16,0-3-8 0,0-1-5 16,0 1-6-16,0-5-3 0,2 2-2 15,-2-1-5-15,0-2-4 0,0 2 0 0,0-9-4 16,2 9-1-16,-2-9-3 16,-2 11-4-16,2-11-5 0,0 9 3 0,0-9-2 15,0 0-6-15,0 8-8 0,0-8-23 16,0 0-41-16,0 0-54 0,-4 8-69 0,4-8-70 15,-1 5-99-15,1-5-119 0,0 0-155 16,0 0 50-16,0 0-221 0,0 0-290 16</inkml:trace>
  <inkml:trace contextRef="#ctx0" brushRef="#br0" timeOffset="-91281.6">5759 16208 2156 0,'-2'-4'-56'0,"2"4"20"16,-7-13 19-16,4 6 26 0,3 7 21 0,-6-11 23 15,4 5 18-15,2 6 5 16,-3-14 2-16,1 9 11 0,2 5-4 0,-4-8 11 0,4 8-3 16,0 0 12-16,-2-10 7 15,2 10 1-15,0 0 20 0,-2-9 3 0,2 9 0 16,0 0-5-16,0-9-3 0,0 9-12 16,0 0-3-16,2-10-5 0,-2 10-4 15,4-7-12-15,2 2-6 0,-6 5-5 0,9-8-5 16,-3 4-1-16,-6 4-4 0,11-8-4 15,-5 4-4-15,-6 4-9 0,11-7-4 0,-11 7-2 16,14-3-7-16,-14 3-5 0,11-5-4 16,-11 5-3-16,12 0-5 0,-12 0 3 15,0 0-3-15,20 7 0 0,-10-2-5 0,-4 0-1 16,1 0-2-16,3 0 0 0,-4 2-2 16,0-2-2-16,-1 2 4 0,-1 0 0 0,1 1 0 15,-3 1 8-15,2 0 0 16,-1 1 7-16,-3 0 0 0,-3 2 1 15,1 0-1-15,0 0-3 0,0 0-3 0,0 1 2 16,1-4-1-16,-3 2-4 0,2-1-3 16,0-1 1-16,0-3-3 0,2-6-2 0,-1 13 2 15,1-13 10-15,-2 10 8 0,2-10 6 16,-2 7 6-16,2-7 11 0,-2 7 0 16,2-7 7-16,0 0-1 0,-2 8 1 0,2-8-4 15,0 0-2-15,0 0 6 16,0 0-4-16,2 11-8 0,-2-11-2 0,0 0-3 15,0 0-9-15,7 6-2 0,-7-6 0 16,8 6-10-16,-8-6-2 0,14 5 1 0,-7 0-8 16,0 0-1-16,3 0-2 0,-2 2 0 15,1 0-3-15,0-2-1 0,-3 2-2 16,2-2-2-16,0 2 5 0,-3-2 1 0,1 2 6 16,-3 0 1-16,2-1 11 0,-3 3 6 15,-2-2 3-15,0-7 11 0,-2 17 7 0,-3-9 9 16,0 3 4-16,-2-1 6 0,-3 0 4 15,-4 1 2-15,2 1-1 0,-8-3 0 16,4 0-1-16,-4 0-3 0,3-1 1 16,0-2-7-16,-1-1-5 0,5-1 8 15,-2-2-7-15,2-2-68 0,13 0 0 0,-20 2 0 16,20-2 0-16,-18-2 0 0,18 2 0 16,-18 0 0-16,18 0 0 0,-13-2 0 0,13 2 0 0,-12 0 0 15,12 0 0-15,0 0 0 16,-13-4 0-16,13 4 0 0,0 0 0 15,0 0 0-15,-15-2 0 0,15 2 0 0,0 0-244 16,0 0-137-16,-8 8-91 0,8-8-94 16,0 12-169-16,0-4-126 0,0 1 99 0,0-1-656 15,4 2-870-15</inkml:trace>
  <inkml:trace contextRef="#ctx0" brushRef="#br0" timeOffset="-77880.79">5671 17837 3567 0,'0'0'-191'16,"0"0"36"-16,2-8 32 0,-2 8 38 16,0 0 33-16,0 0 32 0,0 0 31 15,0 0 27-15,0-9 15 0,0 9 15 0,0 0 7 16,0 0 10-16,0 0 10 0,0 0 4 15,0 0 11-15,0 0 8 0,0-8-1 16,0 8 2-16,0 0 5 0,0 0 0 16,0 0 2-16,0 0-3 0,0 0-1 0,0 0-3 15,0 0 1-15,0 0-1 0,0 0-2 16,0 0-1-16,0 0 0 0,0 0-9 16,-4-9-8-16,4 9-6 0,0 0-6 0,0 0-16 15,0 0-6-15,0 0-10 0,0 0-9 16,0 0-9-16,0 0 1 0,0 0-2 15,0 0-4-15,9 38 8 0,-5-23-1 0,5 15 4 16,1-1-3-16,-2-4 0 0,1 2-7 16,-1 0 5-16,0-7 27 0,-1 1 9 15,-1-4-7-15,4 1-11 0,-5 0-4 16,1-4-1-16,-2-3-6 0,-1 0-7 0,1-1 4 16,1 0 8-16,-3-3 9 0,-1 0-8 15,3 0 9-15,-4-7-1 0,4 8-4 16,-4-8-9-16,3 9-1 0,-3-9-6 0,2 8 1 15,-2-8-6-15,0 0 2 16,2 8-17-16,-2-8-18 0,0 0-28 0,0 0-60 0,0 0-55 16,0 0-65-16,0 0-72 0,0 0-67 15,0 0-58-15,-13 4-74 16,13-4-102-16,0 0-169 0,0 0 51 0,-21-18-452 16,14 11-617-16</inkml:trace>
  <inkml:trace contextRef="#ctx0" brushRef="#br0" timeOffset="-77335.3">5486 17665 2942 0,'0'0'-104'0,"-8"-11"21"0,6 7 32 16,2 4 30-16,0 0 33 0,-4-10 33 15,4 10 29-15,-1-7 25 0,1 7 13 16,0 0 19-16,-4-8-5 0,4 8-7 0,0 0 2 15,0 0-3-15,-4-6-3 0,4 6-5 16,0 0-14-16,0 0-4 0,0 0 24 16,0 0 12-16,0 0-1 0,0 0 3 0,31 12-4 15,-18-3 0-15,0 1-6 16,4 2-4-16,-1 3 2 0,7-1-9 0,-3 1-2 16,-4-1-6-16,0-4-5 0,-2 1-7 15,-1-3-3-15,-1 2-3 0,-1-3-10 16,-3 1-7-16,0-3-11 0,-1-1 2 0,-3 1-5 15,-4-5-3-15,11 9-9 0,-11-9 0 16,10 4-7-16,-10-4 3 0,6 6-5 0,-6-6-6 16,6 5 0-16,-6-5-4 15,0 0 3-15,0 0-9 0,7 5-5 0,-7-5-24 16,0 0-24-16,5 5-35 0,-5-5-46 16,0 0-54-16,0 0-55 0,0 0-63 15,0 0-69-15,0 0-97 0,0 0-140 0,0 0-105 16,0 0 64-16,0 0-312 0,0 0-429 15</inkml:trace>
  <inkml:trace contextRef="#ctx0" brushRef="#br0" timeOffset="-76965.14">5886 17549 2471 0,'-2'-13'-48'0,"1"7"13"0,1 6 18 16,-4-11 18-16,0 5 18 0,4 6 4 15,0 0 4-15,-4-6 13 0,4 6 25 16,0 0 29-16,-17 19 12 0,8-1 11 0,-5 8-2 16,1 1 9-16,-1 5 12 0,1-1 3 15,1-2-8-15,3-2 3 0,1-3-12 0,1-5-7 16,2-2-8-16,2 0-16 0,-1-3-10 15,0-2 2-15,3-4-10 0,-3 2-9 16,2-3 3-16,0 0 1 0,0 0 5 16,2-7-4-16,-2 10-2 0,2-10-7 15,-3 10-8-15,3-10-4 0,-5 8-2 0,5-8-15 16,-4 6-33-16,4-6-48 0,0 0-53 16,-3 7-55-16,3-7-56 0,0 0-58 15,0 0-88-15,0 0-118 0,-10 3-141 0,10-3 49 16,0 0-156-16,0 0-217 0</inkml:trace>
  <inkml:trace contextRef="#ctx0" brushRef="#br0" timeOffset="-76617.64">5524 17702 2079 0,'-4'-6'57'0,"4"6"20"0,-5-7 18 15,5 7 23-15,-4-10 27 0,4 10 19 16,-6-8 18-16,6 8-1 0,0 0-13 0,-4-6-23 16,4 6-19-16,0 0-2 0,0 0 23 15,0 0 9-15,0 0-5 0,30 9-9 0,-16 0-6 16,1 3-12-16,1-1-6 0,0 1-7 16,2 1-5-16,-3-1-10 0,2-1-2 15,-4 1-13-15,3 0-4 0,-3-4-9 16,-3 1-6-16,-1-3-7 0,1 3-4 15,-3-4-5-15,-1 2-6 0,2-2-6 0,-1 2-6 16,-3-4-1-16,-4-3-23 0,12 9-28 16,-8-6-33-16,-4-3-38 0,3 7-44 15,-3-7-40-15,4 5-39 0,-4-5-42 0,0 0-63 16,6 4-90-16,-6-4-139 0,0 0-72 16,0 0 53-16,0 0-164 0,1-17-226 0</inkml:trace>
  <inkml:trace contextRef="#ctx0" brushRef="#br0" timeOffset="-76333.96">5879 17530 2037 0,'0'0'23'0,"-7"-11"8"16,7 11-1-16,-3-6-3 0,3 6 16 16,0 0 31-16,0 0 35 0,-19 16 33 0,7-3 6 15,1 6 15-15,-5 6-5 0,3 4-6 16,-1-2-5-16,0 2 2 0,-1-2-6 15,3 1-18-15,5-5-11 0,-3-6-10 0,4 1-6 16,2-4-10-16,1 1-13 16,-1-4-3-16,2-1-7 0,-2-2-9 0,2-1 1 15,1 0-2-15,1-7-11 0,-4 10 3 0,4-10-11 16,-2 9-3-16,2-9-31 16,0 0-50-16,-8 2-50 0,8-2-45 0,0 0-47 15,0 0-59-15,0 0-65 0,0 0-103 16,0 0-167-16,-17-12 25 0,17 12-137 15,0 0-189-15</inkml:trace>
  <inkml:trace contextRef="#ctx0" brushRef="#br0" timeOffset="-71334.72">7971 17786 1738 0,'0'0'-74'0,"0"0"42"0,0 0 21 16,0 0 21-16,0 0 18 0,0 0 21 16,0 0 18-16,0 0 14 0,0 0 15 0,0 0 22 15,0 0 0-15,0 0 3 0,0 0 10 16,0 0 2-16,0 0 8 0,0 0-3 15,0 0 10-15,0 0-3 0,0 0 6 16,0 0-11-16,0 0 2 0,0 0-8 16,0 0-14-16,0 0-5 0,0 0-10 0,0 0-14 15,0 0 14-15,8 22 29 0,-6-11 19 16,1 9 7-16,3 4 2 0,1 11 10 16,3 3 4-16,-4 0-7 0,3 12 0 0,0-8-1 15,3 2-8-15,1 2 0 0,-1-10-3 16,-1 1-11-16,-3-6-3 0,2-1-23 0,-3-8 8 15,-1-2-14-15,-1-5-14 0,-1-3-3 16,5-2-9-16,-8 0-7 0,3-1-6 16,-2-2-4-16,2 0-3 0,-4-7-9 0,1 10-3 15,-1-10-8-15,2 8-4 16,-2-8-10-16,0 0-27 0,0 7-52 0,0-7-63 16,0 0-65-16,0 0-67 0,0 0-85 15,0 0-71-15,0 0-57 0,-20-15-65 16,13 6-124-16,0 3-112 0,2-3 57 0,-1-1-431 15,2-1-596-15</inkml:trace>
  <inkml:trace contextRef="#ctx0" brushRef="#br0" timeOffset="-70835.09">8000 18008 3249 0,'-5'-9'-40'0,"4"-3"13"15,-1 2 5-15,2-1 12 0,2 1 7 0,1-2 12 16,2-1 18-16,2 1 6 16,1-1-1-16,-1 3-3 0,5 1 1 0,-1 0-3 15,0 4-8-15,3 4 4 0,-1-1-4 16,-13 2-4-16,27 5 3 0,-10 0 9 16,-2 5-14-16,3 4 8 0,-4-2 12 0,-2 3 4 15,1 2 17-15,-2-3 10 0,-8 1 8 16,3 3 16-16,-2-3 8 0,-3 3-3 15,1 1-6-15,-2 0-8 0,0-2-3 0,-2 2-5 16,1-4 1-16,1 0-2 0,-2-3-7 16,0 2 2-16,2-5 1 0,0 1 5 15,0-2 12-15,4 3 6 0,-1-1 1 16,3 0-3-16,1 1-6 0,3-1 0 16,0 1 4-16,3 1-4 0,2 1-3 0,-1-1-6 15,1 0 4-15,2 1 2 0,-2 1 11 16,1-1 2-16,-1-2 1 0,-4 2 3 0,-1-2-2 15,-3 0 6-15,2-1-1 0,-5 2 2 16,1 0 3-16,-1 2 1 0,-4-3-2 16,-4 5-15-16,-3-1-4 0,-2 2-7 0,-4-3-11 15,-1 1-4-15,0-3-7 16,-6-2-13-16,1-3-33 0,0-4-51 0,0-3-76 16,0-3-86-16,2-1-92 0,-3-3-101 15,6-1-67-15,3-2-92 0,-3-5-196 16,6 3 15-16,5-2 87 0,-1 1-384 0,4-3-508 15</inkml:trace>
  <inkml:trace contextRef="#ctx0" brushRef="#br0" timeOffset="-70502.76">8976 17755 3270 0,'-11'2'222'0,"6"2"-18"16,5-4-11-16,0 0 3 0,0 0 10 0,-7 5 10 15,7-5-12-15,0 0-11 16,0 0-27-16,0 0-13 0,23-19-21 0,-10 9-24 16,2 4-45-16,4-1-55 0,2-1-71 15,0 0-85-15,1 4-78 0,3 0-71 16,-2-1-72-16,1 4-85 0,-8-2-154 0,4 3-18 16,-6 3-307-16,-2-2-413 0</inkml:trace>
  <inkml:trace contextRef="#ctx0" brushRef="#br0" timeOffset="-70318.83">9086 17967 2549 0,'-10'10'35'0,"5"-2"33"16,-1-3 26-16,3-1 35 15,3-4 44-15,-9 5 46 0,9-5 26 0,0 0 19 16,0 0 1-16,-9 3-23 0,9-3-29 16,0 0-14-16,0 0-26 0,0 0-22 15,30-25-52-15,-15 17-69 0,6-1-86 0,4-6-96 16,8 1-109-16,-5 2-111 0,7-3-186 15,-5 1-101-15,2-1 69 0,-1 1-260 16,-2-1-336-16</inkml:trace>
  <inkml:trace contextRef="#ctx0" brushRef="#br0" timeOffset="-69802.92">9745 17470 2255 0,'-2'-4'5'0,"2"4"28"0,0 0 19 15,-5-9 17-15,5 9 17 0,0 0 14 0,0 0 21 16,-6-8 17-16,6 8 7 15,0 0 1-15,0 0 3 0,0 0 42 0,0 0 12 16,2 27 1-16,2-12-12 0,-1 6-12 16,1 3-7-16,4 6-7 0,-3 3-10 15,5-3-9-15,1-1-12 0,-3-8-11 0,7 6-9 16,-2-3-14-16,-1-5-8 0,-1-2-8 16,2-4-8-16,-6-1-6 0,4-2-10 0,-4-3-3 15,5-2-3-15,-2-1-4 0,-1-2-4 16,-9-2-17-16,23-6-4 0,-12 0-13 15,3-4-7-15,1-6-7 0,-1 1 0 0,-2 1 0 16,-3 2-1-16,0 2 5 0,-2 0-6 16,-1 2-4-16,-1 2-3 0,2 2-2 15,-7 4 13-15,0 0 18 0,0 0 3 16,20 12 1-16,-11-2-1 0,2 6-3 16,-2 1-1-16,-1 2-1 0,7 4-6 0,-4-2 1 15,1-2-2-15,-1 7-2 0,1-5-1 16,-3-5-23-16,-1 1-34 0,-3-3-46 15,-1-2-76-15,3 3-68 0,-4-4-70 0,-1 1-76 16,0 0-115-16,-2-1-208 0,0-5 40 16,-2 2-374-16,2-8-515 0</inkml:trace>
  <inkml:trace contextRef="#ctx0" brushRef="#br0" timeOffset="-69402.63">9890 17230 3138 0,'-19'4'85'0,"-1"4"26"15,-7 11 28-15,-6 14 29 0,7 9 42 16,1 7 24-16,-2 3 12 0,7 4 16 0,8 2-6 16,2 2-18-16,10 6-17 0,4-2-17 15,9-2-19-15,4-2-22 0,10-2-17 16,6-5-3-16,3-4-10 0,3-6-25 15,4-7-11-15,0-7-16 0,2-7-18 0,5-6-30 16,-5-12-23-16,-4-7-14 0,7-4-10 16,3-12-9-16,-1-6-5 0,-1-10-6 15,-5-8-4-15,3-19 4 0,-6-4 1 16,-7-8 4-16,-9-10 5 0,-8-9 3 0,-11 13-2 16,-12-24 4-16,-7 3-1 0,-12 1 7 15,-9 11 3-15,-11 12 7 0,-3 8 1 0,1 24-2 16,-3 9 1-16,-8 12-4 0,-5 9 0 15,-10 10 5-15,1 12-16 0,-21 13-54 0,2 13-68 16,-1 5-97-16,6 12-108 0,4 8-150 16,8 12-253-16,11 2 38 0,8-4 86 15,11-3-359-15,14-14-460 0</inkml:trace>
  <inkml:trace contextRef="#ctx0" brushRef="#br0" timeOffset="-56121.91">16943 2218 3423 0,'-31'2'417'15,"6"0"89"-15,0-2-70 0,5 2-76 16,4-2-31-16,2 0-24 0,-2 0-28 15,16 0-33-15,-18 0-37 0,18 0-13 0,0 0 12 16,0 0-13-16,0 0-17 0,0 0-19 16,70 0-18-16,-24 3-14 0,7-3-40 0,9 3-65 15,1 1-87-15,-7-4-111 0,8 3-102 16,-12-1-110-16,0 0-113 0,-7-2-137 0,-2 0-196 16,-17 0 69-16,-5 0-640 0,-9 0-860 15</inkml:trace>
  <inkml:trace contextRef="#ctx0" brushRef="#br0" timeOffset="-55868.98">17226 2116 4068 0,'-3'-10'14'15,"3"10"46"-15,0 0 22 0,-2-8 17 16,2 8 19-16,0 0 25 0,0 0 19 0,27 4 13 16,-12 3 17-16,0 5 2 0,10 6-7 15,-2 5-7-15,0-1-17 0,-2 6-3 0,-2-1-1 16,-4-1-3-16,-5 1-8 0,-3-2 3 15,-7-6-5-15,0 3-9 0,-3 0-15 16,-3 0-16-16,-8 6-6 0,1-1-12 16,-4-3-7-16,-4 0-14 0,0-3-44 15,-2-3-60-15,4-3-68 0,2-3-69 0,0-5-84 16,0-1-89-16,1-2-101 0,1-4-131 16,2-4-202-16,0-4 23 0,2 3 80 0,10-7-450 15,2-6-596-15</inkml:trace>
  <inkml:trace contextRef="#ctx0" brushRef="#br0" timeOffset="-55321.82">18359 2193 3012 0,'-4'-5'-38'0,"1"-1"72"0,-2 1 51 16,5 5 60-16,-5-5 24 0,5 5 41 16,0 0 25-16,-8-8 11 0,8 8 9 0,0 0-12 15,-2-9-14-15,2 9-22 0,0 0-19 16,0 0-18-16,11-12-22 15,0 7-13-15,3 0-10 0,8 0-11 0,1 0-17 16,-1 1-12-16,-1 4-14 0,0 2-9 16,-4 1-23-16,2 6 4 0,1 3-8 0,-4 10 2 15,0 4-3-15,-8-2 7 0,-7 0 3 16,-1 3 8-16,-3 7 10 0,-6 6-2 0,4-2-8 16,-4 0-12-16,-1 1 4 0,0 0-11 15,3-1 5-15,-1-1-5 0,-4-3 0 16,5-2-5-16,0-1-6 0,-1-10 2 0,5-1 1 15,-2-5-1-15,1-2 4 0,0-3 15 16,1 0 22-16,-1-1 28 0,0-3 25 0,3-1 22 16,1-5-8-16,-12 9-13 15,2-7-10-15,10-2-12 0,-23 0-8 0,23 0-11 16,-30-7-68-16,11 3-10 0,2-1 0 16,-5-1 0-16,0-1 0 0,-1 1 0 15,2-2 0-15,1 1 0 0,-2 0-173 0,1 0-138 16,1-1-99-16,2-2-109 0,4 5-148 15,1-7-197-15,6 0 56 0,5 1 101 0,10-4-562 16,3-5-730-16</inkml:trace>
  <inkml:trace contextRef="#ctx0" brushRef="#br0" timeOffset="-54921.9">18931 2208 3617 0,'-5'-9'85'0,"2"1"88"0,-3 3 25 0,6 5 8 15,-5-9 5-15,5 9 2 0,0 0 37 16,-20 14 3-16,7 3 11 0,-6 9 6 16,2 3-14-16,-2 13-17 0,-1-1-21 0,6 5-25 15,3-8-20-15,-3 9-14 0,4-7-17 16,-2 6-14-16,5-8-10 0,0 0-13 0,-3-4-13 16,0-1-17-16,-1-1-21 0,6-8-15 15,-3-7-7-15,4-1-2 0,-2-4 0 16,4-4 12-16,0-1-8 0,2-7-8 0,0 0-6 15,0 0-4-15,23-17 4 16,-6-4 3-16,4-1 1 0,2 0 2 0,1 1 1 0,-4 3 4 16,-4 6 5-16,-5 3-6 15,-2 2-17-15,-1 4-13 0,0 1 0 0,-8 2 0 16,0 0 0-16,25 7 0 0,-20 1 0 16,2 1 0-16,4 1 0 0,-6 0 0 0,4 2 0 15,-1 1 0-15,-3-2 0 0,6 0 0 16,-6-3 0-16,2 1-171 0,-1-3-90 15,0 1-61-15,0-1-81 0,1-5-99 0,3 1-129 16,-10-2-203-16,21-2 48 16,-5-5 90-16,6 2-523 0,6-10-683 0</inkml:trace>
  <inkml:trace contextRef="#ctx0" brushRef="#br0" timeOffset="-54572.55">19365 2658 3152 0,'0'0'-37'16,"0"0"85"-16,0 0 70 0,0 0 51 0,0 0 33 15,-5 14 21-15,5-14 7 0,0 0 1 16,-2 8 4-16,2-8-3 0,0 0 4 0,5 7 2 16,-5-7-22-16,13 0-28 0,-13 0-16 15,23-2-20-15,-23 2-15 0,25-8-12 16,-8 4-10-16,-3-3-19 0,-1 1-5 0,1-3-21 16,-3-2-2-16,-4 1-14 15,0 1-14-15,-6-1-5 0,-1 1-14 0,-1-1 1 0,-6 2-16 16,-2 2-3-16,-6 1-4 15,-3 3-1-15,-3 2-2 0,1 2 1 0,-1 5-1 16,-2 1 2-16,-1 0 2 0,0 5-5 16,3 1 2-16,5-2-3 0,7-1 5 15,2 3 11-15,0-2-8 0,2-3 5 0,5 2 5 16,3-1 9-16,2-2-7 0,4 3-1 16,9-1 0-16,0-1-27 0,4-2-61 0,3-2-81 15,1-2-119-15,14 1-139 16,5-3-162-16,5-1-220 0,19 0 63 0,0-1 82 15,1-1-458-15,9-2-577 0</inkml:trace>
  <inkml:trace contextRef="#ctx0" brushRef="#br0" timeOffset="-54035.97">20484 2448 3205 0,'-29'-9'95'0,"6"5"89"0,4-1 26 15,2-1 4-15,3 5 3 0,1 2-6 16,13-1 9-16,-25 9 11 0,14-1-13 0,-3 3-19 16,3 3-11-16,2 4-8 0,4-1-16 15,-4 4-14-15,6-1-15 0,-1-1-10 16,2 0-8-16,-2-1-4 0,3-2-9 16,-1 0-5-16,0-2-5 0,0-2 0 15,-1-2-12-15,1-1 4 0,2-1 3 0,0-8 19 16,0 12 8-16,0-12 5 0,0 7-8 15,0-7-16-15,0 0-13 0,0 0-9 0,25-25-8 16,-13 11-9-16,9-7-6 0,0 0-9 16,-3 7-4-16,-4 3-9 0,-3 3-1 15,1 0-9-15,-1 4-3 0,1 1 0 0,-12 3-4 16,17 3 0-16,-8 3 5 0,1 0-9 16,2 4-1-16,-3-1 6 0,-1 1-8 15,1 2-6-15,-1-2 0 0,-3-3 0 0,2 3 0 16,-2-2 0-16,1-2 0 0,-2-1 0 15,-4-5 0-15,9 8 0 0,-9-8 0 16,6 6 0-16,-6-6 0 0,0 0 0 16,22-6 0-16,-10 0 0 0,3 2 0 0,-1-3 0 15,-1 1 0-15,-4 2 0 0,3 0 0 16,-1 0 0-16,-11 4 0 0,20-2 0 0,-20 2 0 16,14 5 0-16,-14-5 0 0,20 5 0 15,-13-1 0-15,3 4 0 0,0-3 0 0,-1 3 0 16,-2 0 0-16,5 0 0 0,-2 1 0 15,-3-3 0-15,1 1-124 0,2 0-255 16,-3-2-102-16,3 2-136 0,1-4-192 16,4 3-36-16,1-1 92 0,-2 0-670 15,4-2-873-15</inkml:trace>
  <inkml:trace contextRef="#ctx0" brushRef="#br0" timeOffset="-53652.95">21206 2611 3779 0,'0'0'41'0,"-1"-10"89"0,1 10 32 0,0 0 13 16,-3-7 11-16,3 7 46 0,0 0 54 16,0 0 15-16,0 0 0 0,-2 23-13 0,0-11-18 15,0 1-21-15,2 5-18 0,-2-3-22 16,1 5-19-16,-3-3-15 0,-4 4-18 16,5-2-13-16,-7 1-15 0,-3 6-12 15,-3 0-11-15,-1-4-9 0,0 1-10 16,2-8-8-16,-1-3-13 0,3-3-62 0,-1-3-4 15,3-3 0-15,0-3 0 0,11 0 0 16,-21-9 0-16,14-6-42 0,-2-4-20 0,9-6-1 16,2-14 11-16,8-11-3 0,5-1 6 15,5 11-1-15,-6 8 4 0,4 3 3 0,-2 6 13 16,-3 8 11-16,-1 3 18 0,2 4-3 16,-1 3 11-16,3 5 10 0,1 2 7 15,6 3 13-15,3 7-1 0,7 0 1 0,-5 5-5 16,5 0-3-16,-5 1-2 15,-1 1-3-15,2 0-17 0,-6-2-38 0,-5-5-46 16,0 0-67-16,-1-2-62 0,-2-1-73 16,-2-2-84-16,1 0-98 0,-3-4-111 0,5-3-121 15,-5 1-73-15,-2-1 60 0,-9 0-537 16,14-6-704-16</inkml:trace>
  <inkml:trace contextRef="#ctx0" brushRef="#br0" timeOffset="-53406.06">21564 2510 3322 0,'-4'-9'55'0,"1"-1"118"0,-1 3 61 16,4 7 39-16,-4-8 34 0,4 8 20 0,0-7-13 16,0 7 5-16,0 0-1 0,0 0-1 15,0 0-14-15,36 13-19 0,-13 6-12 0,2 0-2 16,-1 3-19-16,1 5-23 0,0-2-22 16,-4 2-18-16,-8-2-22 0,1-3-102 15,-6-3-64-15,-7-2 0 0,1 0 0 0,-4-1 0 16,-1 0 0-16,-6 0 0 0,-4-1 0 15,1-1 0-15,-2-4 0 0,1 0 0 0,-1-3 0 16,1 0 0-16,2-3 0 0,1-4-410 16,10 0-158-16,-13-6-118 0,7-4-133 15,6-2-9-15,8-8 73 0,11-9-648 16,7-7-855-16</inkml:trace>
  <inkml:trace contextRef="#ctx0" brushRef="#br0" timeOffset="-53020.76">22060 2395 3555 0,'2'-8'-50'15,"-2"8"88"-15,-6-11 71 0,6 11 43 16,-8-5 42-16,8 5 43 0,0 0 35 16,-30 12 27-16,6 2 6 0,-1 5 8 0,-2 3 3 15,-2 10-7-15,6-4-25 0,2 1-25 16,2 3-22-16,5-3-24 0,3 0-20 0,6-2-21 16,1-5-15-16,4-1-17 15,2-4-8-15,2-2-16 0,1 1-11 0,4-3-13 16,2-1-50-16,2-3-42 0,0-2 0 15,4-1 0-15,2-4-42 0,2 0-64 0,0-4-11 16,2-1 10-16,2-4-2 0,7-5 6 16,-5-3 4-16,4-6 14 0,-3-1 5 15,5-7 9-15,-9 2 10 0,-1 8 19 0,-6 1 22 16,-4 7 20-16,-3 1 10 0,0 4 8 16,-3-2 1-16,-1 3-4 0,-1 1 2 0,-5 4 34 15,0 0 13-15,0 0 4 0,12 9 2 16,-8 3-1-16,-2 5-4 0,-2-5-4 15,0 10-8-15,-2-3-8 0,-2 3-9 16,0 0-38-16,3 0-62 0,-3-5-60 0,-3 6-68 16,7-6-71-16,-3-2-75 0,1-3-87 15,0 0-79-15,0-2-90 0,4-6-142 16,-2-4 23-16,4 8-598 0,-4-8-769 0</inkml:trace>
  <inkml:trace contextRef="#ctx0" brushRef="#br0" timeOffset="-52855.6">22406 2424 3620 0,'0'-22'32'0,"-1"3"83"0,-3 5 51 0,0 1 42 16,1 3 22-16,-1-2 10 0,-3 1-8 15,4 2-31-15,-1 2-29 0,0 1-40 16,4 6-70-16,-9-7-71 0,9 7-84 16,0 0-109-16,0 0-122 0,-23 20-155 0,16-7-212 15,-4 2 56-15,0 3-378 0,9-2-487 16</inkml:trace>
  <inkml:trace contextRef="#ctx0" brushRef="#br0" timeOffset="-52286.92">22498 2668 3065 0,'0'0'166'0,"0"0"46"0,0 0 23 0,0 0 24 16,0 0 20-16,-6 9 41 0,6-9 12 15,-3 10 6-15,1-3 2 0,-2 0-9 16,1 2-21-16,-4 2-25 0,1-1-24 0,3 2-27 15,-5 2-19-15,5 0-22 0,-4-4-19 16,3 0-15-16,-1 2-16 0,-1-2-14 0,3-1-9 16,1-1-29-16,-2-2-91 0,4-6 0 15,-3 10 0-15,3-10 0 0,0 0 0 16,0 0 0-16,0 0 0 0,0 0 0 0,16-31 0 16,4 5 0-16,6-8 0 0,7 0 0 15,-3 2 0-15,-3 9 0 0,-3 3 0 16,-6 5 0-16,-6 3 0 0,0 6 0 0,1 0 0 15,-5 4 0-15,-8 2 0 0,17 2 0 0,-17-2 0 16,18 12 0-16,-11 0 0 16,-1-1 0-16,-3 3 0 0,1 2 0 0,0-1 0 15,1-3 0-15,-4 3 0 0,1-1 0 16,2-2 0-16,-4 0 0 0,2-4 0 16,-2 1 0-16,2-2 0 0,-1-1 0 0,-1-6 0 15,2 11 0-15,-2-11 0 0,6 7 0 16,-6-7 0-16,0 0 0 0,0 0 0 0,0 0 0 15,25-16 0-15,-12 4 0 0,2-1 0 16,0-1 0-16,1 4 0 0,-3 1 0 0,1 2 0 16,-5 2 0-16,-2 3 0 0,-7 2 0 15,0 0 0-15,27 9 0 0,-19 0 0 16,0 1 0-16,-1 2 0 0,1 3 0 16,-5-1 0-16,2 0 0 0,-3 1 0 0,0-1 0 15,-1-2 0-15,-1 1 0 0,0 0 0 16,0-4 0-16,0 2 0 0,2-3 0 15,-2 2 0-15,2-2 0 0,-2-2 0 0,2 1 0 16,-2-7 0-16,2 6-487 0,-2-6-262 16,0 0-189-16,0 0 77 0,32-13 97 0,-3-3-730 15,1-2-940-15</inkml:trace>
  <inkml:trace contextRef="#ctx0" brushRef="#br0" timeOffset="-51989.66">23350 2635 3987 0,'0'0'-29'0,"-23"0"77"15,23 0 43-15,-23 5 43 0,11-1 44 16,5 0 37-16,-2 4 24 0,-1 0 5 0,-1 3 2 16,1-1-3-16,3 4-12 0,-1-3-3 15,4 3-16-15,-2 0-7 0,6 0-9 0,0-2-15 16,6 0-14-16,-1 1-17 0,4-1-14 16,-2-3-11-16,8 3-11 0,-1-4-15 15,2-2-8-15,0 0-8 0,3-4-8 0,-4 0-7 16,-2-2-9-16,3 0-14 0,-16 0-14 15,27-2-14-15,-16 0-16 0,1-2-9 0,-5-4-11 16,2 0-20-16,-1-2-31 16,-2-4-42-16,2 0-35 0,-3-4-39 0,3-1-39 15,-5 3-42-15,-1 1-47 0,0 3-61 16,-2 3-79-16,-4 1-108 0,-1-2-160 0,-1 6 3 16,4-3 66-16,-1 1-448 0,3 6-572 15</inkml:trace>
  <inkml:trace contextRef="#ctx0" brushRef="#br0" timeOffset="-51456.25">23653 2642 3036 0,'0'0'48'0,"0"0"61"15,0 0 44-15,-4 12 61 0,2-6 59 16,2-6 43-16,-5 15 34 0,1-7 4 16,0 1 8-16,0 1 5 0,-4 4-22 15,5 0-20-15,-1-1-25 0,-2 1-27 0,1 0-25 16,-2-3-25-16,4 3-21 0,-1-3-20 15,-2-1-20-15,5-2-14 0,-1 1-15 0,0-1-65 16,-2-3-68-16,4-5 0 0,-2 9 0 16,2-9 0-16,0 0 0 0,0 0 0 15,0 0 0-15,0 0 0 0,31-14 0 0,-11-4 0 16,3-3 0-16,6-1 0 0,1-7 0 16,-3 8 0-16,0 2 0 0,-9 6 0 15,-4 3 0-15,-1 2 0 0,-3 4 0 0,0 7 0 16,-10-3 0-16,13 9 0 0,-10-1 0 15,2 4 0-15,-3 2 0 0,-4 3 0 16,-3 0 0-16,2 3 0 0,-1 1 0 0,-4-1 0 16,3 0 0-16,-1-7 0 0,4-1 0 15,-2-2 0-15,0-1 0 0,2-1 0 16,0 2 0-16,2-10 0 0,2 6 0 0,-2-6 0 16,0 0 0-16,0 0 0 0,36-10 0 15,-16 2 0-15,-3-5 0 0,11-3 0 16,-1 1 0-16,1 1 0 0,-6 2 0 15,-8 4 0-15,2 1 0 0,-5 2 0 0,1 2 0 16,-1 1 0-16,0-2 0 0,-11 4 0 16,16-1 0-16,-16 1 0 0,18 1 0 0,-18-1 0 15,15 2 0-15,-15-2 0 0,12 0 0 16,-12 0 0-16,0 0 0 0,20 2 0 0,-20-2 0 16,14-4 0-16,-5 1 0 0,2-2 0 15,5 0 0-15,-1-2 0 0,0-2 0 0,4-1-1010 16,-4 1 36-16,2-1 115 0,-3 0-960 15,-1-2-1246-15</inkml:trace>
  <inkml:trace contextRef="#ctx0" brushRef="#br0" timeOffset="-50689.15">25126 2815 4489 0,'0'0'-280'0,"8"-5"79"16,-8 5 61-16,3-7 54 0,-3 7 51 15,6-10 42-15,-6 10 51 0,2-11 30 16,-2 6 22-16,0 5 17 0,-4-10 12 0,0 5-5 15,4 5-6-15,-13-5-2 0,13 5 3 16,-28 5 14-16,-3 5 10 0,-3 7 6 0,-8 6 15 16,0 3 9-16,0 1 8 0,2 4 4 15,4-2 1-15,13-4-10 0,1 2-15 16,10 0-19-16,0-7-7 0,9-2-15 0,0 0-5 16,6-2-18-16,0-1-23 0,5-1-49 15,3-1-60-15,1-1-71 0,6-6-69 16,6 0-85-16,0-6-107 0,14-3-114 15,2-6-123-15,1-1-170 0,9-9 45 0,0-1 79 16,4-6-462-16,0-3-573 0</inkml:trace>
  <inkml:trace contextRef="#ctx0" brushRef="#br0" timeOffset="-50304.97">25806 2188 3126 0,'-7'-29'54'0,"-1"5"37"15,-7-2 42-15,4 6 49 0,-1 2 44 16,2 7 28-16,-1 2 3 0,-1 2 0 15,1 3 15-15,11 4 12 0,-30 14 3 16,5 12-1-16,-6 15-4 0,3 7-13 0,-5 7-16 16,1 19-20-16,2 4-16 0,1-1-19 15,8-12-20-15,4-1-17 0,-2-2-16 0,4 0-13 16,-3-8-15-16,4-1-16 0,0-3-10 16,4-15-10-16,-2-4-57 0,5-10-24 0,1-1 0 15,3-5 0-15,-1-5 0 0,2-3 0 16,0-2 0-16,2-5 0 0,0 0 0 15,0 0 0-15,0 0 0 0,23-18 0 0,-11 6 0 16,0-2 0-16,6 1 0 0,-3 2 0 16,-1 1 0-16,-1 2 0 0,0 1 0 0,0 4 0 15,-3 2 0-15,0-1 0 16,-10 2 0-16,18 5 0 0,-8-1 0 0,0 4 0 16,-3 1 0-16,-1 0 0 0,2 0 0 15,-3 2 0-15,1 1 0 0,0-2 0 0,-3 0 0 16,1-1 0-16,1-1 0 0,-4-1 0 15,5 0-192-15,-4 0-222 0,1-2-128 0,-1 2-159 16,0-2-176-16,-2-5 75 0,2 9 86 16,-2-9-626-16,4 12-799 0</inkml:trace>
  <inkml:trace contextRef="#ctx0" brushRef="#br0" timeOffset="-49836.66">25888 3142 4058 0,'-15'-3'182'0,"2"6"31"0,13-3 24 0,-20-4 37 16,20 4 12-16,-12-2 8 0,12 2-23 15,0 0-20-15,-13-2-24 0,13 2-24 0,0 0-22 16,0 0-19-16,0 0-20 0,0 0-37 16,0 0-34-16,0 0-35 0,34-16-20 0,-23 11-14 15,0-5-3-15,1 2-4 0,-3-5-10 16,0-2 4-16,2-2 1 0,-4-2 2 15,-2-3 2-15,-1-2 1 0,4-9-1 16,-7 4-2-16,2 6 17 0,-1 5 6 0,-2 3 3 16,-2-1 3-16,-1 4 0 0,2 3-6 15,-5 1 3-15,-3 3 3 0,1 3-3 16,8 2-2-16,-23 2 2 0,23-2 3 0,-19 10-1 16,12-5-2-16,1 1 1 0,2 0 1 15,4-6 4-15,11 12-6 0,3-5 7 0,5-1-7 16,6-2-7-16,11 1 9 0,2 1 14 15,-1-2 12-15,-5-2 17 0,-8 2 6 0,-7 0 4 16,3 0 11-16,-5 2 12 0,-2 0 10 16,-1 5-26-16,-5-1-80 0,-2 3 0 15,0-2 0-15,-3 3 0 0,-2 0 0 0,-2 3 0 16,-3 0 0-16,2 4 0 0,-1-4 0 16,-1 2 0-16,1-4-128 0,2 2-227 15,-4-3-97-15,6-6-82 0,-1-1-76 16,2 0-85-16,-1-7-82 0,6 5 58 0,-6-5-615 15,0 0-789-15</inkml:trace>
  <inkml:trace contextRef="#ctx0" brushRef="#br0" timeOffset="-49539.93">26367 2983 3491 0,'9'-15'-68'0,"-1"1"63"15,-5 4 48-15,1 3 54 0,-2 0 48 0,-2 7 33 16,3-7 23-16,-3 7 20 0,0 0 19 16,0 0 18-16,0 0 20 0,0 0 8 15,0 0-2-15,-27 21-7 0,20-9-10 16,6 2-3-16,-1-1-17 0,2 1-18 15,3 3-22-15,2 0-20 0,2 0-16 0,3 1-17 16,2-3-15-16,1 0-15 0,-1-4-11 16,6-1-14-16,2-3-35 0,-6-4-64 0,8 0 0 15,-10-3 0-15,6 0 0 0,-1-5 0 16,-5 2 0-16,1-2 0 0,-4-2 0 0,-3-2 0 16,4-1 0-16,-9-2 0 0,-1-1 0 15,0-5 0-15,-3-4 0 0,-3 2 0 16,2-1 0-16,-6 2-43 0,3 1-116 15,-4 5-30-15,-1 3-29 0,-3 2-35 0,-3 4-42 16,0-1-52-16,-3 3-66 0,-1 2-80 16,2 0-86-16,1 2-159 0,-1 1 34 0,4 0-575 15,2 0-738-15</inkml:trace>
  <inkml:trace contextRef="#ctx0" brushRef="#br0" timeOffset="-49006.76">26683 2914 3399 0,'0'0'67'0,"0"0"106"16,0 0 47-16,0 0 32 0,0 0 39 0,0 0 44 16,0 0 15-16,0 0 8 0,-31 20-10 15,22-8-21-15,4 0-27 0,-4 2-24 16,2 3-29-16,1 0-22 0,1 1-21 0,-2 3-21 16,6-4-20-16,-1-1-16 15,0-1-14-15,0-1-16 0,-2-4-41 0,4 0-76 16,0-1 0-16,-1-3 0 0,1-6 0 15,0 11 0-15,0-11 0 0,0 0 0 0,0 0 0 16,0 0 0-16,0 0 0 0,21-33 0 16,-10 16 0-16,6-8 0 0,6 0 0 0,-2 2 0 15,2 0 0-15,-2 5 0 0,-4 6 0 16,-1-1 0-16,-4 5 0 0,-1 2 0 0,2 2 0 16,-4 4 0-16,-9 0 0 15,21 0 0-15,-21 0 0 0,18 8 0 0,-5-3 0 16,-4 2 0-16,0 0 0 0,-1 0 0 15,2-2 0-15,-3 2 0 0,-2 0 0 0,4-2 0 16,-4 0 0-16,1 0 0 0,-6-5 0 16,11 9 0-16,-5-8 0 0,-6-1 0 15,12 6 0-15,-12-6 0 0,19-4 0 0,-6 1 0 16,3-1 0-16,-4-3 0 0,6 2 0 16,-3 0 0-16,-1 0 0 0,-5 0 0 0,0 1 0 15,0 1 0-15,-9 3 0 0,14 0 0 16,-14 0 0-16,0 0 0 0,22 7 0 15,-17-4 0-15,-5-3 0 0,9 9 0 16,-1-4 0-16,-5 0 0 0,4 0 0 0,-7-5 0 0,9 9 0 16,-3-6 0-16,-5 3 0 15,-1-6 0-15,14 6-363 0,-10-4-261 0,-4-2-145 16,13 3-119-16,-6-1 83 0,5 0-808 16,-1-1-1052-16</inkml:trace>
  <inkml:trace contextRef="#ctx0" brushRef="#br0" timeOffset="-48639.84">27508 2929 4212 0,'2'-12'-38'0,"-2"3"86"16,0 1 45-16,0 8 24 0,0-8 20 0,0 8 17 15,0 0 20-15,0 0 30 16,0 0 34-16,0 0 11 0,0 0-3 0,0 0-10 0,2 35-15 16,-10-19-13-16,3 1-11 15,-11 8-18-15,-1-1-16 0,0-2-16 0,-2 0-18 16,2 1-14-16,-1-8-10 0,3-1-27 15,3-2-27-15,-4-2-25 0,1-1-39 0,1-3-29 16,1-6-19-16,3 0-18 0,10 0-8 16,-17-12-19-16,10 0-7 0,2-3-4 15,5 0 7-15,2-6 10 0,7-9 10 0,4-3 9 16,0 1 12-16,6 3 9 0,-2 3 15 16,2 7 20-16,-5 3 13 0,-1 5 13 15,1 3 15-15,-3 4 10 0,0 0 12 16,1 4 1-16,-12 0 12 0,23 4 10 0,-10 4-7 0,1-2 0 15,-1 3-5-15,-1 3-13 16,2 0-1-16,1-1-33 0,-1 2-53 0,-1 1-66 16,-1-4-83-16,-3 0-113 0,2 1-124 15,1-3-135-15,-1-2-190 0,-1-1 59 0,2 0 80 16,1-5-453-16,-13 0-547 0</inkml:trace>
  <inkml:trace contextRef="#ctx0" brushRef="#br0" timeOffset="-48123.53">28370 2170 3093 0,'-3'-32'121'0,"-2"6"55"0,1 8 47 0,2 1 47 15,-2 5 31-15,3 1 20 0,-3 3-27 16,2 0-19-16,2 8 1 0,0 0 6 0,-25 22 4 16,6 7-1-16,-4 17 1 0,-3 10-13 15,-7 21-5-15,7 1-9 0,2 7-27 16,-1-1-21-16,9-19-22 0,-2 1-18 0,4-2-72 15,-4-5-99-15,5-4 0 0,-3-8 0 16,5-8 0-16,-3-6 0 0,5-3 0 0,2-6 0 16,-2-7 0-16,4-3 0 0,-1-2 0 15,5-4 0-15,-3-3-163 0,4-5-64 0,0 0-48 16,0 0-26-16,0 0-23 16,-9-22-5-16,9 7-8 0,1-12-1 0,-1-8 18 15,2-2 28-15,-4 8 34 0,1 8 52 16,-6 3 40-16,0-1 36 0,-4 6 50 0,0 3 55 15,0 1 42-15,0 4 39 0,3 1 43 16,1 1 20-16,7 3 4 0,-11-2 11 16,11 2 16-16,0 0 13 0,0 0 11 0,0 0 1 15,0 0-15-15,30-5-20 0,-5 2-14 16,11-4-8-16,4 2-13 0,4-2-9 0,3 3-15 16,3 1-1-16,-8 1-17 15,-8 2 0-15,-7 4-10 0,-2 3-6 0,-4 1 8 0,-5 6 11 16,-4 1 23-16,0 4 18 15,-7 2 15-15,-1 2 3 0,-4 0-8 0,-2 1-8 16,-2 0-13-16,-1 9-9 0,1-9-11 16,-2-5-13-16,2 1-32 0,0-4-42 0,0-6-54 15,-1 2-70-15,3-2-67 0,2-2-77 16,-4-2-109-16,4-6-129 0,0 0-162 0,0 0-134 16,0 0 92-16,0 0-672 0,22-17-845 15</inkml:trace>
  <inkml:trace contextRef="#ctx0" brushRef="#br0" timeOffset="-47823.71">28993 2652 3591 0,'7'-4'-113'0,"-1"2"54"15,-6 2 43-15,0 0 33 0,0 0 51 0,0 0 57 16,0 0 38-16,0 0 30 0,-15 22 26 15,-10-5 13-15,-4 4 19 0,-7 4 14 0,0 1 6 16,7-4-19-16,-1 0-21 0,3 1-19 16,4 0-26-16,5 1-14 0,2-5-16 0,7-1-17 15,-1-5-12-15,4 0-6 0,4-1-19 16,2-2-10-16,4-2-15 0,0 1-41 16,8-5-53-16,-1 0-58 0,6 2-58 0,3-4-61 15,-2-2-71-15,1 3-93 16,2-3-105-16,-4 0-169 0,1 0-105 0,-5 0 71 15,-2 0-548-15,-11 0-678 0</inkml:trace>
  <inkml:trace contextRef="#ctx0" brushRef="#br0" timeOffset="-47156.9">29661 2788 3507 0,'2'-6'134'0,"0"1"58"0,-2 5 20 16,0 0 26-16,0 0 43 0,0 0 46 0,0 0 17 16,9 23 12-16,-9-13-6 0,-3 2-20 15,1 5-23-15,0-1-25 0,0 0-24 0,-2 3-29 16,3-1-21-16,-5-1-20 16,2 1-21-16,3-2-15 0,-3-2-23 0,1-2-129 15,-1-2 0-15,2-1 0 0,2-1 0 16,0-8 0-16,0 11 0 0,0-11 0 0,2 7 0 15,-2-7 0-15,0 0 0 0,0 0 0 16,31-24 0-16,-12 3 0 0,4 0 0 16,-1 3 0-16,2-1 0 0,-1 2 0 0,-4 5 0 15,-4 2 0-15,-1 4 0 0,-3 0 0 16,0 5 0-16,-1-1 0 0,-10 2 0 0,22 3 0 16,-12 3 0-16,0 0 0 0,-3 2 0 15,1 2 0-15,-2-2 0 0,-1 1 0 16,1 2 0-16,0-4 0 0,-5 0 0 15,3 3 0-15,1-4-185 0,-2 0-170 0,1-1-75 16,0 0-80-16,-1 0-52 0,-3-5-34 16,10 4-57-16,-10-4-34 0,19-2 17 0,-8-4-535 15,7 2-669-15</inkml:trace>
  <inkml:trace contextRef="#ctx0" brushRef="#br0" timeOffset="-46905.76">30122 2930 2996 0,'22'-11'-126'0,"-8"3"69"16,0 3 62-16,-6 1 53 0,-3 2 58 0,-5 2 75 15,0 0 42-15,0 0 43 0,0 0 27 16,0 0 6-16,10 13 14 0,-10-13-22 0,0 8 0 15,0-8-12-15,0 13-14 16,4-6-19-16,-2-2-16 0,4 1-18 0,1 1-15 0,1 0-17 16,1-3-13-16,4-1-21 15,1-3-14-15,1 0-18 0,4-1-14 0,-2-1-17 16,6-4-19-16,-2 1-20 0,-4-2-14 16,2 1-20-16,-1-3-16 0,-1-1-12 15,-3-3-20-15,-2 1-16 0,-2 0-19 0,-2-2-26 16,-1 3-4-16,-3 1-31 0,0 1-24 15,-4 1-35-15,0 8-38 0,-8-11-45 0,1 6-36 16,-5 3-55-16,-1 2-69 0,-6 2-114 16,0 0-206-16,0-1 59 0,-3 4 79 0,8-3-402 15,2 0-485-15</inkml:trace>
  <inkml:trace contextRef="#ctx0" brushRef="#br0" timeOffset="-46739.6">30753 2888 2764 0,'10'0'221'15,"-10"0"123"-15,19-3 86 0,-19 3 37 16,7-1 26-16,-7 1 29 0,0 0-3 0,9-6-32 16,-9 6-52-16,0 0-43 15,0 0-49-15,0 0-70 0,5-5-97 0,-5 5-101 0,0 0-136 16,0 0-155-16,0 0-155 0,0 0-192 16,0 0-231-16,0 0-51 0,4 12 94 15,-4-12-725-15,0 0-924 0</inkml:trace>
  <inkml:trace contextRef="#ctx0" brushRef="#br0" timeOffset="-46157.01">32032 3023 4315 0,'-20'-4'78'16,"2"3"50"-16,1 1 38 0,0 0 45 15,3 1 50-15,1 1 25 0,-3 1 9 0,5-1-1 16,-2 2-10-16,5-1-15 0,-1 2-23 15,9-5-22-15,-11 9-17 0,11-9-21 16,2 8-17-16,-2-8-16 0,13 12-14 0,0-7-14 16,2-1-13-16,7-1-69 0,-1-3-43 15,-1 2 0-15,3-1 0 0,-3-1 0 0,-2-1 0 16,-2 1 0-16,-3-2 0 0,1 1 0 16,-7-3 0-16,-7 4 0 0,13-10 0 0,-9 3 0 15,-3-2 0-15,-2 1 0 16,1 8 0-16,-8-19 0 0,3 12 0 0,-5 0 0 15,-5 2 0-15,-2 2 0 0,-4 1-140 16,-6 2-125-16,0 5-59 0,-12 2-69 0,10-2-86 16,6 0-86-16,1 2-112 0,10-3-110 15,6-4 68-15,6 0-588 0,0 0-764 16</inkml:trace>
  <inkml:trace contextRef="#ctx0" brushRef="#br0" timeOffset="-45857.67">32367 2956 3553 0,'12'-4'30'0,"-6"2"74"0,-6 2 45 0,0 0 44 16,0 0 37-16,0 0 32 0,0 0 23 16,2 14 28-16,-2-14-2 0,-16 19-11 15,7-7-16-15,-2 0-20 0,-1 2-25 0,1 2-26 16,0-1-17-16,-1 2-26 0,4-7-26 16,-1 2-5-16,1 0-13 0,2-2-10 0,2-5-7 15,1 1-12-15,3-6-5 0,-10 8-15 16,10-8-5-16,0 0-6 0,0 0-11 15,0 0-53-15,-8-19-2 0,10 6 0 0,4-8 0 16,4-10 0-16,4-3 0 0,10-14-71 16,2-4-33-16,5-3-34 0,10-16-35 0,4-1-23 15,-4 4-48-15,-6 16-42 0,-7 11-47 16,-7 10-54-16,-1 8-58 0,-7 4-92 16,1 7-136-16,-9 6-56 0,1 2 72 15,-6 4-438-15,0 0-564 0</inkml:trace>
  <inkml:trace contextRef="#ctx0" brushRef="#br0" timeOffset="-45690.17">32318 2931 2880 0,'-13'15'83'0,"5"-5"78"0,1 0 24 15,5-3 52-15,2 0 53 0,0-7 38 16,7 9 27-16,-7-9-13 0,15 6-28 0,-3-6-37 16,3-1-38-16,4-4-82 15,4 3-103-15,4-2-107 0,7-4-119 0,-7 3-120 0,-3 1-108 16,-3 1-178-16,-1 0-101 15,-5 3 53-15,-6 0-429 0,-9 0-528 0</inkml:trace>
  <inkml:trace contextRef="#ctx0" brushRef="#br0" timeOffset="-44757.91">21071 2968 2856 0,'0'0'-13'0,"0"0"52"0,0 0 39 15,-33 7 27-15,22-1 36 0,-3 2 28 0,1 9 38 16,0-2 24-16,-8 11 16 0,5 1 21 15,4 0 3-15,0 2 3 0,0 0 6 0,11-8-11 16,2-1-10-16,1-1-10 0,6 3-20 16,7 1-18-16,6 0-18 0,4-6-16 15,1-4-18-15,7-2-16 0,-5-4-6 0,-1-5-20 16,4-2-10-16,5-4-12 16,0-1-14-16,-8-2-15 0,3-2-4 0,-10-1-11 15,-3-3-10-15,-7 2-10 0,-4-3-12 16,-3-2-10-16,-4-1-14 0,-4-4-17 0,-1-1-28 15,-6-7-17-15,-5 2-27 0,1 4-17 16,1 5-25-16,3 5-18 0,0 1-27 0,-3 5-40 16,1 0-53-16,1 3-66 0,-1 4-64 15,-1 2-83-15,-4 1-95 0,0 6-139 0,-3 0 63 16,8-6-482-16,4 7-607 16</inkml:trace>
  <inkml:trace contextRef="#ctx0" brushRef="#br0" timeOffset="-44557.67">21286 3037 3024 0,'7'-2'-24'0,"-7"2"59"16,12 0 38-16,-12 0 45 0,0 0 56 16,11 5 52-16,-7 2 31 0,0 1 18 0,0 1 6 15,0 5 1-15,2 3-9 0,-3 4-21 16,5-3-14-16,-3 3-30 0,4-1-18 16,-2 3-20-16,2 2-23 0,1-4-44 0,0-2-49 15,-1 0-54-15,-2-2-58 0,5-2-68 16,-3-3-67-16,3 0-84 0,1-3-97 0,0-3-122 15,5-2-157-15,-2-1-25 16,-2-4 76-16,6-1-384 0,-4-2-463 0</inkml:trace>
  <inkml:trace contextRef="#ctx0" brushRef="#br0" timeOffset="-44272.89">22308 2824 2735 0,'-6'-23'133'0,"1"4"75"0,-4 4 35 16,6 5 6-16,-3 0 6 0,2 4 6 0,4 6 25 15,0 0 38-15,0 0 23 16,-15 18 9-16,9 4 1 0,2 12-22 0,1 7-26 0,3 8-31 16,0 12-30-16,2 1-23 15,1-1-21-15,3-1-20 0,-4-3-33 0,-1-11-37 16,3-3-38-16,1 0-37 0,-5-5-32 15,0-5-53-15,0-8-49 0,-2 0-45 16,2-7-44-16,0-1-41 0,-3-1-44 0,1-3-50 16,4-5-71-16,-2 0-66 15,0-5-78-15,0-3-82 0,0 0-91 0,0 0 65 0,0 0-481 16,0 0-591-16</inkml:trace>
  <inkml:trace contextRef="#ctx0" brushRef="#br0" timeOffset="-44024.78">22351 3179 3000 0,'2'-8'2'15,"0"-1"64"-15,-4 3 33 0,2 6 31 16,2-9 40-16,-2 9 32 0,0 0 26 16,8-3 16-16,-8 3 9 0,0 0 3 0,27 9-3 15,-14-3-14-15,4 6 3 0,-6-3-25 16,2 2-18-16,-1 0-17 0,-1 4-5 0,-3-3-9 16,-2 1-12-16,-4 1-16 0,-2-2-11 15,-2 2-11-15,1 1-14 0,-6 0-8 0,-2-3-22 16,0 1-28-16,-2-1-42 15,0-2-46-15,0-2-43 0,-1-1-43 0,5-3-55 16,-2-1-65-16,-2-4-58 0,11 1-75 16,-14-10-69-16,6-3-80 0,6-2-99 15,2-6-40-15,0-5 59 0,8-9-388 0,3 0-473 16</inkml:trace>
  <inkml:trace contextRef="#ctx0" brushRef="#br0" timeOffset="-43823.93">22624 2939 2735 0,'8'-8'63'0,"-4"4"55"15,-4 4 39-15,0 0 20 0,0 0 27 16,0 0 39-16,0 0 48 0,0 0 16 16,3 25 20-16,-3-7-1 0,0 4-12 0,0 4-26 15,0 9-23-15,0 3-25 16,-2-2-25-16,4 2-21 0,-2-9-17 0,0-2-41 16,2 0-45-16,-2-7-55 0,0 0-56 15,2-1-55-15,0 0-68 0,0-3-69 0,-2-3-91 16,2-1-93-16,-2-3-115 0,1-1-135 15,3-3-57-15,0-1 66 0,-4-4-471 0,0 0-578 16</inkml:trace>
  <inkml:trace contextRef="#ctx0" brushRef="#br0" timeOffset="-43141.66">22878 3273 3303 0,'0'0'108'0,"0"0"28"0,0 0 21 15,0 0 23-15,0 0 29 0,0 0 17 16,0 0 1-16,0 0 6 0,-7 24-3 16,10-15-16-16,-3-9-17 0,-3 17-8 0,3-9-21 15,-2 2-15-15,2-4-14 0,-2 2-17 16,2-8-10-16,-1 15-11 0,-1-9-12 0,-2-1-15 16,4-5-24-16,-7 12-17 0,3-9-24 15,-1 1-21-15,-2-1-24 0,7-3-18 0,-15 2-19 16,15-2-14-16,-16-9-6 0,9 2 0 15,3-2 3-15,-1-7 13 0,-1-5 6 0,6 4 5 16,0 3 6-16,0-1 7 16,2 1 7-16,2 1 2 0,0 3 10 0,-3 2 10 15,5 2 11-15,-1 1 17 0,-5 5 11 16,14-6 4-16,-14 6 12 0,0 0 5 0,27 9 8 16,-18-5-1-16,2 2-2 0,3 0 1 15,-1 2-4-15,-1 1-1 0,-1-3-3 16,0 0-5-16,0 2 3 0,-6-3-7 0,4 5 0 15,-1-8-1-15,-4 1-3 0,4 3-7 16,-8-6 4-16,11 5-3 0,-11-5-3 0,7 5-4 16,-7-5-3-16,10 2-2 0,-10-2-3 15,0 0 3-15,23-14-2 0,-13 7 1 16,-1-1 4-16,2-1 12 0,-1 1 6 16,-2 4 8-16,-1-1 2 0,1 2 6 0,-8 3 9 15,17-2 11-15,-17 2 6 0,0 0 4 16,21 12-1-16,-13-5-4 0,-1 3-13 15,1 0 5-15,0 2-17 0,-3-1-1 0,3 1-3 16,-1-2 0-16,1-3-1 0,0 1-11 16,-3-1 12-16,1-1 7 0,2-4 5 0,1 0 6 15,-9-2 5-15,22 0 6 0,-22 0-4 16,24-4-3-16,-12 1 1 0,1-3-9 0,-1 2-6 16,1 1-9-16,-4-1-3 15,3 3-9-15,-12 1-17 0,16-2-19 0,-16 2-13 16,20 2-23-16,-20-2-6 0,17 4-13 15,-7-4-8-15,-5 1-12 0,-5-1-7 0,18 5-9 16,-13-3-23-16,-5-2-19 0,17 2-33 16,-17-2-43-16,17-2-68 0,-7 0-72 15,2-2-81-15,-3-1-96 0,0 2-159 0,1-4 29 16,-2 3 72-16,-8 4-401 0,9-3-473 16</inkml:trace>
  <inkml:trace contextRef="#ctx0" brushRef="#br0" timeOffset="-42957.8">23701 3510 2633 0,'0'0'-8'0,"-2"-8"30"0,2 8 0 0,-7-4-2 16,7 4-3-16,0 0-4 0,-1-7-11 15,1 7-20-15,0 0-22 0,0 0-33 0,0 0-45 16,0 0-64-16,0 0-85 0,0 0-136 15,0 0-148-15,0 0-54 0</inkml:trace>
  <inkml:trace contextRef="#ctx0" brushRef="#br0" timeOffset="-42207.3">24149 3347 1625 0,'2'-10'127'0,"-2"-3"44"0,0 6 18 16,0 7 11-16,-7-8 20 0,7 8 11 16,0 0 18-16,-15 0 23 0,15 0 15 0,-26 15 4 15,3 4 0-15,-2 2-2 0,-1 3-5 16,1 1-2-16,0 0-11 0,2 0-16 0,1 0-10 16,11-5-26-16,2-1-17 0,6-4-22 15,1-1-19-15,4 0-13 0,-1-2-13 16,7-2-16-16,-1-1-8 0,7-1-14 0,1-3-10 15,2-1-28-15,4-4-17 0,0 0-18 16,-2-4-16-16,3-1-5 0,2 0-6 16,-3-4-6-16,-5-1 2 0,4-2-9 15,-4-1 0-15,-4-1-5 0,0-3-9 0,-4 0-5 16,-3 1-2-16,-3-1-11 0,0 1-7 16,-4 4-14-16,0 0-8 0,2 3-16 0,-5 4-24 15,5 5-32-15,-18-5-32 0,7 5-23 16,11 0-33-16,-27 4-33 0,14 2-35 0,-2-2-39 15,4 1-36-15,-3 1-25 0,6-3 8 16,1 2 11-16,7-5 45 0,-5 3 57 16,5-3 62-16,0 0 68 0,0 0 59 15,24 9 59-15,-12-6 53 0,-3 2 46 0,4 3 53 16,-1 2 45-16,-5-1 48 0,2 9 35 16,-2 1 31-16,-3 3 22 0,-3-3 8 15,-1 5 13-15,-1 0-20 0,-10 7 5 0,10-4-16 16,-5-4-9-16,0 0-12 0,3 1-17 15,-6-3-16-15,4 0-14 0,-1-3-16 0,1 2-21 16,-3-5-10-16,5-4-15 0,-6 6-10 16,0-5-14-16,2-2-11 0,-3 3-12 0,-3-4-11 15,-3 1-11-15,-1 0-13 0,0-6-24 16,0 0-23-16,-2-4-37 0,-3 1-41 16,0-4-41-16,-3-3-40 0,6-4-38 15,1 3-48-15,0-5-66 0,3-3-78 0,1 2-90 16,3-3-99-16,6 3-171 0,-2-1-15 15,4 0 70-15,1 1-566 0,4-3-693 16</inkml:trace>
  <inkml:trace contextRef="#ctx0" brushRef="#br0" timeOffset="-41923.77">24604 3566 3454 0,'0'0'82'16,"-17"0"63"-16,17 0 22 0,0 0 4 0,0 0 10 16,0 0 13-16,0 0 4 0,0 0-1 15,0 0-19-15,0 0-19 0,59 0-32 0,-30 0-47 16,-1 0-57-16,5 0-63 0,-3-2-78 15,8 1-94-15,-6 1-91 0,-5-4-107 0,2 1-136 16,-3 0-66-16,-2 1 62 0,-6 0-323 16,-2 1-355-16</inkml:trace>
  <inkml:trace contextRef="#ctx0" brushRef="#br0" timeOffset="-41741.12">24716 3710 2729 0,'-15'6'244'0,"1"-5"48"15,9 1 21-15,5-2 24 0,-11 2 23 16,11-2 15-16,0 0-2 0,0 0-12 0,0 0-25 16,0 0-33-16,0 0-32 0,0 0-61 15,41-2-83-15,-21 0-100 0,2-2-105 16,5 1-106-16,12-4-134 0,-5 0-164 0,4 0-194 16,-2 2-46-16,0-7 63 15,-4 6-545-15,-5-1-667 0</inkml:trace>
  <inkml:trace contextRef="#ctx0" brushRef="#br0" timeOffset="-41207.92">25740 3359 3294 0,'3'-9'14'0,"-3"4"61"16,0 5 37-16,2-8 22 0,-2 8 23 16,0 0 36-16,0 0 42 0,0 0 32 0,0 0 28 15,-11 29 13-15,6-14 0 0,-6 4-4 16,6 1-9-16,-8 10-10 0,3-1-14 0,2-6-21 15,3-2-20-15,-1-1-18 0,5 0-22 16,-1-3-18-16,-1-2-18 0,3-1-15 0,3-2-15 16,-1 0-15-16,1-2-45 0,3-3-64 15,3 0 0-15,1-5 0 0,1-1 0 16,-11-1 0-16,36-5 0 0,-13-3 0 16,10-6 0-16,-5-1 0 0,5-1-15 15,-7 1-19-15,-1 1 10 0,-2 5-6 0,-8 1 6 16,-4 3 10-16,1 2 8 0,-4 3 22 15,-8 0 25-15,11 8 13 0,-7 0-18 0,-3 5-36 16,-1-1 0-16,-1 6 0 0,-3 1 0 16,-2 4 0-16,3-1 0 0,-3-2 0 0,2 2 0 15,-2-1 0-15,2-3 0 16,1-3 0-16,1 1 0 0,2-5 0 0,-2-3-202 0,2 2-41 16,0-2-41-16,0-8-42 15,2 9-58-15,-2-9-43 0,3 2-44 0,-3-2-44 16,0 0-40-16,0 0-67 0,16-19-26 15,-9 3-547-15,1-5-660 0</inkml:trace>
  <inkml:trace contextRef="#ctx0" brushRef="#br0" timeOffset="-40888.99">26018 3282 3051 0,'-29'-5'-94'16,"-3"5"60"-16,-22 11 60 0,-5 8 53 16,-4 11 70-16,-12 11 62 0,2 11 51 15,6 3 43-15,2 2 41 0,12 2-1 0,17-10 13 16,7 1-7-16,14 0-21 0,10-11-20 15,7 2-32-15,12 6-27 0,10-8-23 0,8-2-24 16,9-12-23-16,13-3-20 16,3-9-33-16,8-1-27 0,0-12-20 0,3-2-24 15,-2-5-13-15,-2-4-6 0,-1-1-3 16,0-5-9-16,0 0 2 0,-6-9-3 0,-5 0-1 16,-7-4 3-16,-5-5 10 0,-3-5 2 15,-10-3-3-15,-4-3-1 0,-3-1-4 0,-9-5-7 16,-11 8-4-16,-4-1-16 0,-10-3-22 15,-11 5-27-15,-11 7-37 0,-13 2-35 0,-10 7-25 16,-5 9-33-16,-13 8-41 0,-6 7-44 16,-7 3-58-16,4 6-79 0,-19 5-73 0,4 7-90 15,10 1-183-15,21 1 33 16,7 1 81-16,4 3-479 0,7-1-576 0</inkml:trace>
  <inkml:trace contextRef="#ctx0" brushRef="#br0" timeOffset="-40608.65">25173 4330 3648 0,'-7'12'504'0,"3"-9"39"0,10 2 0 16,5-1-24-16,8-4-33 0,12 1-31 0,17-1-31 15,5 0-36-15,14-3-40 0,3-1-30 16,-1 1-303-16,-5-4-15 0,-3 3 0 0,-13 0 0 16,-3-1 0-16,-2 3 0 0,-5-4 0 15,-8 5 0-15,-7 1 0 0,-4-3 0 0,-3 3 0 16,-2 0-107-16,-2 0-286 0,-12 0-81 16,13 3-81-16,-13-3-95 0,4 3-175 0,-4-3 77 15,0 0 81-15,0 0-616 0,0 0-742 16</inkml:trace>
  <inkml:trace contextRef="#ctx0" brushRef="#br0" timeOffset="-35709.92">16571 11987 1068 0,'-1'-8'420'16,"1"8"-149"-16,-2-6-69 0,2 6-22 0,0 0-21 15,-2-9-10-15,2 9 0 0,0 0-9 16,-2-6 11-16,2 6-13 0,0 0-3 0,0 0-14 16,0 0-14-16,0 0-14 15,0 0 3-15,0 0 3 0,0 0-1 0,0 0-11 16,4 23-5-16,-4-11-5 0,2 3-3 15,-1 2-7-15,1-2-12 0,0 2-1 0,4 4 14 16,-3-2-7-16,6-2-7 0,-4 0-4 16,3-1 1-16,-1 0-11 0,3 2-2 15,-1-3-3-15,3 3 3 0,0-3-4 0,-3-3 3 16,0 3 0-16,3-1-7 0,-1-1-1 16,2 1-1-16,-3-1-5 0,-1-1 0 0,2 1-1 15,0-1-5-15,2 4 0 0,-1-4-2 16,-3-1-2-16,4 3-2 0,-1 0 1 15,3 0-1-15,-3-1 2 0,2-1-4 0,2 2 2 16,3-2-4-16,4 3-2 0,-2-3 1 16,-3 0 2-16,2-1-3 0,7 5-1 15,-9-5 2-15,1-1-4 0,-3 0 2 0,3 0 0 16,-4-3 3-16,0 3-4 0,3-4 1 16,-4 2-2-16,0-3-2 0,1 3 3 0,1-1-1 15,0 2 2-15,2-1-2 0,0-1 3 16,2 1-5-16,1-1 3 0,-1 2-2 0,9 1 1 15,2 2 0-15,2-2-3 0,-1 1 2 16,1-3-1-16,1 2 4 0,0-1-2 0,0-1 2 16,-3 0-2-16,-7-4 3 0,1 2-3 15,2-3-2-15,-3 2 3 0,1-2-2 16,0 1-1-16,0 0 3 0,0 0-1 16,-3-2-3-16,1 2 3 0,2 0-4 0,0 0 2 15,0-1 2-15,1 0-3 0,1 0 4 16,-2 0 1-16,3 1-5 0,-3-3 2 15,11 3-1-15,0 4-4 0,0-4-2 0,-2-2 4 16,-9 2-4-16,2-2-2 0,0 1-3 16,4-1 1-16,-5 0-6 0,1 0 0 0,2 0-4 15,-4 0 5-15,2 0 7 0,-5 0 1 16,-1-2-5-16,6 0 3 0,-4 0 5 0,4 0 0 16,-3 3-2-16,2-3 0 15,-1 0 4-15,2 0-2 0,2 0 0 0,-1-3 3 16,5 3-3-16,8 0 3 0,0 0 0 15,2 0-2-15,1 4 3 0,-2-4-1 0,2 4 1 16,-4-4-1-16,2 2 0 0,-10-2 0 16,-3 2-1-16,0-2 4 0,-6 0-3 0,4 0 1 15,-5 0 1-15,3-2-1 0,-2 2-1 16,-2 0 2-16,6-4 2 0,-3 2-5 0,4 1 1 16,-1-2 0-16,0 1 2 15,2-2 0-15,10 0-1 0,0 2 2 0,1-4 3 0,-10 3-7 16,-3 1 3-16,-2-1 0 0,-1 0-5 15,1 3 3-15,-6-2 0 0,0 0 2 16,0 0 0-16,1-2 1 0,-5 2-2 16,0 1 3-16,-2 0-3 0,1-3 3 0,1-1 1 15,1 2-4-15,0-4-1 0,2 1 2 16,4 2-1-16,11-6 2 0,0 3-3 0,1-3 0 16,0 4 2-16,4-2-2 0,-2 0 2 15,-8 1 0-15,-3 5 1 0,0-4-1 16,-2 0 1-16,1 1-2 0,-2 0-1 0,-1-2-10 15,-5 2-1-15,6-3-1 0,-5 1 0 16,2-2 3-16,-2-1-1 0,5 0-2 0,-8-1 5 16,11-4-2-16,-2-2 5 0,3 1-2 15,-1 0-7-15,2-1 12 0,-2 1-4 0,-4 3 1 16,8 1-1-16,-5-2 0 0,3-1 2 16,-4 5 4-16,-4 1 0 0,1 1-2 15,0-2-3-15,-3 1 6 0,2 0 0 16,-2-1-1-16,-2 0 1 0,3 0-1 0,-2-2 0 15,-2-2 1-15,3 2-5 0,2-8 8 16,3 1-3-16,-4 0-5 0,1-3 1 0,3 2 4 16,-6 1-1-16,6-4-1 0,-3 0 1 15,-1-1 1-15,-2 2 1 0,3 0 1 0,-2-2-2 16,3 2-4-16,-4-2 4 16,2 1 1-16,-3 6-5 0,-2-1 3 0,2-3 1 15,1 3-1-15,-7 1 1 0,4 1 3 16,-3-4-1-16,7-4 0 0,0-2-2 0,0 1 3 15,2-2 0-15,1-1-2 0,-4 1 1 16,4-3-4-16,-4 3 4 0,4-2-1 0,-3 0 2 16,0 0 0-16,1 0-3 0,-4 0 0 15,4-2-1-15,-3 5 4 0,0-3-4 16,-2-2 1-16,1 2 1 0,-1-3 3 0,1 0-2 16,-5 3 0-16,4-2 6 0,-1-1-6 15,-3 3 7-15,-3 4-4 0,1-8 8 0,0 6-4 16,-3 5 8-16,-3-1 0 0,5 0 1 15,-2 0-2-15,-3-2 1 0,1 1 4 16,0-2-2-16,2 0-1 0,2-9-4 16,-4 1-1-16,4-1 0 0,-3-2-3 0,5-2-1 15,-1 0 2-15,0-1-4 0,0-1 0 16,0 2 0-16,-3 1-4 0,5 1 0 0,-4 0 3 16,-1 3-3-16,-1 8 1 0,-1 2-2 15,0 0-3-15,0 1 2 0,-2-3 0 0,0 3-3 16,0-2 4-16,-2-1-1 0,0 1 0 15,-1-10 0-15,-1 0-2 0,-2 1-3 0,2 1 3 16,-4 0-1-16,5 8-1 16,-1 2 2-16,-2 0-1 0,5-1 2 0,-3 1 2 0,-3 2-7 15,4-2 4-15,-3-1 0 16,1 2 3-16,1 0 6 0,-2-2-2 0,-4-5-3 16,3 3 2-16,-1-4-2 0,-4 1-1 15,5 5 0-15,0-6 2 0,-4 1-1 0,0 4-1 16,-2-4 0-16,3 7-2 0,3 2-1 15,-8-6 2-15,7 5-3 0,-1 1 4 16,-1 3-3-16,3-4-4 0,-1 3 3 16,-2 1-5-16,3-5 5 0,0 3 2 0,-4 0-2 15,2 2 0-15,4-3 0 0,-6 1 0 0,0 0-4 16,4-1 2-16,-3 1-1 16,1-3 2-16,-2-5 1 0,-3 4 1 0,3 1-2 0,1 5 1 15,0 0-2-15,5 2 1 16,-3 1 0-16,1 2-2 0,-1-3 3 0,-2 3-1 15,1-2-1-15,4 2 1 0,-6 2 1 16,6 0-1-16,-3 1 2 0,1-2-4 0,1 2 4 16,-2-1-3-16,3 1 1 0,-5-1 2 15,2 0 0-15,1-2 0 0,1 3-1 0,1 1-1 16,-4-2 0-16,4 2-2 0,-1 0 4 16,1-1-6-16,-1 1 2 0,1-4-2 0,-4 5 2 15,6-2 1-15,-5 2 0 0,3 0-1 16,-4 0 4-16,4-2-2 0,-3-1-2 15,1 2-5-15,0-3 1 0,-4-1 3 0,6 0 0 16,-4 1-1-16,-2-3 1 0,2 2 2 16,-4-4 0-16,7 2-3 0,-5-1-3 15,2 0 6-15,-4 1-2 0,2-1 0 0,0-1 0 16,-3 0-3-16,2 2 2 0,0-1-3 16,-1-2-2-16,2 4 1 0,-3-3 2 15,-1 2 3-15,-5-8-2 0,5 5-1 0,2 2 2 16,0 1 1-16,1 0 1 0,-1 1 1 15,3 1-1-15,-1 1-2 0,1 1 1 0,-2 0 2 16,3-1 0-16,2 3 2 0,-1 0-4 16,-2 1 4-16,3-3-1 0,-2 2 2 0,-2-1-3 15,0-1 1-15,0 4 2 16,1-3 2-16,1 2-4 0,2 0-1 0,-4-1 0 16,2 2 3-16,2-1 3 0,-1 1-5 15,-2 0 3-15,5-2-3 0,-3 3 1 0,3 1-2 16,-4 1 2-16,4-2-1 0,-1 1 3 15,1 0 1-15,5 4-2 0,-9-8 3 0,2 5 0 16,7 3-3-16,-9-9 2 0,3 6 0 16,6 3 0-16,-5-7 3 0,5 7-3 0,-9-3-3 15,9 3 1-15,-5-7-3 16,5 7 4-16,-6-3-1 0,6 3-4 0,0 0 1 0,-3-6-12 16,3 6-70-16,-6-3-80 0,6 3-89 15,0 0-112-15,-10-4-153 0,10 4-86 16,0 0 68-16,-17 4-309 0,8 3-330 15</inkml:trace>
  <inkml:trace contextRef="#ctx0" brushRef="#br0" timeOffset="105429.68">24432 12738 2684 0,'-5'-5'70'0,"-2"1"20"0,7 4 54 16,-3-7 28-16,3 7 5 0,0 0-24 15,-8-6 3-15,8 6-15 0,0 0-22 0,-3-4-11 16,3 4-11-16,0 0-10 0,0 0-2 16,0 0 3-16,0 0 23 0,0 0-5 15,0 0-4-15,0 0-2 0,0 0 2 0,0 0 4 16,7 26-1-16,-1-18-9 0,-2 0 1 15,4 0-4-15,-1 2 0 0,0 1-5 0,4-2 1 16,2 5-8-16,-1-2-3 16,6 0-6-16,-2 3-3 0,6-1-8 0,-3-1-6 15,1-1-5-15,-4 0-4 0,9 3-2 16,-2-3-4-16,-4-1-5 0,0-1 1 0,3 0 8 16,-2-1-12-16,1-1 3 0,0 1-6 15,10 1-5-15,-4 2-1 0,-3-3-5 0,-3-1-2 16,0-1 1-16,2 0-4 0,-3 0-1 15,4-1 2-15,-3 0-2 0,-1 0 2 0,0-4-14 16,-1 1 7-16,3 1 3 0,1 0-8 16,2 0 7-16,-4-4-2 0,2 2-1 15,-4-2-4-15,4 0 1 0,-3 0-3 0,5-2 6 16,-2 2-1-16,1 0 0 0,2 0-1 16,-2-3-6-16,3 2 0 0,-4 1-5 15,0-2-5-15,-1 2 2 0,-2-2-10 16,1 2 7-16,2-4 3 0,-2 4-9 0,-2-1 10 15,0-1-4-15,0 0 2 0,-2 2 1 16,0 0 2-16,-1 0 5 0,0-6-4 0,2 2 0 16,-2 2 3-16,-2-3 1 0,-1 2-1 15,5-2 3-15,-2 0-6 0,-3-2 6 0,1 2-3 16,6 0 0-16,1-4 2 0,-3 0 4 16,2 1-5-16,-3-1 3 0,2-1-1 15,-2 2 1-15,-2 1 0 0,-1-2 0 16,-1 1 3-16,1 0-2 0,-3 2 2 0,-4-1-4 15,4-1 7-15,-4 4 4 0,-2-4 7 16,5 3-1-16,-7-1 0 0,6 0-1 0,-6 2-2 16,3-2-1-16,-2 2 0 0,-3-1 4 15,-1 5-1-15,11-10-7 0,-8 8 4 0,-3 2 5 16,6-8-4-16,-6 8-1 0,4-4 1 16,-4 4-5-16,1-6-5 0,-1 6-8 15,0 0-19-15,0 0-33 0,0 0-48 0,0 0-65 16,0 0-89-16,0 0-109 0,0 0-135 15,0 0-236-15,0 0 41 0,0 0 88 0,-28 14-479 16,24-8-560-16</inkml:trace>
  <inkml:trace contextRef="#ctx0" brushRef="#br0" timeOffset="106446.33">26641 12771 2796 0,'-1'-8'-127'0,"1"8"35"15,-2-8 32-15,2 8 34 0,-3-7 32 16,3 7 24-16,0 0 17 0,0-8 4 0,0 8 16 16,0 0 4-16,-2-7 12 0,2 7 8 15,0 0 7-15,0 0 9 0,-4-7-4 0,4 7 9 16,0 0-1-16,0 0-1 15,0 0-3-15,0 0-4 0,0 0 0 0,0-9 0 0,0 9-4 16,0 0-5-16,0 0-2 16,0 0-1-16,0 0-3 0,0 0 4 0,0 0-1 15,-1-5 5-15,1 5 4 0,0 0 3 16,0 0 0-16,0 0 1 0,0 0 0 0,-4-5 0 16,4 5-12-16,0 0-9 0,0 0-2 15,0 0-11-15,0-9-3 0,0 9 0 16,0 0-6-16,0 0-4 0,0-8-1 0,0 8 4 15,0 0-1-15,0 0-3 0,0 0-2 16,2-8 1-16,-2 8-9 0,0 0-2 0,0 0-12 16,0 0-2-16,0 0-2 0,0 0-3 15,0 0-3-15,0 0 11 0,0 0 9 16,0 0-6-16,0 32 11 0,-2-20-15 16,0 5 13-16,0 2 2 0,0 0-6 0,2 0 4 15,-2 2 11-15,4-1-11 0,-2-2 0 16,2-1 1-16,-2 3-7 0,2-3 7 0,2-2-4 15,-2-3 3-15,-1 1 7 0,-1-3 14 16,6 0-4-16,-1-5-3 0,-2 0-1 16,-3-5-3-16,17 4-15 0,-17-4-4 0,19 0 0 15,-8-7-5-15,7 0-3 0,-1-5-2 16,6-3-6-16,0-5-3 0,0 3-2 0,-5-1 1 16,0 3-1-16,-3 3-5 15,-3 3 10-15,-5 1-13 0,0 0-2 0,1 2-2 16,-2 2-3-16,0 0-9 0,-6 4 3 15,0 0 5-15,7-1 12 0,-7 1-2 0,0 0 2 16,-2 17 6-16,2-8 4 0,-1 5 1 16,1-2-1-16,-4 5 4 0,2 1-3 0,-2-1-6 15,2 2-1-15,1 0-3 0,-2-2-4 16,1-2 3-16,0-1-3 0,0 0 1 0,0-4-2 16,1 0-1-16,1-1 3 0,-2-1-12 15,2-8-21-15,0 12-37 0,-2-6-43 0,2-6-54 16,0 10-71-16,0-10-94 15,0 7-106-15,0-7-111 0,0 0-139 0,0 0-122 16,0 0 72-16,0 0-656 0,0 0-839 16</inkml:trace>
  <inkml:trace contextRef="#ctx0" brushRef="#br0" timeOffset="106818.17">26735 12562 3579 0,'-18'-4'-86'0,"2"6"47"0,-2 4 56 0,-3 4 77 16,-8 10 61-16,-5 6 52 15,-2 9 36-15,4 5 5 0,1 4 15 0,2 4 24 16,4 6-5-16,5-1-10 0,3 4-16 16,7-5-23-16,7-7-17 0,5-2-18 0,5 7-17 15,4-13-21-15,3-2-13 0,2-6-12 16,8-4-8-16,2-4-18 0,3-6-10 15,3-6-6-15,-1-6-11 0,10-8-12 0,2-3-4 16,10-8-8-16,-4-6-7 0,1-7-5 16,-1-5-5-16,-3-5-6 0,0-3-3 0,-6-5-6 15,-2-2-3-15,-5-2-10 0,-7-4-9 16,-1-1-15-16,-6 0-16 0,-7 3-3 0,-8 12-22 16,-4 0-12-16,-6 5-15 15,-10 4-25-15,-5 7-27 0,-8 3-30 0,-7 7-29 16,-3 7-41-16,-9 2-51 0,-5 10-68 15,-15 2-69-15,4 8-114 0,-3 3-163 0,-1 4-9 16,1 3 76-16,6 1-503 0,1-1-601 16</inkml:trace>
  <inkml:trace contextRef="#ctx0" brushRef="#br0" timeOffset="107783.98">27811 13005 3280 0,'-17'-1'109'0,"3"-1"10"16,7 0 11-16,7 2 33 0,-4-5 13 15,4 5 27-15,0 0 23 0,36-3-5 0,-3 3-15 16,15 0-23-16,13 1-13 0,5 3-20 15,1 1-15-15,-3-3-14 0,-1 3-13 0,4 0 0 16,2 6-19-16,1-2-10 0,2 3-2 16,1 0-16-16,-12-5-3 0,-14 0-11 15,-10-2-11-15,-9-1-9 0,-7-1-13 0,-1 0-23 16,-5-1-23-16,-3 0-26 0,-1 0-35 16,-2-1-37-16,-9-1-57 0,8 4-83 15,-8-4-87-15,0 0-116 0,0 0-184 16,0 0 14-16,0 0 54 0,0 0-363 0,0 0-430 15</inkml:trace>
  <inkml:trace contextRef="#ctx0" brushRef="#br0" timeOffset="108213.45">29376 12915 2550 0,'-4'-4'61'0,"4"4"8"15,-10-6 10-15,10 6 48 0,-18 0 60 16,18 0 43-16,-27 0 21 0,7 6-1 0,-5 0-6 16,5 0-13-16,-7 8-12 0,2 2-17 15,2 0-11-15,9 0-19 0,2-1-15 0,2-3-17 16,7 2-4-16,1-2-15 0,4 2-13 15,1 3-9-15,5-2-9 0,-1 2-7 0,1-2-4 16,2-1-8-16,-1 3-6 0,1-5-6 16,-1 5 0-16,-1-4 34 0,0-3 4 15,-2 4 31-15,-3-4 18 0,1 1 23 16,-2 1 20-16,-2-2 12 0,-4-2 0 16,0 3-1-16,-1-3-9 0,-5 3-9 0,-1-5-118 15,-3 3-64-15,1-4 0 0,-3 0 0 16,-1-1 0-16,-2-2 0 0,2-2 0 0,-2 0 0 15,0-4 0-15,-2 0 0 0,6 1-72 16,-6-6-389-16,6 1-142 0,2-1-153 0,1-3-119 16,4-1 79-16,5 1-778 0,4-2-1016 15</inkml:trace>
  <inkml:trace contextRef="#ctx0" brushRef="#br0" timeOffset="108514.05">29406 12738 4111 0,'-5'-5'-64'0,"5"5"35"0,-21 0 49 0,1 5 68 16,-12 7 66-16,-11 10 54 0,-6 4 39 16,-6 6 27-16,2 4 8 0,-12 16-18 0,6 1 5 15,15-8-6-15,8-1-16 0,8 2-19 16,3 1-17-16,10-1-25 0,8-8-15 0,7-6-19 16,5 4-17-16,2-5-10 0,10-2-23 15,2-3-17-15,8-9-27 0,4-3-28 16,1-6-32-16,0-8-15 0,8-2-9 15,-1-8 2-15,1-2 2 0,-2-1 2 16,-1-11-4-16,-6 1 5 0,-1-7 2 0,-10 2-2 16,-4-4-11-16,-7-4-6 0,-6-5-13 15,-6-5-15-15,-6-4-13 0,-9 0-30 0,-9 4-42 16,-9 3-58-16,-14 7-71 0,-7 4-97 16,-13 11-95-16,-29 3-121 0,-12 10-166 0,-4 8 71 15,-7 6-590-15,-3 6-735 0</inkml:trace>
  <inkml:trace contextRef="#ctx0" brushRef="#br0" timeOffset="109161.92">26826 13532 3695 0,'8'-15'113'0,"-1"3"14"0,-3 3 27 0,-1 1 37 16,2 0 22-16,-3 4 17 0,-2 4-6 15,0 0 6-15,0 0 40 0,0 0-1 0,0 0-21 16,0 0-16-16,4 29-24 0,-4-17-18 15,0 3-19-15,1 2-15 0,-1 2-11 16,4-2-19-16,2 3-12 0,-1 0-11 16,3-4-9-16,0 1-15 0,1-5-9 15,0-3-11-15,3-1-19 0,5-4-27 0,2-2-17 16,1-6-25-16,10-4-16 0,4-3-3 16,-3-5 0-16,-1-5 8 0,5-5 9 0,-10 2-2 15,1 2-9-15,-5 1 7 0,-6 6 17 16,-2 5 8-16,-3 0 6 0,-2 5 5 0,-4-1 3 15,-4 6 24-15,0 0 7 0,0 0-1 16,0 0-1-16,3 26-4 0,-5-14-2 0,2 2-4 16,-3 1-3-16,1 2 1 15,0 1-5-15,2-2-3 0,-4 1-2 0,4-5-12 16,0 1-32-16,0-1-23 0,0-3-39 16,4 0-34-16,-4 0-47 0,4-1-64 0,-1-5-88 15,3 1-94-15,-6-4-83 0,12 2-79 16,-12-2-64-16,0 0-21 0,20-4-619 15,-20 4-746-15</inkml:trace>
  <inkml:trace contextRef="#ctx0" brushRef="#br0" timeOffset="109494.63">27332 13697 3226 0,'14'-2'-88'16,"-14"2"76"-16,0 0 53 0,0 0 41 0,0 0 54 15,0 0 38-15,15-4 35 0,-15 4 20 16,0 0 4-16,18-4-16 0,-18 4-16 16,13 0-20-16,-13 0-22 0,19-4-13 15,-8 2-18-15,-1-2-14 0,-1 2-16 0,4-1-48 0,-1 1-46 16,-1-2-49-16,2 0-52 15,-4 0-64-15,0-2-49 0,0 0-28 0,1 0-4 16,0-1 19-16,-1-3 26 0,-1-1 29 16,0-1 33-16,-3-1 40 0,2 1 43 15,2 0 50-15,-4 1 43 0,-1 3 33 0,0 1 23 16,-1 0 24-16,-3 7 30 0,0 0 32 16,0 0 18-16,0 0 16 0,0 0-7 0,-9 22-2 15,6-6-3-15,-8 3-15 0,6 1-33 16,-3 4-3-16,1 7-32 0,-3 0-13 0,2 4-16 15,3-1-5-15,-1-10-14 16,6-5-17-16,-1 1-32 0,-1-8-25 0,0 0-34 16,4-2-39-16,0 2-63 0,-1-10-69 15,5 1-77-15,-6-3-53 0,0 0-47 0,23-8-55 16,-12-4-52-16,7-8-73 0,-4-8-32 16,6-4-396-16,3-10-467 0</inkml:trace>
  <inkml:trace contextRef="#ctx0" brushRef="#br0" timeOffset="109644.93">27771 13515 2525 0,'8'-12'-114'0,"-3"7"56"0,1 3 71 15,-6 2 59-15,0 0 58 0,0 0 43 0,0 0 26 16,0 0 7-16,-10 33-7 0,9-22-9 16,-7 1-20-16,6 2-13 0,-3 2-13 0,-2-1-21 15,6 0-12-15,-3 2-48 16,2 0-63-16,-4-3-94 0,6 1-124 0,-3-1-167 16,1-2-212-16,2 3 42 0,2 3 61 15,9 12-173-15,14 11-162 0</inkml:trace>
  <inkml:trace contextRef="#ctx0" brushRef="#br0" timeOffset="110061.79">29261 13987 2262 0,'0'0'372'15,"-3"-8"11"-15,3 8 29 0,-2-8 45 16,2 8 0-16,0 0-20 0,0 0-36 0,-4-7-40 16,4 7-36-16,0 0-34 0,0 0-17 15,0 0-18-15,0 0-17 0,-30 11-22 16,8-2-22-16,-6 4-19 0,-5 0-15 0,1 1-19 16,0 2-15-16,1-3-12 0,6 3-16 15,6-3-67-15,2-1-32 0,7-1 0 16,1 1 0-16,5-2 0 0,2 2 0 0,4 0 0 15,4-2 0-15,4 2 0 0,-3 0 0 0,10 3 0 16,4 2 0-16,1-5 0 16,-6 0 0-16,0 1 0 0,0-3 0 0,-2 1 0 15,1-3 0-15,-3 0 0 0,-5-2 0 16,1 1 0-16,-3-4 0 0,2 3 0 0,-7-6 0 16,4 7 0-16,-4-7 0 0,0 0 0 15,-14 10 0-15,3-7 0 0,-5-3 0 16,-3-3 0-16,-4 1-135 0,2-4-385 0,-8-3-148 15,7-5-171-15,-3-6-9 0,8-1 85 16,4-6-740-16,3-4-948 0</inkml:trace>
  <inkml:trace contextRef="#ctx0" brushRef="#br0" timeOffset="110345.12">28958 13868 4177 0,'0'0'47'0,"-39"17"38"15,12 2 59-15,-5 12 82 0,-4 2 87 16,-1 4 32-16,2 4 18 0,3 2-5 15,7 4-24-15,5 0-27 0,6 1-27 0,8-7-29 16,6 1-23-16,10-3-23 0,2-1-27 16,8 5-26-16,9-4-23 0,1-4-60 0,4-6-69 15,-3-12 0-15,-1-3 0 0,4-6 0 16,-9-2 0-16,2-5-25 0,-2-2-23 0,0-5 2 16,-4 0-4-16,0-3-11 15,2-9 11-15,-4 4-12 0,-2-9 9 0,-7 0 4 16,-5-1 0-16,-5 1-19 0,-1-3-28 15,-8-7-33-15,-2 3-40 0,-6-1-37 0,-5 4-42 16,-15-2-52-16,-1 6-58 0,-8 2-66 16,-5 5-88-16,-3 4-159 0,-5 6-19 0,10 1 72 15,-5 5-474-15,-8 5-561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D4160-A831-13A3-F98D-CA56A0147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31B6E67-4ED4-325D-0B77-1D0CCD67EE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6B77FD1-E7D9-F2AA-A018-AB7225BF8AD6}"/>
              </a:ext>
            </a:extLst>
          </p:cNvPr>
          <p:cNvSpPr>
            <a:spLocks noGrp="1"/>
          </p:cNvSpPr>
          <p:nvPr>
            <p:ph type="dt" sz="half" idx="10"/>
          </p:nvPr>
        </p:nvSpPr>
        <p:spPr/>
        <p:txBody>
          <a:bodyPr/>
          <a:lstStyle/>
          <a:p>
            <a:fld id="{6444479B-705B-4489-957E-7E8A228BDFA0}" type="datetime1">
              <a:rPr lang="en-US" smtClean="0"/>
              <a:t>11/14/2025</a:t>
            </a:fld>
            <a:endParaRPr lang="en-US"/>
          </a:p>
        </p:txBody>
      </p:sp>
      <p:sp>
        <p:nvSpPr>
          <p:cNvPr id="5" name="Footer Placeholder 4">
            <a:extLst>
              <a:ext uri="{FF2B5EF4-FFF2-40B4-BE49-F238E27FC236}">
                <a16:creationId xmlns:a16="http://schemas.microsoft.com/office/drawing/2014/main" id="{1769E2BB-F51F-9F11-5F3A-BF031C242B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7DFD587-2983-773A-9076-62C9A1F3AFE9}"/>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24496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AC482-33E5-7551-CF34-F2369A2E843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DEABEC8-EA17-FB07-09A2-10A46F0ADE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43603B-D0EC-CFDB-075F-BDD89B9EF28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E38B8C70-B100-8826-DE08-AC0A48E35C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1227BE-4D1D-C5FD-0287-BD09A7426D8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379424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F3874-A132-C147-FE04-0DB820352B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CFD521F-AB16-E7AC-0DCB-E20BA90DEFF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49675C-F0E8-7F97-5569-8C77F5B85BC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EB42B0F8-D415-BFDD-8143-C7DA5AAB81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3FC38F-E0AE-C59C-E3E9-D9F2C88D885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343153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B71E-5B23-46C1-4DD2-368D4791FA3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B6A4077-C9D9-CB3F-5CFD-097AFE0F4D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ECBC54A-BA25-D553-7F35-6C76327D36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D44E35B-8FB4-FE6E-8E3B-6DB01DFE0C12}"/>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E462D637-B64D-0B71-E121-F43CED78C6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D6FA3A-6BBC-A1B2-3A39-22A7E3CA177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975415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236A4-76CA-5958-0469-F71D257A0BB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20B9E4A-A0B1-BF20-5784-B36C68A122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219D47-D566-E65D-A4FD-823C3FB69D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C1EA1CA-FC11-D865-83AF-1B3B781D4F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4D2046-96FF-DB0C-7361-F518E49D70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D598822-7764-92E0-8627-39A978AD995C}"/>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6B25CDC5-1E08-B25B-286F-920F24F5CA4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8C3A1DE-638F-2354-ADEF-9E16D1F3DE8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591961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0F58B-7733-91CB-5F2E-6A293B87AFC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977EE8B-533C-04CD-833A-C76C79B6BA15}"/>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CF2AD946-AC69-FD3F-54A1-526479CB641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812FB49-9319-798D-955F-9FE6C825895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891055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0B8AC8-1E71-6B42-051E-B72C3A400239}"/>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4E380300-83BF-32AC-2A89-A0C0089CF0F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463DB06-D25D-D5CE-2284-EE2B6ECC41A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455608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43B1-FC57-3267-74C0-4326D8C8D0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213A9A9-E1FB-BA8F-5375-8273741749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50D2490-EE11-F1E8-9B44-06429A196C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D3B7F2-4FF2-3217-4C5B-D759EB806E5A}"/>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63AF9F02-97D4-33BD-ED1B-B315A482F7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17AA60-932F-8E34-FE0F-FA513CC60DC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188596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12E7-2DF5-6D91-ACFB-CCB38D2E63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F43B560-074A-5557-702B-42D2D1D1C3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800DB99-CFE1-E46E-78CE-F98E7D4E68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647956-3DB8-0C6A-7351-9C136CB4B67C}"/>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8237CEED-781F-747D-F0AC-C01EBFEB80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D4B60E-C28A-E092-05AC-55074FE2FDB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18341313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86AF0-DB33-5693-1549-ED111B6F0D0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BB113C9-EFE9-4F0E-165C-416A22C07B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1243A4-4DA4-D6B1-C02A-DEA93C98C154}"/>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48C290A-2546-AE04-A07F-78DAE2275F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E04EAD-C91E-E8BD-8404-85B96E6A67D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648419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43B330-843E-312A-3BAC-E7CE5DE3FE9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C257D3A-DBBE-26CC-1A4A-FA307D53B5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B55140-151A-83A0-414A-32100D821429}"/>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61A1940A-B8DD-D050-44A9-8A940BFF70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B8467E-AC6D-EFAB-630C-FD153527F66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702782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4FBA5D-C013-A12C-8A24-ED9748BA03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27459A4-52AB-D3AF-3EB2-BCFD4A9471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72DA92-C26C-4C88-803A-F4E4A782CA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IN"/>
          </a:p>
        </p:txBody>
      </p:sp>
      <p:sp>
        <p:nvSpPr>
          <p:cNvPr id="5" name="Footer Placeholder 4">
            <a:extLst>
              <a:ext uri="{FF2B5EF4-FFF2-40B4-BE49-F238E27FC236}">
                <a16:creationId xmlns:a16="http://schemas.microsoft.com/office/drawing/2014/main" id="{A7798E78-8985-A9C5-3529-44DFFE3C7A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15CCB7B-953B-EA87-B8E2-2A9EE466CB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96666855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customXml" Target="../ink/ink3.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19.jp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21.jp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24.jp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26.jp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28.jp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31.jp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customXml" Target="../ink/ink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hyperlink" Target="http://images.google.com/imgres?imgurl=http://www.usacn.com/usa/state/_derived/usa-map.htm_txt_usa-embe.gif&amp;imgrefurl=http://www.usacn.com/usa/state/_derived/&amp;h=470&amp;w=556&amp;sz=33&amp;tbnid=HOUqwermcjWt9M:&amp;tbnh=110&amp;tbnw=131&amp;hl=en&amp;start=7&amp;prev=/images?q%3Dusa%2Bmap%26svnum%3D10%26hl%3Den%26lr%3D%26sa%3DN" TargetMode="Externa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customXml" Target="../ink/ink14.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customXml" Target="../ink/ink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9933" y="995318"/>
            <a:ext cx="9872134" cy="1193968"/>
          </a:xfrm>
          <a:solidFill>
            <a:srgbClr val="FFFFFF"/>
          </a:solidFill>
          <a:ln w="38100">
            <a:solidFill>
              <a:srgbClr val="7F7F7F"/>
            </a:solidFill>
            <a:miter lim="800000"/>
          </a:ln>
        </p:spPr>
        <p:txBody>
          <a:bodyPr vert="horz" lIns="91440" tIns="45720" rIns="91440" bIns="45720" rtlCol="0" anchor="ctr">
            <a:normAutofit fontScale="90000"/>
          </a:bodyPr>
          <a:lstStyle/>
          <a:p>
            <a:pPr>
              <a:lnSpc>
                <a:spcPct val="150000"/>
              </a:lnSpc>
            </a:pPr>
            <a:r>
              <a:rPr lang="en-US" sz="3600" kern="1200" dirty="0">
                <a:solidFill>
                  <a:srgbClr val="3F3F3F"/>
                </a:solidFill>
                <a:latin typeface="+mj-lt"/>
                <a:ea typeface="+mj-ea"/>
                <a:cs typeface="+mj-cs"/>
              </a:rPr>
              <a:t>Designing and Analysis of Algorithms</a:t>
            </a:r>
            <a:br>
              <a:rPr lang="en-US" sz="3600" kern="1200" dirty="0">
                <a:solidFill>
                  <a:srgbClr val="3F3F3F"/>
                </a:solidFill>
                <a:latin typeface="+mj-lt"/>
                <a:ea typeface="+mj-ea"/>
                <a:cs typeface="+mj-cs"/>
              </a:rPr>
            </a:br>
            <a:r>
              <a:rPr lang="en-US" sz="3600" kern="1200" dirty="0">
                <a:solidFill>
                  <a:srgbClr val="3F3F3F"/>
                </a:solidFill>
                <a:latin typeface="+mj-lt"/>
                <a:ea typeface="+mj-ea"/>
                <a:cs typeface="+mj-cs"/>
              </a:rPr>
              <a:t>Course Code: ECS 5101/CS514</a:t>
            </a:r>
          </a:p>
        </p:txBody>
      </p:sp>
      <p:sp>
        <p:nvSpPr>
          <p:cNvPr id="3" name="Subtitle 2"/>
          <p:cNvSpPr>
            <a:spLocks noGrp="1"/>
          </p:cNvSpPr>
          <p:nvPr>
            <p:ph type="subTitle" idx="1"/>
          </p:nvPr>
        </p:nvSpPr>
        <p:spPr>
          <a:xfrm>
            <a:off x="1476915" y="2888250"/>
            <a:ext cx="4297351" cy="2959777"/>
          </a:xfrm>
        </p:spPr>
        <p:txBody>
          <a:bodyPr vert="horz" lIns="91440" tIns="45720" rIns="91440" bIns="45720" rtlCol="0" anchor="t">
            <a:normAutofit/>
          </a:bodyPr>
          <a:lstStyle/>
          <a:p>
            <a:pPr indent="-228600" algn="l">
              <a:buFont typeface="Arial" panose="020B0604020202020204" pitchFamily="34" charset="0"/>
              <a:buChar char="•"/>
            </a:pPr>
            <a:r>
              <a:rPr lang="en-US" sz="2000" dirty="0"/>
              <a:t>Dr Rahul Mishra</a:t>
            </a:r>
          </a:p>
          <a:p>
            <a:pPr indent="-228600" algn="l">
              <a:buFont typeface="Arial" panose="020B0604020202020204" pitchFamily="34" charset="0"/>
              <a:buChar char="•"/>
            </a:pPr>
            <a:r>
              <a:rPr lang="en-US" sz="2000" dirty="0"/>
              <a:t>IIT Patna</a:t>
            </a:r>
          </a:p>
        </p:txBody>
      </p:sp>
      <p:sp>
        <p:nvSpPr>
          <p:cNvPr id="5" name="TextBox 4">
            <a:extLst>
              <a:ext uri="{FF2B5EF4-FFF2-40B4-BE49-F238E27FC236}">
                <a16:creationId xmlns:a16="http://schemas.microsoft.com/office/drawing/2014/main" id="{DCA95BC3-E4B0-FB16-BB70-D128FA5BDC2D}"/>
              </a:ext>
            </a:extLst>
          </p:cNvPr>
          <p:cNvSpPr txBox="1"/>
          <p:nvPr/>
        </p:nvSpPr>
        <p:spPr>
          <a:xfrm>
            <a:off x="6417731" y="2888250"/>
            <a:ext cx="4292594" cy="2959778"/>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indent="-228600" defTabSz="914400">
              <a:lnSpc>
                <a:spcPct val="90000"/>
              </a:lnSpc>
              <a:spcAft>
                <a:spcPts val="600"/>
              </a:spcAft>
              <a:buFont typeface="Arial" panose="020B0604020202020204" pitchFamily="34" charset="0"/>
              <a:buChar char="•"/>
            </a:pPr>
            <a:r>
              <a:rPr lang="en-US" sz="2000" b="1" dirty="0"/>
              <a:t>Lecture 25</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783B52EB-BEA5-106F-31CE-D0CB00CD2C3F}"/>
                  </a:ext>
                </a:extLst>
              </p14:cNvPr>
              <p14:cNvContentPartPr/>
              <p14:nvPr/>
            </p14:nvContentPartPr>
            <p14:xfrm>
              <a:off x="4026600" y="2954880"/>
              <a:ext cx="7416000" cy="3106080"/>
            </p14:xfrm>
          </p:contentPart>
        </mc:Choice>
        <mc:Fallback>
          <p:pic>
            <p:nvPicPr>
              <p:cNvPr id="4" name="Ink 3">
                <a:extLst>
                  <a:ext uri="{FF2B5EF4-FFF2-40B4-BE49-F238E27FC236}">
                    <a16:creationId xmlns:a16="http://schemas.microsoft.com/office/drawing/2014/main" id="{783B52EB-BEA5-106F-31CE-D0CB00CD2C3F}"/>
                  </a:ext>
                </a:extLst>
              </p:cNvPr>
              <p:cNvPicPr/>
              <p:nvPr/>
            </p:nvPicPr>
            <p:blipFill>
              <a:blip r:embed="rId3"/>
              <a:stretch>
                <a:fillRect/>
              </a:stretch>
            </p:blipFill>
            <p:spPr>
              <a:xfrm>
                <a:off x="4017240" y="2945520"/>
                <a:ext cx="7434720" cy="3124800"/>
              </a:xfrm>
              <a:prstGeom prst="rect">
                <a:avLst/>
              </a:prstGeom>
            </p:spPr>
          </p:pic>
        </mc:Fallback>
      </mc:AlternateContent>
    </p:spTree>
    <p:extLst>
      <p:ext uri="{BB962C8B-B14F-4D97-AF65-F5344CB8AC3E}">
        <p14:creationId xmlns:p14="http://schemas.microsoft.com/office/powerpoint/2010/main" val="545609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2</a:t>
            </a:fld>
            <a:endParaRPr lang="en-IN"/>
          </a:p>
        </p:txBody>
      </p:sp>
      <p:pic>
        <p:nvPicPr>
          <p:cNvPr id="4" name="Picture 3" descr="A paper with writing on it&#10;&#10;Description automatically generated">
            <a:extLst>
              <a:ext uri="{FF2B5EF4-FFF2-40B4-BE49-F238E27FC236}">
                <a16:creationId xmlns:a16="http://schemas.microsoft.com/office/drawing/2014/main" id="{6D00892C-3D8E-A451-3252-CCD4A555AB1C}"/>
              </a:ext>
            </a:extLst>
          </p:cNvPr>
          <p:cNvPicPr>
            <a:picLocks noChangeAspect="1"/>
          </p:cNvPicPr>
          <p:nvPr/>
        </p:nvPicPr>
        <p:blipFill>
          <a:blip r:embed="rId2"/>
          <a:srcRect t="11778" r="18005"/>
          <a:stretch/>
        </p:blipFill>
        <p:spPr>
          <a:xfrm rot="16364686">
            <a:off x="3302846" y="-1381335"/>
            <a:ext cx="5958842" cy="9516528"/>
          </a:xfrm>
          <a:prstGeom prst="rect">
            <a:avLst/>
          </a:prstGeom>
        </p:spPr>
      </p:pic>
    </p:spTree>
    <p:extLst>
      <p:ext uri="{BB962C8B-B14F-4D97-AF65-F5344CB8AC3E}">
        <p14:creationId xmlns:p14="http://schemas.microsoft.com/office/powerpoint/2010/main" val="1157691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3</a:t>
            </a:fld>
            <a:endParaRPr lang="en-IN"/>
          </a:p>
        </p:txBody>
      </p:sp>
      <p:pic>
        <p:nvPicPr>
          <p:cNvPr id="4" name="Picture 3" descr="A paper with text and drawings on it&#10;&#10;Description automatically generated">
            <a:extLst>
              <a:ext uri="{FF2B5EF4-FFF2-40B4-BE49-F238E27FC236}">
                <a16:creationId xmlns:a16="http://schemas.microsoft.com/office/drawing/2014/main" id="{11E753EA-F631-600D-FBA5-AEF3729B3E71}"/>
              </a:ext>
            </a:extLst>
          </p:cNvPr>
          <p:cNvPicPr>
            <a:picLocks noChangeAspect="1"/>
          </p:cNvPicPr>
          <p:nvPr/>
        </p:nvPicPr>
        <p:blipFill>
          <a:blip r:embed="rId2"/>
          <a:stretch>
            <a:fillRect/>
          </a:stretch>
        </p:blipFill>
        <p:spPr>
          <a:xfrm rot="16200000">
            <a:off x="3453518" y="-1557172"/>
            <a:ext cx="6170701" cy="9824206"/>
          </a:xfrm>
          <a:prstGeom prst="rect">
            <a:avLst/>
          </a:prstGeom>
        </p:spPr>
      </p:pic>
    </p:spTree>
    <p:extLst>
      <p:ext uri="{BB962C8B-B14F-4D97-AF65-F5344CB8AC3E}">
        <p14:creationId xmlns:p14="http://schemas.microsoft.com/office/powerpoint/2010/main" val="85104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4</a:t>
            </a:fld>
            <a:endParaRPr lang="en-IN"/>
          </a:p>
        </p:txBody>
      </p:sp>
      <p:pic>
        <p:nvPicPr>
          <p:cNvPr id="4" name="Picture 3" descr="A close-up of a paper&#10;&#10;Description automatically generated">
            <a:extLst>
              <a:ext uri="{FF2B5EF4-FFF2-40B4-BE49-F238E27FC236}">
                <a16:creationId xmlns:a16="http://schemas.microsoft.com/office/drawing/2014/main" id="{66C7F8E1-DC65-E9B7-19DD-71D4ABBE1B3C}"/>
              </a:ext>
            </a:extLst>
          </p:cNvPr>
          <p:cNvPicPr>
            <a:picLocks noChangeAspect="1"/>
          </p:cNvPicPr>
          <p:nvPr/>
        </p:nvPicPr>
        <p:blipFill>
          <a:blip r:embed="rId2"/>
          <a:stretch>
            <a:fillRect/>
          </a:stretch>
        </p:blipFill>
        <p:spPr>
          <a:xfrm rot="16200000">
            <a:off x="3480617" y="-1528897"/>
            <a:ext cx="5118915" cy="9647341"/>
          </a:xfrm>
          <a:prstGeom prst="rect">
            <a:avLst/>
          </a:prstGeom>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92158FE0-39F7-DD55-F378-6C544D078DFB}"/>
                  </a:ext>
                </a:extLst>
              </p14:cNvPr>
              <p14:cNvContentPartPr/>
              <p14:nvPr/>
            </p14:nvContentPartPr>
            <p14:xfrm>
              <a:off x="3106080" y="936720"/>
              <a:ext cx="7801560" cy="2930040"/>
            </p14:xfrm>
          </p:contentPart>
        </mc:Choice>
        <mc:Fallback>
          <p:pic>
            <p:nvPicPr>
              <p:cNvPr id="3" name="Ink 2">
                <a:extLst>
                  <a:ext uri="{FF2B5EF4-FFF2-40B4-BE49-F238E27FC236}">
                    <a16:creationId xmlns:a16="http://schemas.microsoft.com/office/drawing/2014/main" id="{92158FE0-39F7-DD55-F378-6C544D078DFB}"/>
                  </a:ext>
                </a:extLst>
              </p:cNvPr>
              <p:cNvPicPr/>
              <p:nvPr/>
            </p:nvPicPr>
            <p:blipFill>
              <a:blip r:embed="rId4"/>
              <a:stretch>
                <a:fillRect/>
              </a:stretch>
            </p:blipFill>
            <p:spPr>
              <a:xfrm>
                <a:off x="3096720" y="927360"/>
                <a:ext cx="7820280" cy="2948760"/>
              </a:xfrm>
              <a:prstGeom prst="rect">
                <a:avLst/>
              </a:prstGeom>
            </p:spPr>
          </p:pic>
        </mc:Fallback>
      </mc:AlternateContent>
    </p:spTree>
    <p:extLst>
      <p:ext uri="{BB962C8B-B14F-4D97-AF65-F5344CB8AC3E}">
        <p14:creationId xmlns:p14="http://schemas.microsoft.com/office/powerpoint/2010/main" val="182192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5</a:t>
            </a:fld>
            <a:endParaRPr lang="en-IN"/>
          </a:p>
        </p:txBody>
      </p:sp>
      <p:pic>
        <p:nvPicPr>
          <p:cNvPr id="4" name="Picture 3" descr="A graph paper with lines and arrows&#10;&#10;Description automatically generated">
            <a:extLst>
              <a:ext uri="{FF2B5EF4-FFF2-40B4-BE49-F238E27FC236}">
                <a16:creationId xmlns:a16="http://schemas.microsoft.com/office/drawing/2014/main" id="{474CF273-0D1C-83F3-0275-95C329B5D0A0}"/>
              </a:ext>
            </a:extLst>
          </p:cNvPr>
          <p:cNvPicPr>
            <a:picLocks noChangeAspect="1"/>
          </p:cNvPicPr>
          <p:nvPr/>
        </p:nvPicPr>
        <p:blipFill>
          <a:blip r:embed="rId2"/>
          <a:srcRect l="9531" t="13779" r="473" b="1111"/>
          <a:stretch/>
        </p:blipFill>
        <p:spPr>
          <a:xfrm rot="16200000">
            <a:off x="3125961" y="-260541"/>
            <a:ext cx="5999265" cy="7225532"/>
          </a:xfrm>
          <a:prstGeom prst="rect">
            <a:avLst/>
          </a:prstGeom>
        </p:spPr>
      </p:pic>
    </p:spTree>
    <p:extLst>
      <p:ext uri="{BB962C8B-B14F-4D97-AF65-F5344CB8AC3E}">
        <p14:creationId xmlns:p14="http://schemas.microsoft.com/office/powerpoint/2010/main" val="7532234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rawing of a kite&#10;&#10;Description automatically generated">
            <a:extLst>
              <a:ext uri="{FF2B5EF4-FFF2-40B4-BE49-F238E27FC236}">
                <a16:creationId xmlns:a16="http://schemas.microsoft.com/office/drawing/2014/main" id="{7C99C2AC-59C8-827C-9FA3-229D974FEA93}"/>
              </a:ext>
            </a:extLst>
          </p:cNvPr>
          <p:cNvPicPr>
            <a:picLocks noChangeAspect="1"/>
          </p:cNvPicPr>
          <p:nvPr/>
        </p:nvPicPr>
        <p:blipFill>
          <a:blip r:embed="rId2"/>
          <a:srcRect l="9547" r="4067"/>
          <a:stretch/>
        </p:blipFill>
        <p:spPr>
          <a:xfrm rot="16200000">
            <a:off x="3432386" y="-1889421"/>
            <a:ext cx="5440003" cy="10628376"/>
          </a:xfrm>
          <a:prstGeom prst="rect">
            <a:avLst/>
          </a:prstGeom>
        </p:spPr>
      </p:pic>
      <p:sp>
        <p:nvSpPr>
          <p:cNvPr id="2" name="Slide Number Placeholder 1"/>
          <p:cNvSpPr>
            <a:spLocks noGrp="1"/>
          </p:cNvSpPr>
          <p:nvPr>
            <p:ph type="sldNum" sz="quarter" idx="12"/>
          </p:nvPr>
        </p:nvSpPr>
        <p:spPr>
          <a:xfrm>
            <a:off x="8610600" y="6492240"/>
            <a:ext cx="2743200" cy="365125"/>
          </a:xfrm>
        </p:spPr>
        <p:txBody>
          <a:bodyPr>
            <a:normAutofit/>
          </a:bodyPr>
          <a:lstStyle/>
          <a:p>
            <a:pPr marL="0" lvl="0" indent="0" rtl="0">
              <a:spcBef>
                <a:spcPts val="0"/>
              </a:spcBef>
              <a:spcAft>
                <a:spcPts val="600"/>
              </a:spcAft>
              <a:buNone/>
            </a:pPr>
            <a:fld id="{00000000-1234-1234-1234-123412341234}" type="slidenum">
              <a:rPr lang="en-IN" smtClean="0"/>
              <a:pPr marL="0" lvl="0" indent="0" rtl="0">
                <a:spcBef>
                  <a:spcPts val="0"/>
                </a:spcBef>
                <a:spcAft>
                  <a:spcPts val="600"/>
                </a:spcAft>
                <a:buNone/>
              </a:pPr>
              <a:t>6</a:t>
            </a:fld>
            <a:endParaRPr lang="en-IN"/>
          </a:p>
        </p:txBody>
      </p:sp>
    </p:spTree>
    <p:extLst>
      <p:ext uri="{BB962C8B-B14F-4D97-AF65-F5344CB8AC3E}">
        <p14:creationId xmlns:p14="http://schemas.microsoft.com/office/powerpoint/2010/main" val="1888203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7</a:t>
            </a:fld>
            <a:endParaRPr lang="en-IN"/>
          </a:p>
        </p:txBody>
      </p:sp>
      <p:pic>
        <p:nvPicPr>
          <p:cNvPr id="6" name="Picture 5" descr="A paper with lines and circles on it&#10;&#10;Description automatically generated">
            <a:extLst>
              <a:ext uri="{FF2B5EF4-FFF2-40B4-BE49-F238E27FC236}">
                <a16:creationId xmlns:a16="http://schemas.microsoft.com/office/drawing/2014/main" id="{4732F438-104F-B4DB-984E-9131D65E8A3F}"/>
              </a:ext>
            </a:extLst>
          </p:cNvPr>
          <p:cNvPicPr>
            <a:picLocks noChangeAspect="1"/>
          </p:cNvPicPr>
          <p:nvPr/>
        </p:nvPicPr>
        <p:blipFill>
          <a:blip r:embed="rId2"/>
          <a:srcRect l="4814" t="12000"/>
          <a:stretch/>
        </p:blipFill>
        <p:spPr>
          <a:xfrm rot="16200000">
            <a:off x="3075807" y="-1379221"/>
            <a:ext cx="6421389" cy="9616441"/>
          </a:xfrm>
          <a:prstGeom prst="rect">
            <a:avLst/>
          </a:prstGeom>
        </p:spPr>
      </p:pic>
    </p:spTree>
    <p:extLst>
      <p:ext uri="{BB962C8B-B14F-4D97-AF65-F5344CB8AC3E}">
        <p14:creationId xmlns:p14="http://schemas.microsoft.com/office/powerpoint/2010/main" val="1907868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8</a:t>
            </a:fld>
            <a:endParaRPr lang="en-IN"/>
          </a:p>
        </p:txBody>
      </p:sp>
      <p:pic>
        <p:nvPicPr>
          <p:cNvPr id="4" name="Picture 3" descr="A paper with lines and arrows&#10;&#10;Description automatically generated with medium confidence">
            <a:extLst>
              <a:ext uri="{FF2B5EF4-FFF2-40B4-BE49-F238E27FC236}">
                <a16:creationId xmlns:a16="http://schemas.microsoft.com/office/drawing/2014/main" id="{997BE02F-FFAC-7219-FE55-AED6EA7BCB71}"/>
              </a:ext>
            </a:extLst>
          </p:cNvPr>
          <p:cNvPicPr>
            <a:picLocks noChangeAspect="1"/>
          </p:cNvPicPr>
          <p:nvPr/>
        </p:nvPicPr>
        <p:blipFill>
          <a:blip r:embed="rId2"/>
          <a:srcRect t="13333" r="16812"/>
          <a:stretch/>
        </p:blipFill>
        <p:spPr>
          <a:xfrm rot="16200000">
            <a:off x="2936173" y="-464820"/>
            <a:ext cx="6304413" cy="7787640"/>
          </a:xfrm>
          <a:prstGeom prst="rect">
            <a:avLst/>
          </a:prstGeom>
        </p:spPr>
      </p:pic>
    </p:spTree>
    <p:extLst>
      <p:ext uri="{BB962C8B-B14F-4D97-AF65-F5344CB8AC3E}">
        <p14:creationId xmlns:p14="http://schemas.microsoft.com/office/powerpoint/2010/main" val="517625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aper with writing on it&#10;&#10;Description automatically generated">
            <a:extLst>
              <a:ext uri="{FF2B5EF4-FFF2-40B4-BE49-F238E27FC236}">
                <a16:creationId xmlns:a16="http://schemas.microsoft.com/office/drawing/2014/main" id="{12F9B0EA-4430-9C4B-ED15-534D72D0FF45}"/>
              </a:ext>
            </a:extLst>
          </p:cNvPr>
          <p:cNvPicPr>
            <a:picLocks noChangeAspect="1"/>
          </p:cNvPicPr>
          <p:nvPr/>
        </p:nvPicPr>
        <p:blipFill>
          <a:blip r:embed="rId2"/>
          <a:srcRect l="38233" r="653"/>
          <a:stretch/>
        </p:blipFill>
        <p:spPr>
          <a:xfrm rot="16200000">
            <a:off x="3432386" y="-1889421"/>
            <a:ext cx="5440003" cy="10628376"/>
          </a:xfrm>
          <a:prstGeom prst="rect">
            <a:avLst/>
          </a:prstGeom>
        </p:spPr>
      </p:pic>
      <p:sp>
        <p:nvSpPr>
          <p:cNvPr id="2" name="Slide Number Placeholder 1"/>
          <p:cNvSpPr>
            <a:spLocks noGrp="1"/>
          </p:cNvSpPr>
          <p:nvPr>
            <p:ph type="sldNum" sz="quarter" idx="12"/>
          </p:nvPr>
        </p:nvSpPr>
        <p:spPr>
          <a:xfrm>
            <a:off x="8610600" y="6492240"/>
            <a:ext cx="2743200" cy="365125"/>
          </a:xfrm>
        </p:spPr>
        <p:txBody>
          <a:bodyPr>
            <a:normAutofit/>
          </a:bodyPr>
          <a:lstStyle/>
          <a:p>
            <a:pPr marL="0" lvl="0" indent="0" rtl="0">
              <a:spcBef>
                <a:spcPts val="0"/>
              </a:spcBef>
              <a:spcAft>
                <a:spcPts val="600"/>
              </a:spcAft>
              <a:buNone/>
            </a:pPr>
            <a:fld id="{00000000-1234-1234-1234-123412341234}" type="slidenum">
              <a:rPr lang="en-IN" smtClean="0"/>
              <a:pPr marL="0" lvl="0" indent="0" rtl="0">
                <a:spcBef>
                  <a:spcPts val="0"/>
                </a:spcBef>
                <a:spcAft>
                  <a:spcPts val="600"/>
                </a:spcAft>
                <a:buNone/>
              </a:pPr>
              <a:t>9</a:t>
            </a:fld>
            <a:endParaRPr lang="en-IN"/>
          </a:p>
        </p:txBody>
      </p:sp>
    </p:spTree>
    <p:extLst>
      <p:ext uri="{BB962C8B-B14F-4D97-AF65-F5344CB8AC3E}">
        <p14:creationId xmlns:p14="http://schemas.microsoft.com/office/powerpoint/2010/main" val="2743622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53E689-A8CC-1133-8240-9C3B251C98D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10</a:t>
            </a:fld>
            <a:endParaRPr lang="en-IN"/>
          </a:p>
        </p:txBody>
      </p:sp>
      <p:pic>
        <p:nvPicPr>
          <p:cNvPr id="4" name="Picture 3" descr="A close-up of a white sheet&#10;&#10;Description automatically generated">
            <a:extLst>
              <a:ext uri="{FF2B5EF4-FFF2-40B4-BE49-F238E27FC236}">
                <a16:creationId xmlns:a16="http://schemas.microsoft.com/office/drawing/2014/main" id="{82EF44D7-C91E-73BA-753B-6E17148A9BC1}"/>
              </a:ext>
            </a:extLst>
          </p:cNvPr>
          <p:cNvPicPr>
            <a:picLocks noChangeAspect="1"/>
          </p:cNvPicPr>
          <p:nvPr/>
        </p:nvPicPr>
        <p:blipFill>
          <a:blip r:embed="rId2"/>
          <a:stretch>
            <a:fillRect/>
          </a:stretch>
        </p:blipFill>
        <p:spPr>
          <a:xfrm rot="16200000">
            <a:off x="2840310" y="-1535369"/>
            <a:ext cx="6511379" cy="9928738"/>
          </a:xfrm>
          <a:prstGeom prst="rect">
            <a:avLst/>
          </a:prstGeom>
        </p:spPr>
      </p:pic>
      <p:sp>
        <p:nvSpPr>
          <p:cNvPr id="5" name="Rectangle 4">
            <a:extLst>
              <a:ext uri="{FF2B5EF4-FFF2-40B4-BE49-F238E27FC236}">
                <a16:creationId xmlns:a16="http://schemas.microsoft.com/office/drawing/2014/main" id="{C30A7742-321A-ED10-DBA0-3BCFA6E798B7}"/>
              </a:ext>
            </a:extLst>
          </p:cNvPr>
          <p:cNvSpPr/>
          <p:nvPr/>
        </p:nvSpPr>
        <p:spPr>
          <a:xfrm>
            <a:off x="1349115" y="6492875"/>
            <a:ext cx="2338465" cy="3651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8CAF12D4-CBAD-23D8-4FF5-ECFC28329D61}"/>
              </a:ext>
            </a:extLst>
          </p:cNvPr>
          <p:cNvSpPr/>
          <p:nvPr/>
        </p:nvSpPr>
        <p:spPr>
          <a:xfrm>
            <a:off x="2473377" y="6117920"/>
            <a:ext cx="1108024" cy="3651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46F25AB2-B9F2-BC10-1250-A978BE6F8009}"/>
              </a:ext>
            </a:extLst>
          </p:cNvPr>
          <p:cNvSpPr/>
          <p:nvPr/>
        </p:nvSpPr>
        <p:spPr>
          <a:xfrm>
            <a:off x="3687580" y="6684690"/>
            <a:ext cx="2938072" cy="17331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0816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53E689-A8CC-1133-8240-9C3B251C98D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11</a:t>
            </a:fld>
            <a:endParaRPr lang="en-IN"/>
          </a:p>
        </p:txBody>
      </p:sp>
      <p:pic>
        <p:nvPicPr>
          <p:cNvPr id="4" name="Picture 3" descr="A close-up of a notebook&#10;&#10;Description automatically generated">
            <a:extLst>
              <a:ext uri="{FF2B5EF4-FFF2-40B4-BE49-F238E27FC236}">
                <a16:creationId xmlns:a16="http://schemas.microsoft.com/office/drawing/2014/main" id="{83A092C5-2B89-C9B1-0624-1D00C5FC4FA5}"/>
              </a:ext>
            </a:extLst>
          </p:cNvPr>
          <p:cNvPicPr>
            <a:picLocks noChangeAspect="1"/>
          </p:cNvPicPr>
          <p:nvPr/>
        </p:nvPicPr>
        <p:blipFill>
          <a:blip r:embed="rId2"/>
          <a:stretch>
            <a:fillRect/>
          </a:stretch>
        </p:blipFill>
        <p:spPr>
          <a:xfrm>
            <a:off x="632587" y="371006"/>
            <a:ext cx="5463413" cy="6115987"/>
          </a:xfrm>
          <a:prstGeom prst="rect">
            <a:avLst/>
          </a:prstGeom>
        </p:spPr>
      </p:pic>
      <p:sp>
        <p:nvSpPr>
          <p:cNvPr id="5" name="Rectangle 4">
            <a:extLst>
              <a:ext uri="{FF2B5EF4-FFF2-40B4-BE49-F238E27FC236}">
                <a16:creationId xmlns:a16="http://schemas.microsoft.com/office/drawing/2014/main" id="{A83BB966-F1F2-51DB-D687-ECA207693E6C}"/>
              </a:ext>
            </a:extLst>
          </p:cNvPr>
          <p:cNvSpPr/>
          <p:nvPr/>
        </p:nvSpPr>
        <p:spPr>
          <a:xfrm>
            <a:off x="3477718" y="371006"/>
            <a:ext cx="2618281" cy="24359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9E769C23-9170-0472-2963-8499824E05BA}"/>
              </a:ext>
            </a:extLst>
          </p:cNvPr>
          <p:cNvSpPr/>
          <p:nvPr/>
        </p:nvSpPr>
        <p:spPr>
          <a:xfrm>
            <a:off x="688762" y="249210"/>
            <a:ext cx="1238974" cy="24359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descr="A close-up of a graph&#10;&#10;Description automatically generated">
            <a:extLst>
              <a:ext uri="{FF2B5EF4-FFF2-40B4-BE49-F238E27FC236}">
                <a16:creationId xmlns:a16="http://schemas.microsoft.com/office/drawing/2014/main" id="{07441817-5239-C480-DBE9-266F226268C5}"/>
              </a:ext>
            </a:extLst>
          </p:cNvPr>
          <p:cNvPicPr>
            <a:picLocks noChangeAspect="1"/>
          </p:cNvPicPr>
          <p:nvPr/>
        </p:nvPicPr>
        <p:blipFill>
          <a:blip r:embed="rId3"/>
          <a:stretch>
            <a:fillRect/>
          </a:stretch>
        </p:blipFill>
        <p:spPr>
          <a:xfrm>
            <a:off x="6183669" y="371007"/>
            <a:ext cx="5613590" cy="6350468"/>
          </a:xfrm>
          <a:prstGeom prst="rect">
            <a:avLst/>
          </a:prstGeom>
        </p:spPr>
      </p:pic>
    </p:spTree>
    <p:extLst>
      <p:ext uri="{BB962C8B-B14F-4D97-AF65-F5344CB8AC3E}">
        <p14:creationId xmlns:p14="http://schemas.microsoft.com/office/powerpoint/2010/main" val="3478895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53E689-A8CC-1133-8240-9C3B251C98D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12</a:t>
            </a:fld>
            <a:endParaRPr lang="en-IN"/>
          </a:p>
        </p:txBody>
      </p:sp>
      <p:pic>
        <p:nvPicPr>
          <p:cNvPr id="6" name="Picture 5" descr="A close-up of a graph&#10;&#10;Description automatically generated">
            <a:extLst>
              <a:ext uri="{FF2B5EF4-FFF2-40B4-BE49-F238E27FC236}">
                <a16:creationId xmlns:a16="http://schemas.microsoft.com/office/drawing/2014/main" id="{CFDDD3EB-929A-59A4-568F-8D82964FF564}"/>
              </a:ext>
            </a:extLst>
          </p:cNvPr>
          <p:cNvPicPr>
            <a:picLocks noChangeAspect="1"/>
          </p:cNvPicPr>
          <p:nvPr/>
        </p:nvPicPr>
        <p:blipFill>
          <a:blip r:embed="rId2"/>
          <a:stretch>
            <a:fillRect/>
          </a:stretch>
        </p:blipFill>
        <p:spPr>
          <a:xfrm>
            <a:off x="664363" y="174521"/>
            <a:ext cx="5561442" cy="6318354"/>
          </a:xfrm>
          <a:prstGeom prst="rect">
            <a:avLst/>
          </a:prstGeom>
        </p:spPr>
      </p:pic>
      <p:pic>
        <p:nvPicPr>
          <p:cNvPr id="8" name="Picture 7">
            <a:extLst>
              <a:ext uri="{FF2B5EF4-FFF2-40B4-BE49-F238E27FC236}">
                <a16:creationId xmlns:a16="http://schemas.microsoft.com/office/drawing/2014/main" id="{B0CCB9EE-A083-7148-43D7-392577BE5A5B}"/>
              </a:ext>
            </a:extLst>
          </p:cNvPr>
          <p:cNvPicPr>
            <a:picLocks noChangeAspect="1"/>
          </p:cNvPicPr>
          <p:nvPr/>
        </p:nvPicPr>
        <p:blipFill>
          <a:blip r:embed="rId3"/>
          <a:srcRect l="3076"/>
          <a:stretch/>
        </p:blipFill>
        <p:spPr>
          <a:xfrm>
            <a:off x="6517215" y="174521"/>
            <a:ext cx="5010422" cy="5861154"/>
          </a:xfrm>
          <a:prstGeom prst="rect">
            <a:avLst/>
          </a:prstGeom>
        </p:spPr>
      </p:pic>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48534ED2-02E2-4CD7-34AC-0D1E40CDB770}"/>
                  </a:ext>
                </a:extLst>
              </p14:cNvPr>
              <p14:cNvContentPartPr/>
              <p14:nvPr/>
            </p14:nvContentPartPr>
            <p14:xfrm>
              <a:off x="5696640" y="2346120"/>
              <a:ext cx="6199920" cy="4498560"/>
            </p14:xfrm>
          </p:contentPart>
        </mc:Choice>
        <mc:Fallback>
          <p:pic>
            <p:nvPicPr>
              <p:cNvPr id="4" name="Ink 3">
                <a:extLst>
                  <a:ext uri="{FF2B5EF4-FFF2-40B4-BE49-F238E27FC236}">
                    <a16:creationId xmlns:a16="http://schemas.microsoft.com/office/drawing/2014/main" id="{48534ED2-02E2-4CD7-34AC-0D1E40CDB770}"/>
                  </a:ext>
                </a:extLst>
              </p:cNvPr>
              <p:cNvPicPr/>
              <p:nvPr/>
            </p:nvPicPr>
            <p:blipFill>
              <a:blip r:embed="rId5"/>
              <a:stretch>
                <a:fillRect/>
              </a:stretch>
            </p:blipFill>
            <p:spPr>
              <a:xfrm>
                <a:off x="5687280" y="2336760"/>
                <a:ext cx="6218640" cy="4517280"/>
              </a:xfrm>
              <a:prstGeom prst="rect">
                <a:avLst/>
              </a:prstGeom>
            </p:spPr>
          </p:pic>
        </mc:Fallback>
      </mc:AlternateContent>
    </p:spTree>
    <p:extLst>
      <p:ext uri="{BB962C8B-B14F-4D97-AF65-F5344CB8AC3E}">
        <p14:creationId xmlns:p14="http://schemas.microsoft.com/office/powerpoint/2010/main" val="7979295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Times New Roman" panose="02020603050405020304" pitchFamily="18" charset="0"/>
                <a:cs typeface="Times New Roman" panose="02020603050405020304" pitchFamily="18" charset="0"/>
              </a:rPr>
              <a:t>Backtracking Solution</a:t>
            </a:r>
          </a:p>
        </p:txBody>
      </p:sp>
      <p:sp>
        <p:nvSpPr>
          <p:cNvPr id="3" name="Content Placeholder 2"/>
          <p:cNvSpPr>
            <a:spLocks noGrp="1"/>
          </p:cNvSpPr>
          <p:nvPr>
            <p:ph idx="1"/>
          </p:nvPr>
        </p:nvSpPr>
        <p:spPr/>
        <p:txBody>
          <a:bodyPr>
            <a:normAutofit lnSpcReduction="10000"/>
          </a:bodyPr>
          <a:lstStyle/>
          <a:p>
            <a:pPr>
              <a:lnSpc>
                <a:spcPct val="200000"/>
              </a:lnSpc>
            </a:pPr>
            <a:r>
              <a:rPr dirty="0">
                <a:latin typeface="Times New Roman" panose="02020603050405020304" pitchFamily="18" charset="0"/>
                <a:cs typeface="Times New Roman" panose="02020603050405020304" pitchFamily="18" charset="0"/>
              </a:rPr>
              <a:t>Backtracking is an effective approach to solve the N-Queens problem.</a:t>
            </a:r>
          </a:p>
          <a:p>
            <a:pPr>
              <a:lnSpc>
                <a:spcPct val="200000"/>
              </a:lnSpc>
            </a:pPr>
            <a:r>
              <a:rPr dirty="0">
                <a:latin typeface="Times New Roman" panose="02020603050405020304" pitchFamily="18" charset="0"/>
                <a:cs typeface="Times New Roman" panose="02020603050405020304" pitchFamily="18" charset="0"/>
              </a:rPr>
              <a:t>The idea is to place queens one by one in different columns and check if they are in a valid position.</a:t>
            </a:r>
          </a:p>
          <a:p>
            <a:pPr>
              <a:lnSpc>
                <a:spcPct val="200000"/>
              </a:lnSpc>
            </a:pPr>
            <a:r>
              <a:rPr dirty="0">
                <a:latin typeface="Times New Roman" panose="02020603050405020304" pitchFamily="18" charset="0"/>
                <a:cs typeface="Times New Roman" panose="02020603050405020304" pitchFamily="18" charset="0"/>
              </a:rPr>
              <a:t>If a valid placement is found, proceed to place the next queen, otherwise backtrack.</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CA7BA344-8C17-17E1-79A4-CC48A8BDE63C}"/>
                  </a:ext>
                </a:extLst>
              </p14:cNvPr>
              <p14:cNvContentPartPr/>
              <p14:nvPr/>
            </p14:nvContentPartPr>
            <p14:xfrm>
              <a:off x="198000" y="419040"/>
              <a:ext cx="11720880" cy="5972040"/>
            </p14:xfrm>
          </p:contentPart>
        </mc:Choice>
        <mc:Fallback>
          <p:pic>
            <p:nvPicPr>
              <p:cNvPr id="5" name="Ink 4">
                <a:extLst>
                  <a:ext uri="{FF2B5EF4-FFF2-40B4-BE49-F238E27FC236}">
                    <a16:creationId xmlns:a16="http://schemas.microsoft.com/office/drawing/2014/main" id="{CA7BA344-8C17-17E1-79A4-CC48A8BDE63C}"/>
                  </a:ext>
                </a:extLst>
              </p:cNvPr>
              <p:cNvPicPr/>
              <p:nvPr/>
            </p:nvPicPr>
            <p:blipFill>
              <a:blip r:embed="rId3"/>
              <a:stretch>
                <a:fillRect/>
              </a:stretch>
            </p:blipFill>
            <p:spPr>
              <a:xfrm>
                <a:off x="188640" y="409680"/>
                <a:ext cx="11739600" cy="5990760"/>
              </a:xfrm>
              <a:prstGeom prst="rect">
                <a:avLst/>
              </a:prstGeom>
            </p:spPr>
          </p:pic>
        </mc:Fallback>
      </mc:AlternateContent>
    </p:spTree>
    <p:extLst>
      <p:ext uri="{BB962C8B-B14F-4D97-AF65-F5344CB8AC3E}">
        <p14:creationId xmlns:p14="http://schemas.microsoft.com/office/powerpoint/2010/main" val="1694444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Times New Roman" panose="02020603050405020304" pitchFamily="18" charset="0"/>
                <a:cs typeface="Times New Roman" panose="02020603050405020304" pitchFamily="18" charset="0"/>
              </a:rPr>
              <a:t>Pseudocode for Backtracking</a:t>
            </a:r>
          </a:p>
        </p:txBody>
      </p:sp>
      <p:sp>
        <p:nvSpPr>
          <p:cNvPr id="3" name="Content Placeholder 2"/>
          <p:cNvSpPr>
            <a:spLocks noGrp="1"/>
          </p:cNvSpPr>
          <p:nvPr>
            <p:ph idx="1"/>
          </p:nvPr>
        </p:nvSpPr>
        <p:spPr/>
        <p:txBody>
          <a:bodyPr/>
          <a:lstStyle/>
          <a:p>
            <a:pPr>
              <a:lnSpc>
                <a:spcPct val="200000"/>
              </a:lnSpc>
            </a:pPr>
            <a:r>
              <a:rPr dirty="0">
                <a:latin typeface="Times New Roman" panose="02020603050405020304" pitchFamily="18" charset="0"/>
                <a:cs typeface="Times New Roman" panose="02020603050405020304" pitchFamily="18" charset="0"/>
              </a:rPr>
              <a:t>1. Start by placing the first queen in the first column.</a:t>
            </a:r>
          </a:p>
          <a:p>
            <a:pPr>
              <a:lnSpc>
                <a:spcPct val="200000"/>
              </a:lnSpc>
            </a:pPr>
            <a:r>
              <a:rPr dirty="0">
                <a:latin typeface="Times New Roman" panose="02020603050405020304" pitchFamily="18" charset="0"/>
                <a:cs typeface="Times New Roman" panose="02020603050405020304" pitchFamily="18" charset="0"/>
              </a:rPr>
              <a:t>2. For each column, try placing the queen in a valid row.</a:t>
            </a:r>
          </a:p>
          <a:p>
            <a:pPr>
              <a:lnSpc>
                <a:spcPct val="200000"/>
              </a:lnSpc>
            </a:pPr>
            <a:r>
              <a:rPr dirty="0">
                <a:latin typeface="Times New Roman" panose="02020603050405020304" pitchFamily="18" charset="0"/>
                <a:cs typeface="Times New Roman" panose="02020603050405020304" pitchFamily="18" charset="0"/>
              </a:rPr>
              <a:t>3. If a queen can be placed, move to the next column and repeat.</a:t>
            </a:r>
          </a:p>
          <a:p>
            <a:pPr>
              <a:lnSpc>
                <a:spcPct val="200000"/>
              </a:lnSpc>
            </a:pPr>
            <a:r>
              <a:rPr dirty="0">
                <a:latin typeface="Times New Roman" panose="02020603050405020304" pitchFamily="18" charset="0"/>
                <a:cs typeface="Times New Roman" panose="02020603050405020304" pitchFamily="18" charset="0"/>
              </a:rPr>
              <a:t>4. If no valid position is found, backtrack to the previous column</a:t>
            </a:r>
            <a:r>
              <a:rPr dirty="0"/>
              <a:t>.</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04CB1D36-BAED-4645-6D2B-CCB90F6A37A8}"/>
                  </a:ext>
                </a:extLst>
              </p14:cNvPr>
              <p14:cNvContentPartPr/>
              <p14:nvPr/>
            </p14:nvContentPartPr>
            <p14:xfrm>
              <a:off x="609840" y="834840"/>
              <a:ext cx="11113560" cy="4704480"/>
            </p14:xfrm>
          </p:contentPart>
        </mc:Choice>
        <mc:Fallback>
          <p:pic>
            <p:nvPicPr>
              <p:cNvPr id="5" name="Ink 4">
                <a:extLst>
                  <a:ext uri="{FF2B5EF4-FFF2-40B4-BE49-F238E27FC236}">
                    <a16:creationId xmlns:a16="http://schemas.microsoft.com/office/drawing/2014/main" id="{04CB1D36-BAED-4645-6D2B-CCB90F6A37A8}"/>
                  </a:ext>
                </a:extLst>
              </p:cNvPr>
              <p:cNvPicPr/>
              <p:nvPr/>
            </p:nvPicPr>
            <p:blipFill>
              <a:blip r:embed="rId3"/>
              <a:stretch>
                <a:fillRect/>
              </a:stretch>
            </p:blipFill>
            <p:spPr>
              <a:xfrm>
                <a:off x="600480" y="825480"/>
                <a:ext cx="11132280" cy="4723200"/>
              </a:xfrm>
              <a:prstGeom prst="rect">
                <a:avLst/>
              </a:prstGeom>
            </p:spPr>
          </p:pic>
        </mc:Fallback>
      </mc:AlternateContent>
    </p:spTree>
    <p:extLst>
      <p:ext uri="{BB962C8B-B14F-4D97-AF65-F5344CB8AC3E}">
        <p14:creationId xmlns:p14="http://schemas.microsoft.com/office/powerpoint/2010/main" val="4157578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D656D9-D39E-D52F-4538-5196B7FB77D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15</a:t>
            </a:fld>
            <a:endParaRPr lang="en-IN"/>
          </a:p>
        </p:txBody>
      </p:sp>
      <p:pic>
        <p:nvPicPr>
          <p:cNvPr id="4" name="Picture 3" descr="A sheet of paper with writing on it&#10;&#10;Description automatically generated">
            <a:extLst>
              <a:ext uri="{FF2B5EF4-FFF2-40B4-BE49-F238E27FC236}">
                <a16:creationId xmlns:a16="http://schemas.microsoft.com/office/drawing/2014/main" id="{17994A68-3697-7D4B-A3DF-F1D26ECD2391}"/>
              </a:ext>
            </a:extLst>
          </p:cNvPr>
          <p:cNvPicPr>
            <a:picLocks noChangeAspect="1"/>
          </p:cNvPicPr>
          <p:nvPr/>
        </p:nvPicPr>
        <p:blipFill>
          <a:blip r:embed="rId2"/>
          <a:stretch>
            <a:fillRect/>
          </a:stretch>
        </p:blipFill>
        <p:spPr>
          <a:xfrm rot="16200000">
            <a:off x="2832268" y="-1225446"/>
            <a:ext cx="6342586" cy="9308892"/>
          </a:xfrm>
          <a:prstGeom prst="rect">
            <a:avLst/>
          </a:prstGeom>
        </p:spPr>
      </p:pic>
      <mc:AlternateContent xmlns:mc="http://schemas.openxmlformats.org/markup-compatibility/2006">
        <mc:Choice xmlns:p14="http://schemas.microsoft.com/office/powerpoint/2010/main" Requires="p14">
          <p:contentPart p14:bwMode="auto" r:id="rId3">
            <p14:nvContentPartPr>
              <p14:cNvPr id="8" name="Ink 7">
                <a:extLst>
                  <a:ext uri="{FF2B5EF4-FFF2-40B4-BE49-F238E27FC236}">
                    <a16:creationId xmlns:a16="http://schemas.microsoft.com/office/drawing/2014/main" id="{FFF1157A-5177-9EAF-4F2F-6DF2C2BFD268}"/>
                  </a:ext>
                </a:extLst>
              </p14:cNvPr>
              <p14:cNvContentPartPr/>
              <p14:nvPr/>
            </p14:nvContentPartPr>
            <p14:xfrm>
              <a:off x="2126160" y="441720"/>
              <a:ext cx="8214840" cy="4859640"/>
            </p14:xfrm>
          </p:contentPart>
        </mc:Choice>
        <mc:Fallback>
          <p:pic>
            <p:nvPicPr>
              <p:cNvPr id="8" name="Ink 7">
                <a:extLst>
                  <a:ext uri="{FF2B5EF4-FFF2-40B4-BE49-F238E27FC236}">
                    <a16:creationId xmlns:a16="http://schemas.microsoft.com/office/drawing/2014/main" id="{FFF1157A-5177-9EAF-4F2F-6DF2C2BFD268}"/>
                  </a:ext>
                </a:extLst>
              </p:cNvPr>
              <p:cNvPicPr/>
              <p:nvPr/>
            </p:nvPicPr>
            <p:blipFill>
              <a:blip r:embed="rId4"/>
              <a:stretch>
                <a:fillRect/>
              </a:stretch>
            </p:blipFill>
            <p:spPr>
              <a:xfrm>
                <a:off x="2116800" y="432360"/>
                <a:ext cx="8233560" cy="4878360"/>
              </a:xfrm>
              <a:prstGeom prst="rect">
                <a:avLst/>
              </a:prstGeom>
            </p:spPr>
          </p:pic>
        </mc:Fallback>
      </mc:AlternateContent>
    </p:spTree>
    <p:extLst>
      <p:ext uri="{BB962C8B-B14F-4D97-AF65-F5344CB8AC3E}">
        <p14:creationId xmlns:p14="http://schemas.microsoft.com/office/powerpoint/2010/main" val="2335283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heet of paper with a grid and numbers&#10;&#10;Description automatically generated">
            <a:extLst>
              <a:ext uri="{FF2B5EF4-FFF2-40B4-BE49-F238E27FC236}">
                <a16:creationId xmlns:a16="http://schemas.microsoft.com/office/drawing/2014/main" id="{78A5E553-535E-2103-8E24-113412F73C47}"/>
              </a:ext>
            </a:extLst>
          </p:cNvPr>
          <p:cNvPicPr>
            <a:picLocks noChangeAspect="1"/>
          </p:cNvPicPr>
          <p:nvPr/>
        </p:nvPicPr>
        <p:blipFill>
          <a:blip r:embed="rId2"/>
          <a:srcRect l="12434" r="12580"/>
          <a:stretch/>
        </p:blipFill>
        <p:spPr>
          <a:xfrm rot="16200000">
            <a:off x="3188496" y="-1852420"/>
            <a:ext cx="6041036" cy="10741628"/>
          </a:xfrm>
          <a:prstGeom prst="rect">
            <a:avLst/>
          </a:prstGeom>
        </p:spPr>
      </p:pic>
      <p:sp>
        <p:nvSpPr>
          <p:cNvPr id="2" name="Slide Number Placeholder 1">
            <a:extLst>
              <a:ext uri="{FF2B5EF4-FFF2-40B4-BE49-F238E27FC236}">
                <a16:creationId xmlns:a16="http://schemas.microsoft.com/office/drawing/2014/main" id="{D3F5ED75-A73E-C3A0-B981-1B32E02D4BC0}"/>
              </a:ext>
            </a:extLst>
          </p:cNvPr>
          <p:cNvSpPr>
            <a:spLocks noGrp="1"/>
          </p:cNvSpPr>
          <p:nvPr>
            <p:ph type="sldNum" sz="quarter" idx="12"/>
          </p:nvPr>
        </p:nvSpPr>
        <p:spPr>
          <a:xfrm>
            <a:off x="8610600" y="6356350"/>
            <a:ext cx="2743200" cy="365125"/>
          </a:xfrm>
        </p:spPr>
        <p:txBody>
          <a:bodyPr>
            <a:normAutofit/>
          </a:bodyPr>
          <a:lstStyle/>
          <a:p>
            <a:pPr marL="0" lvl="0" indent="0" rtl="0">
              <a:spcBef>
                <a:spcPts val="0"/>
              </a:spcBef>
              <a:spcAft>
                <a:spcPts val="600"/>
              </a:spcAft>
              <a:buNone/>
            </a:pPr>
            <a:fld id="{00000000-1234-1234-1234-123412341234}" type="slidenum">
              <a:rPr lang="en-IN">
                <a:solidFill>
                  <a:srgbClr val="FFFFFF"/>
                </a:solidFill>
              </a:rPr>
              <a:pPr marL="0" lvl="0" indent="0" rtl="0">
                <a:spcBef>
                  <a:spcPts val="0"/>
                </a:spcBef>
                <a:spcAft>
                  <a:spcPts val="600"/>
                </a:spcAft>
                <a:buNone/>
              </a:pPr>
              <a:t>16</a:t>
            </a:fld>
            <a:endParaRPr lang="en-IN">
              <a:solidFill>
                <a:srgbClr val="FFFFFF"/>
              </a:solidFill>
            </a:endParaRPr>
          </a:p>
        </p:txBody>
      </p:sp>
      <mc:AlternateContent xmlns:mc="http://schemas.openxmlformats.org/markup-compatibility/2006">
        <mc:Choice xmlns:p14="http://schemas.microsoft.com/office/powerpoint/2010/main" Requires="p14">
          <p:contentPart p14:bwMode="auto" r:id="rId3">
            <p14:nvContentPartPr>
              <p14:cNvPr id="7" name="Ink 6">
                <a:extLst>
                  <a:ext uri="{FF2B5EF4-FFF2-40B4-BE49-F238E27FC236}">
                    <a16:creationId xmlns:a16="http://schemas.microsoft.com/office/drawing/2014/main" id="{A72413A5-FAB9-1C7B-1F85-920C1D873437}"/>
                  </a:ext>
                </a:extLst>
              </p14:cNvPr>
              <p14:cNvContentPartPr/>
              <p14:nvPr/>
            </p14:nvContentPartPr>
            <p14:xfrm>
              <a:off x="9023400" y="1357560"/>
              <a:ext cx="2250720" cy="3485160"/>
            </p14:xfrm>
          </p:contentPart>
        </mc:Choice>
        <mc:Fallback>
          <p:pic>
            <p:nvPicPr>
              <p:cNvPr id="7" name="Ink 6">
                <a:extLst>
                  <a:ext uri="{FF2B5EF4-FFF2-40B4-BE49-F238E27FC236}">
                    <a16:creationId xmlns:a16="http://schemas.microsoft.com/office/drawing/2014/main" id="{A72413A5-FAB9-1C7B-1F85-920C1D873437}"/>
                  </a:ext>
                </a:extLst>
              </p:cNvPr>
              <p:cNvPicPr/>
              <p:nvPr/>
            </p:nvPicPr>
            <p:blipFill>
              <a:blip r:embed="rId4"/>
              <a:stretch>
                <a:fillRect/>
              </a:stretch>
            </p:blipFill>
            <p:spPr>
              <a:xfrm>
                <a:off x="9014040" y="1348200"/>
                <a:ext cx="2269440" cy="3503880"/>
              </a:xfrm>
              <a:prstGeom prst="rect">
                <a:avLst/>
              </a:prstGeom>
            </p:spPr>
          </p:pic>
        </mc:Fallback>
      </mc:AlternateContent>
    </p:spTree>
    <p:extLst>
      <p:ext uri="{BB962C8B-B14F-4D97-AF65-F5344CB8AC3E}">
        <p14:creationId xmlns:p14="http://schemas.microsoft.com/office/powerpoint/2010/main" val="17202075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Times New Roman" panose="02020603050405020304" pitchFamily="18" charset="0"/>
                <a:cs typeface="Times New Roman" panose="02020603050405020304" pitchFamily="18" charset="0"/>
              </a:rPr>
              <a:t>Time Complexity</a:t>
            </a:r>
          </a:p>
        </p:txBody>
      </p:sp>
      <p:sp>
        <p:nvSpPr>
          <p:cNvPr id="3" name="Content Placeholder 2"/>
          <p:cNvSpPr>
            <a:spLocks noGrp="1"/>
          </p:cNvSpPr>
          <p:nvPr>
            <p:ph idx="1"/>
          </p:nvPr>
        </p:nvSpPr>
        <p:spPr/>
        <p:txBody>
          <a:bodyPr>
            <a:normAutofit lnSpcReduction="10000"/>
          </a:bodyPr>
          <a:lstStyle/>
          <a:p>
            <a:pPr>
              <a:lnSpc>
                <a:spcPct val="200000"/>
              </a:lnSpc>
            </a:pPr>
            <a:r>
              <a:rPr dirty="0">
                <a:latin typeface="Times New Roman" panose="02020603050405020304" pitchFamily="18" charset="0"/>
                <a:cs typeface="Times New Roman" panose="02020603050405020304" pitchFamily="18" charset="0"/>
              </a:rPr>
              <a:t>The time complexity of the N-Queens problem using backtracking is O(N!).</a:t>
            </a:r>
          </a:p>
          <a:p>
            <a:pPr>
              <a:lnSpc>
                <a:spcPct val="200000"/>
              </a:lnSpc>
            </a:pPr>
            <a:r>
              <a:rPr dirty="0">
                <a:latin typeface="Times New Roman" panose="02020603050405020304" pitchFamily="18" charset="0"/>
                <a:cs typeface="Times New Roman" panose="02020603050405020304" pitchFamily="18" charset="0"/>
              </a:rPr>
              <a:t>This is because for each queen, we need to check multiple positions and validate constraints.</a:t>
            </a:r>
          </a:p>
          <a:p>
            <a:pPr>
              <a:lnSpc>
                <a:spcPct val="200000"/>
              </a:lnSpc>
            </a:pPr>
            <a:r>
              <a:rPr dirty="0">
                <a:latin typeface="Times New Roman" panose="02020603050405020304" pitchFamily="18" charset="0"/>
                <a:cs typeface="Times New Roman" panose="02020603050405020304" pitchFamily="18" charset="0"/>
              </a:rPr>
              <a:t>Efficient pruning techniques can help reduce the search space.</a:t>
            </a: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E7F715A3-465C-0222-B860-2DF14A7F02D5}"/>
                  </a:ext>
                </a:extLst>
              </p14:cNvPr>
              <p14:cNvContentPartPr/>
              <p14:nvPr/>
            </p14:nvContentPartPr>
            <p14:xfrm>
              <a:off x="9680760" y="1406520"/>
              <a:ext cx="1752840" cy="1484280"/>
            </p14:xfrm>
          </p:contentPart>
        </mc:Choice>
        <mc:Fallback>
          <p:pic>
            <p:nvPicPr>
              <p:cNvPr id="5" name="Ink 4">
                <a:extLst>
                  <a:ext uri="{FF2B5EF4-FFF2-40B4-BE49-F238E27FC236}">
                    <a16:creationId xmlns:a16="http://schemas.microsoft.com/office/drawing/2014/main" id="{E7F715A3-465C-0222-B860-2DF14A7F02D5}"/>
                  </a:ext>
                </a:extLst>
              </p:cNvPr>
              <p:cNvPicPr/>
              <p:nvPr/>
            </p:nvPicPr>
            <p:blipFill>
              <a:blip r:embed="rId3"/>
              <a:stretch>
                <a:fillRect/>
              </a:stretch>
            </p:blipFill>
            <p:spPr>
              <a:xfrm>
                <a:off x="9671400" y="1397160"/>
                <a:ext cx="1771560" cy="1503000"/>
              </a:xfrm>
              <a:prstGeom prst="rect">
                <a:avLst/>
              </a:prstGeom>
            </p:spPr>
          </p:pic>
        </mc:Fallback>
      </mc:AlternateContent>
    </p:spTree>
    <p:extLst>
      <p:ext uri="{BB962C8B-B14F-4D97-AF65-F5344CB8AC3E}">
        <p14:creationId xmlns:p14="http://schemas.microsoft.com/office/powerpoint/2010/main" val="15267719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Times New Roman" panose="02020603050405020304" pitchFamily="18" charset="0"/>
                <a:cs typeface="Times New Roman" panose="02020603050405020304" pitchFamily="18" charset="0"/>
              </a:rPr>
              <a:t>Visualization of Backtracking</a:t>
            </a:r>
          </a:p>
        </p:txBody>
      </p:sp>
      <p:sp>
        <p:nvSpPr>
          <p:cNvPr id="3" name="Content Placeholder 2"/>
          <p:cNvSpPr>
            <a:spLocks noGrp="1"/>
          </p:cNvSpPr>
          <p:nvPr>
            <p:ph idx="1"/>
          </p:nvPr>
        </p:nvSpPr>
        <p:spPr/>
        <p:txBody>
          <a:bodyPr>
            <a:normAutofit lnSpcReduction="10000"/>
          </a:bodyPr>
          <a:lstStyle/>
          <a:p>
            <a:pPr algn="just">
              <a:lnSpc>
                <a:spcPct val="200000"/>
              </a:lnSpc>
            </a:pPr>
            <a:r>
              <a:rPr dirty="0">
                <a:latin typeface="Times New Roman" panose="02020603050405020304" pitchFamily="18" charset="0"/>
                <a:cs typeface="Times New Roman" panose="02020603050405020304" pitchFamily="18" charset="0"/>
              </a:rPr>
              <a:t>Backtracking explores all possible configurations of queen placements.</a:t>
            </a:r>
          </a:p>
          <a:p>
            <a:pPr algn="just">
              <a:lnSpc>
                <a:spcPct val="200000"/>
              </a:lnSpc>
            </a:pPr>
            <a:r>
              <a:rPr dirty="0">
                <a:latin typeface="Times New Roman" panose="02020603050405020304" pitchFamily="18" charset="0"/>
                <a:cs typeface="Times New Roman" panose="02020603050405020304" pitchFamily="18" charset="0"/>
              </a:rPr>
              <a:t>When a conflict is detected (two queens threatening each other), the algorithm backtracks to the previous step.</a:t>
            </a:r>
          </a:p>
          <a:p>
            <a:pPr algn="just">
              <a:lnSpc>
                <a:spcPct val="200000"/>
              </a:lnSpc>
            </a:pPr>
            <a:r>
              <a:rPr dirty="0">
                <a:latin typeface="Times New Roman" panose="02020603050405020304" pitchFamily="18" charset="0"/>
                <a:cs typeface="Times New Roman" panose="02020603050405020304" pitchFamily="18" charset="0"/>
              </a:rPr>
              <a:t>This process continues until all valid solutions are found.</a:t>
            </a:r>
          </a:p>
        </p:txBody>
      </p:sp>
    </p:spTree>
    <p:extLst>
      <p:ext uri="{BB962C8B-B14F-4D97-AF65-F5344CB8AC3E}">
        <p14:creationId xmlns:p14="http://schemas.microsoft.com/office/powerpoint/2010/main" val="19525526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latin typeface="Times New Roman" panose="02020603050405020304" pitchFamily="18" charset="0"/>
                <a:cs typeface="Times New Roman" panose="02020603050405020304" pitchFamily="18" charset="0"/>
              </a:rPr>
              <a:t>Advantages and Challenges</a:t>
            </a:r>
          </a:p>
        </p:txBody>
      </p:sp>
      <p:sp>
        <p:nvSpPr>
          <p:cNvPr id="3" name="Content Placeholder 2"/>
          <p:cNvSpPr>
            <a:spLocks noGrp="1"/>
          </p:cNvSpPr>
          <p:nvPr>
            <p:ph idx="1"/>
          </p:nvPr>
        </p:nvSpPr>
        <p:spPr/>
        <p:txBody>
          <a:bodyPr/>
          <a:lstStyle/>
          <a:p>
            <a:r>
              <a:rPr dirty="0"/>
              <a:t>Advantages:</a:t>
            </a:r>
          </a:p>
          <a:p>
            <a:r>
              <a:rPr dirty="0"/>
              <a:t>- Simple to implement.</a:t>
            </a:r>
          </a:p>
          <a:p>
            <a:r>
              <a:rPr dirty="0"/>
              <a:t>- Guarantees a solution if one exists.</a:t>
            </a:r>
          </a:p>
          <a:p>
            <a:endParaRPr dirty="0"/>
          </a:p>
          <a:p>
            <a:r>
              <a:rPr dirty="0"/>
              <a:t>Challenges:</a:t>
            </a:r>
          </a:p>
          <a:p>
            <a:r>
              <a:rPr dirty="0"/>
              <a:t>- High time complexity (O(N!)).</a:t>
            </a:r>
          </a:p>
          <a:p>
            <a:r>
              <a:rPr dirty="0"/>
              <a:t>- Not efficient for large N without optimizations.</a:t>
            </a:r>
          </a:p>
        </p:txBody>
      </p:sp>
    </p:spTree>
    <p:extLst>
      <p:ext uri="{BB962C8B-B14F-4D97-AF65-F5344CB8AC3E}">
        <p14:creationId xmlns:p14="http://schemas.microsoft.com/office/powerpoint/2010/main" val="29766985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59699" y="151179"/>
            <a:ext cx="11272602" cy="6555641"/>
          </a:xfrm>
          <a:prstGeom prst="rect">
            <a:avLst/>
          </a:prstGeom>
        </p:spPr>
        <p:txBody>
          <a:bodyPr wrap="square">
            <a:spAutoFit/>
          </a:bodyPr>
          <a:lstStyle/>
          <a:p>
            <a:r>
              <a:rPr lang="en-IN" sz="2400" dirty="0">
                <a:latin typeface="Times New Roman" panose="02020603050405020304" pitchFamily="18" charset="0"/>
                <a:cs typeface="Times New Roman" panose="02020603050405020304" pitchFamily="18" charset="0"/>
              </a:rPr>
              <a:t>A </a:t>
            </a:r>
            <a:r>
              <a:rPr lang="en-IN" sz="2400" b="1" dirty="0">
                <a:latin typeface="Times New Roman" panose="02020603050405020304" pitchFamily="18" charset="0"/>
                <a:cs typeface="Times New Roman" panose="02020603050405020304" pitchFamily="18" charset="0"/>
              </a:rPr>
              <a:t>Hamiltonian cycle (or Hamiltonian circuit) </a:t>
            </a:r>
            <a:r>
              <a:rPr lang="en-IN" sz="2400" dirty="0">
                <a:latin typeface="Times New Roman" panose="02020603050405020304" pitchFamily="18" charset="0"/>
                <a:cs typeface="Times New Roman" panose="02020603050405020304" pitchFamily="18" charset="0"/>
              </a:rPr>
              <a:t>is a concept from graph theory that refers to a cycle in a graph that visits each vertex exactly once and returns to the starting vertex. This is different from an Eulerian cycle, which requires visiting each edge exactly once.</a:t>
            </a:r>
          </a:p>
          <a:p>
            <a:endParaRPr lang="en-IN" dirty="0"/>
          </a:p>
          <a:p>
            <a:r>
              <a:rPr lang="en-IN" sz="2400" dirty="0">
                <a:latin typeface="Times New Roman" panose="02020603050405020304" pitchFamily="18" charset="0"/>
                <a:cs typeface="Times New Roman" panose="02020603050405020304" pitchFamily="18" charset="0"/>
              </a:rPr>
              <a:t>Key Characteristics:</a:t>
            </a:r>
          </a:p>
          <a:p>
            <a:r>
              <a:rPr lang="en-IN" sz="2400" dirty="0">
                <a:latin typeface="Times New Roman" panose="02020603050405020304" pitchFamily="18" charset="0"/>
                <a:cs typeface="Times New Roman" panose="02020603050405020304" pitchFamily="18" charset="0"/>
              </a:rPr>
              <a:t>Cycle: It starts and ends at the same vertex.</a:t>
            </a:r>
          </a:p>
          <a:p>
            <a:r>
              <a:rPr lang="en-IN" sz="2400" dirty="0">
                <a:latin typeface="Times New Roman" panose="02020603050405020304" pitchFamily="18" charset="0"/>
                <a:cs typeface="Times New Roman" panose="02020603050405020304" pitchFamily="18" charset="0"/>
              </a:rPr>
              <a:t>Visits all vertices: Each vertex of the graph must be visited exactly once.</a:t>
            </a:r>
          </a:p>
          <a:p>
            <a:r>
              <a:rPr lang="en-IN" sz="2400" dirty="0">
                <a:latin typeface="Times New Roman" panose="02020603050405020304" pitchFamily="18" charset="0"/>
                <a:cs typeface="Times New Roman" panose="02020603050405020304" pitchFamily="18" charset="0"/>
              </a:rPr>
              <a:t>Undirected or Directed Graphs: Hamiltonian cycles can exist in both undirected and directed graphs.</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Example: Consider a graph with vertices A, B, C, D:</a:t>
            </a:r>
          </a:p>
          <a:p>
            <a:r>
              <a:rPr lang="en-IN" sz="2400" dirty="0">
                <a:latin typeface="Times New Roman" panose="02020603050405020304" pitchFamily="18" charset="0"/>
                <a:cs typeface="Times New Roman" panose="02020603050405020304" pitchFamily="18" charset="0"/>
              </a:rPr>
              <a:t>- A possible Hamiltonian cycle would be: A → B → C → D → A</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Hamiltonian Path vs. Hamiltonian Cycle:</a:t>
            </a:r>
          </a:p>
          <a:p>
            <a:r>
              <a:rPr lang="en-IN" sz="2400" dirty="0">
                <a:latin typeface="Times New Roman" panose="02020603050405020304" pitchFamily="18" charset="0"/>
                <a:cs typeface="Times New Roman" panose="02020603050405020304" pitchFamily="18" charset="0"/>
              </a:rPr>
              <a:t>- A Hamiltonian path visits every vertex exactly once but doesn't necessarily return to the starting point.</a:t>
            </a:r>
          </a:p>
          <a:p>
            <a:r>
              <a:rPr lang="en-IN" sz="2400" dirty="0">
                <a:latin typeface="Times New Roman" panose="02020603050405020304" pitchFamily="18" charset="0"/>
                <a:cs typeface="Times New Roman" panose="02020603050405020304" pitchFamily="18" charset="0"/>
              </a:rPr>
              <a:t>- A Hamiltonian cycle is a closed path (it returns to the starting point).</a:t>
            </a:r>
          </a:p>
          <a:p>
            <a:endParaRPr lang="en-IN" dirty="0"/>
          </a:p>
        </p:txBody>
      </p:sp>
    </p:spTree>
    <p:extLst>
      <p:ext uri="{BB962C8B-B14F-4D97-AF65-F5344CB8AC3E}">
        <p14:creationId xmlns:p14="http://schemas.microsoft.com/office/powerpoint/2010/main" val="31756926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21</a:t>
            </a:fld>
            <a:endParaRPr lang="en-IN"/>
          </a:p>
        </p:txBody>
      </p:sp>
      <p:sp>
        <p:nvSpPr>
          <p:cNvPr id="4" name="TextBox 3">
            <a:extLst>
              <a:ext uri="{FF2B5EF4-FFF2-40B4-BE49-F238E27FC236}">
                <a16:creationId xmlns:a16="http://schemas.microsoft.com/office/drawing/2014/main" id="{12870F8F-802B-667D-644C-397DE381C7B7}"/>
              </a:ext>
            </a:extLst>
          </p:cNvPr>
          <p:cNvSpPr txBox="1"/>
          <p:nvPr/>
        </p:nvSpPr>
        <p:spPr>
          <a:xfrm>
            <a:off x="989351" y="612844"/>
            <a:ext cx="10717967" cy="5632311"/>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Applications:</a:t>
            </a:r>
          </a:p>
          <a:p>
            <a:endParaRPr lang="en-IN" sz="2400"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Traveling Salesman Problem (TSP): This is a famous problem in combinatorial optimization where one needs to find the shortest Hamiltonian cycle in a weighted graph.</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Routing and Circuit Design: Hamiltonian cycles are used in designing efficient routes or circuits that need to pass through specific points exactly once.</a:t>
            </a:r>
          </a:p>
          <a:p>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Challenges:</a:t>
            </a:r>
          </a:p>
          <a:p>
            <a:endParaRPr lang="en-IN" sz="2400"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NP-Complete: Determining whether a Hamiltonian cycle exists in a given graph is NP-complete, meaning it's computationally difficult to solve for large graphs.</a:t>
            </a:r>
          </a:p>
          <a:p>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Would you like an example, or an algorithm related to finding Hamiltonian cycles?</a:t>
            </a:r>
          </a:p>
        </p:txBody>
      </p:sp>
    </p:spTree>
    <p:extLst>
      <p:ext uri="{BB962C8B-B14F-4D97-AF65-F5344CB8AC3E}">
        <p14:creationId xmlns:p14="http://schemas.microsoft.com/office/powerpoint/2010/main" val="29311331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D628BD-08A3-D9F5-50B2-966A66AA237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22</a:t>
            </a:fld>
            <a:endParaRPr lang="en-IN"/>
          </a:p>
        </p:txBody>
      </p:sp>
      <p:pic>
        <p:nvPicPr>
          <p:cNvPr id="4" name="Picture 3" descr="A close-up of a handwritten letter&#10;&#10;Description automatically generated">
            <a:extLst>
              <a:ext uri="{FF2B5EF4-FFF2-40B4-BE49-F238E27FC236}">
                <a16:creationId xmlns:a16="http://schemas.microsoft.com/office/drawing/2014/main" id="{B6B0D154-7521-2530-44C6-436C11902079}"/>
              </a:ext>
            </a:extLst>
          </p:cNvPr>
          <p:cNvPicPr>
            <a:picLocks noChangeAspect="1"/>
          </p:cNvPicPr>
          <p:nvPr/>
        </p:nvPicPr>
        <p:blipFill>
          <a:blip r:embed="rId2"/>
          <a:stretch>
            <a:fillRect/>
          </a:stretch>
        </p:blipFill>
        <p:spPr>
          <a:xfrm rot="16360022">
            <a:off x="2744939" y="-2030001"/>
            <a:ext cx="6274385" cy="10978964"/>
          </a:xfrm>
          <a:prstGeom prst="rect">
            <a:avLst/>
          </a:prstGeom>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E5F918B4-C9C1-E841-AE9D-46E0E0A63317}"/>
                  </a:ext>
                </a:extLst>
              </p14:cNvPr>
              <p14:cNvContentPartPr/>
              <p14:nvPr/>
            </p14:nvContentPartPr>
            <p14:xfrm>
              <a:off x="378720" y="282600"/>
              <a:ext cx="11253960" cy="3736440"/>
            </p14:xfrm>
          </p:contentPart>
        </mc:Choice>
        <mc:Fallback>
          <p:pic>
            <p:nvPicPr>
              <p:cNvPr id="3" name="Ink 2">
                <a:extLst>
                  <a:ext uri="{FF2B5EF4-FFF2-40B4-BE49-F238E27FC236}">
                    <a16:creationId xmlns:a16="http://schemas.microsoft.com/office/drawing/2014/main" id="{E5F918B4-C9C1-E841-AE9D-46E0E0A63317}"/>
                  </a:ext>
                </a:extLst>
              </p:cNvPr>
              <p:cNvPicPr/>
              <p:nvPr/>
            </p:nvPicPr>
            <p:blipFill>
              <a:blip r:embed="rId4"/>
              <a:stretch>
                <a:fillRect/>
              </a:stretch>
            </p:blipFill>
            <p:spPr>
              <a:xfrm>
                <a:off x="369360" y="273240"/>
                <a:ext cx="11272680" cy="3755160"/>
              </a:xfrm>
              <a:prstGeom prst="rect">
                <a:avLst/>
              </a:prstGeom>
            </p:spPr>
          </p:pic>
        </mc:Fallback>
      </mc:AlternateContent>
    </p:spTree>
    <p:extLst>
      <p:ext uri="{BB962C8B-B14F-4D97-AF65-F5344CB8AC3E}">
        <p14:creationId xmlns:p14="http://schemas.microsoft.com/office/powerpoint/2010/main" val="7569384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rawing of a hexagon with lines and points&#10;&#10;Description automatically generated">
            <a:extLst>
              <a:ext uri="{FF2B5EF4-FFF2-40B4-BE49-F238E27FC236}">
                <a16:creationId xmlns:a16="http://schemas.microsoft.com/office/drawing/2014/main" id="{E923B02C-C2E6-E788-FC84-EDCB1CC7BF93}"/>
              </a:ext>
            </a:extLst>
          </p:cNvPr>
          <p:cNvPicPr>
            <a:picLocks noChangeAspect="1"/>
          </p:cNvPicPr>
          <p:nvPr/>
        </p:nvPicPr>
        <p:blipFill>
          <a:blip r:embed="rId2"/>
          <a:stretch>
            <a:fillRect/>
          </a:stretch>
        </p:blipFill>
        <p:spPr>
          <a:xfrm rot="16200000">
            <a:off x="3310466" y="-622685"/>
            <a:ext cx="5571067" cy="8103370"/>
          </a:xfrm>
          <a:prstGeom prst="rect">
            <a:avLst/>
          </a:prstGeom>
        </p:spPr>
      </p:pic>
      <p:sp>
        <p:nvSpPr>
          <p:cNvPr id="2" name="Slide Number Placeholder 1">
            <a:extLst>
              <a:ext uri="{FF2B5EF4-FFF2-40B4-BE49-F238E27FC236}">
                <a16:creationId xmlns:a16="http://schemas.microsoft.com/office/drawing/2014/main" id="{FFB92B57-750C-1A71-307D-FEE4BE0B81E1}"/>
              </a:ext>
            </a:extLst>
          </p:cNvPr>
          <p:cNvSpPr>
            <a:spLocks noGrp="1"/>
          </p:cNvSpPr>
          <p:nvPr>
            <p:ph type="sldNum" sz="quarter" idx="12"/>
          </p:nvPr>
        </p:nvSpPr>
        <p:spPr>
          <a:xfrm>
            <a:off x="8610600" y="6356350"/>
            <a:ext cx="2743200" cy="365125"/>
          </a:xfrm>
        </p:spPr>
        <p:txBody>
          <a:bodyPr>
            <a:normAutofit/>
          </a:bodyPr>
          <a:lstStyle/>
          <a:p>
            <a:pPr marL="0" lvl="0" indent="0" rtl="0">
              <a:spcBef>
                <a:spcPts val="0"/>
              </a:spcBef>
              <a:spcAft>
                <a:spcPts val="600"/>
              </a:spcAft>
              <a:buNone/>
            </a:pPr>
            <a:fld id="{00000000-1234-1234-1234-123412341234}" type="slidenum">
              <a:rPr lang="en-IN" smtClean="0"/>
              <a:pPr marL="0" lvl="0" indent="0" rtl="0">
                <a:spcBef>
                  <a:spcPts val="0"/>
                </a:spcBef>
                <a:spcAft>
                  <a:spcPts val="600"/>
                </a:spcAft>
                <a:buNone/>
              </a:pPr>
              <a:t>23</a:t>
            </a:fld>
            <a:endParaRPr lang="en-IN"/>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6B81CD03-B709-FD0C-B81B-CD7374D69AF8}"/>
                  </a:ext>
                </a:extLst>
              </p14:cNvPr>
              <p14:cNvContentPartPr/>
              <p14:nvPr/>
            </p14:nvContentPartPr>
            <p14:xfrm>
              <a:off x="956880" y="438480"/>
              <a:ext cx="10855080" cy="4264560"/>
            </p14:xfrm>
          </p:contentPart>
        </mc:Choice>
        <mc:Fallback>
          <p:pic>
            <p:nvPicPr>
              <p:cNvPr id="5" name="Ink 4">
                <a:extLst>
                  <a:ext uri="{FF2B5EF4-FFF2-40B4-BE49-F238E27FC236}">
                    <a16:creationId xmlns:a16="http://schemas.microsoft.com/office/drawing/2014/main" id="{6B81CD03-B709-FD0C-B81B-CD7374D69AF8}"/>
                  </a:ext>
                </a:extLst>
              </p:cNvPr>
              <p:cNvPicPr/>
              <p:nvPr/>
            </p:nvPicPr>
            <p:blipFill>
              <a:blip r:embed="rId4"/>
              <a:stretch>
                <a:fillRect/>
              </a:stretch>
            </p:blipFill>
            <p:spPr>
              <a:xfrm>
                <a:off x="947520" y="429120"/>
                <a:ext cx="10873800" cy="4283280"/>
              </a:xfrm>
              <a:prstGeom prst="rect">
                <a:avLst/>
              </a:prstGeom>
            </p:spPr>
          </p:pic>
        </mc:Fallback>
      </mc:AlternateContent>
    </p:spTree>
    <p:extLst>
      <p:ext uri="{BB962C8B-B14F-4D97-AF65-F5344CB8AC3E}">
        <p14:creationId xmlns:p14="http://schemas.microsoft.com/office/powerpoint/2010/main" val="3834890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F5A0E-E4F9-4A22-B77A-9E778DF0B93B}"/>
            </a:ext>
          </a:extLst>
        </p:cNvPr>
        <p:cNvGrpSpPr/>
        <p:nvPr/>
      </p:nvGrpSpPr>
      <p:grpSpPr>
        <a:xfrm>
          <a:off x="0" y="0"/>
          <a:ext cx="0" cy="0"/>
          <a:chOff x="0" y="0"/>
          <a:chExt cx="0" cy="0"/>
        </a:xfrm>
      </p:grpSpPr>
      <p:pic>
        <p:nvPicPr>
          <p:cNvPr id="5" name="Picture 4" descr="A graph paper with lines and dots&#10;&#10;Description automatically generated">
            <a:extLst>
              <a:ext uri="{FF2B5EF4-FFF2-40B4-BE49-F238E27FC236}">
                <a16:creationId xmlns:a16="http://schemas.microsoft.com/office/drawing/2014/main" id="{6B48C9D9-5EDB-AD70-8E85-CCE1F7D1FC7B}"/>
              </a:ext>
            </a:extLst>
          </p:cNvPr>
          <p:cNvPicPr>
            <a:picLocks noChangeAspect="1"/>
          </p:cNvPicPr>
          <p:nvPr/>
        </p:nvPicPr>
        <p:blipFill>
          <a:blip r:embed="rId2"/>
          <a:stretch>
            <a:fillRect/>
          </a:stretch>
        </p:blipFill>
        <p:spPr>
          <a:xfrm rot="16200000">
            <a:off x="3032851" y="-48539"/>
            <a:ext cx="6346510" cy="6955078"/>
          </a:xfrm>
          <a:prstGeom prst="rect">
            <a:avLst/>
          </a:prstGeom>
        </p:spPr>
      </p:pic>
      <p:sp>
        <p:nvSpPr>
          <p:cNvPr id="2" name="Slide Number Placeholder 1">
            <a:extLst>
              <a:ext uri="{FF2B5EF4-FFF2-40B4-BE49-F238E27FC236}">
                <a16:creationId xmlns:a16="http://schemas.microsoft.com/office/drawing/2014/main" id="{4291A047-B360-5811-B906-C19A65B74D2E}"/>
              </a:ext>
            </a:extLst>
          </p:cNvPr>
          <p:cNvSpPr>
            <a:spLocks noGrp="1"/>
          </p:cNvSpPr>
          <p:nvPr>
            <p:ph type="sldNum" sz="quarter" idx="12"/>
          </p:nvPr>
        </p:nvSpPr>
        <p:spPr>
          <a:xfrm>
            <a:off x="8610600" y="6356350"/>
            <a:ext cx="2743200" cy="365125"/>
          </a:xfrm>
        </p:spPr>
        <p:txBody>
          <a:bodyPr>
            <a:normAutofit/>
          </a:bodyPr>
          <a:lstStyle/>
          <a:p>
            <a:pPr marL="0" lvl="0" indent="0" rtl="0">
              <a:spcBef>
                <a:spcPts val="0"/>
              </a:spcBef>
              <a:spcAft>
                <a:spcPts val="600"/>
              </a:spcAft>
              <a:buNone/>
            </a:pPr>
            <a:fld id="{00000000-1234-1234-1234-123412341234}" type="slidenum">
              <a:rPr lang="en-IN" smtClean="0"/>
              <a:pPr marL="0" lvl="0" indent="0" rtl="0">
                <a:spcBef>
                  <a:spcPts val="0"/>
                </a:spcBef>
                <a:spcAft>
                  <a:spcPts val="600"/>
                </a:spcAft>
                <a:buNone/>
              </a:pPr>
              <a:t>24</a:t>
            </a:fld>
            <a:endParaRPr lang="en-IN"/>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EAD3D37A-0EA2-311A-7375-3A0286F41FE7}"/>
                  </a:ext>
                </a:extLst>
              </p14:cNvPr>
              <p14:cNvContentPartPr/>
              <p14:nvPr/>
            </p14:nvContentPartPr>
            <p14:xfrm>
              <a:off x="3454560" y="797400"/>
              <a:ext cx="8394120" cy="4672080"/>
            </p14:xfrm>
          </p:contentPart>
        </mc:Choice>
        <mc:Fallback>
          <p:pic>
            <p:nvPicPr>
              <p:cNvPr id="4" name="Ink 3">
                <a:extLst>
                  <a:ext uri="{FF2B5EF4-FFF2-40B4-BE49-F238E27FC236}">
                    <a16:creationId xmlns:a16="http://schemas.microsoft.com/office/drawing/2014/main" id="{EAD3D37A-0EA2-311A-7375-3A0286F41FE7}"/>
                  </a:ext>
                </a:extLst>
              </p:cNvPr>
              <p:cNvPicPr/>
              <p:nvPr/>
            </p:nvPicPr>
            <p:blipFill>
              <a:blip r:embed="rId4"/>
              <a:stretch>
                <a:fillRect/>
              </a:stretch>
            </p:blipFill>
            <p:spPr>
              <a:xfrm>
                <a:off x="3445200" y="788040"/>
                <a:ext cx="8412840" cy="4690800"/>
              </a:xfrm>
              <a:prstGeom prst="rect">
                <a:avLst/>
              </a:prstGeom>
            </p:spPr>
          </p:pic>
        </mc:Fallback>
      </mc:AlternateContent>
    </p:spTree>
    <p:extLst>
      <p:ext uri="{BB962C8B-B14F-4D97-AF65-F5344CB8AC3E}">
        <p14:creationId xmlns:p14="http://schemas.microsoft.com/office/powerpoint/2010/main" val="40949249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6DE52F-2149-EB3B-FA07-75D4AEEDBB9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25</a:t>
            </a:fld>
            <a:endParaRPr lang="en-IN"/>
          </a:p>
        </p:txBody>
      </p:sp>
      <p:pic>
        <p:nvPicPr>
          <p:cNvPr id="4" name="Picture 3" descr="A black and white drawing of a geometric figure&#10;&#10;Description automatically generated">
            <a:extLst>
              <a:ext uri="{FF2B5EF4-FFF2-40B4-BE49-F238E27FC236}">
                <a16:creationId xmlns:a16="http://schemas.microsoft.com/office/drawing/2014/main" id="{C148DF70-525F-DC74-09DC-7958428D243E}"/>
              </a:ext>
            </a:extLst>
          </p:cNvPr>
          <p:cNvPicPr>
            <a:picLocks noChangeAspect="1"/>
          </p:cNvPicPr>
          <p:nvPr/>
        </p:nvPicPr>
        <p:blipFill>
          <a:blip r:embed="rId2"/>
          <a:stretch>
            <a:fillRect/>
          </a:stretch>
        </p:blipFill>
        <p:spPr>
          <a:xfrm rot="16200000">
            <a:off x="3025369" y="-986228"/>
            <a:ext cx="6141261" cy="8830455"/>
          </a:xfrm>
          <a:prstGeom prst="rect">
            <a:avLst/>
          </a:prstGeom>
        </p:spPr>
      </p:pic>
    </p:spTree>
    <p:extLst>
      <p:ext uri="{BB962C8B-B14F-4D97-AF65-F5344CB8AC3E}">
        <p14:creationId xmlns:p14="http://schemas.microsoft.com/office/powerpoint/2010/main" val="21503085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62A769-AA52-8141-26FE-E1BB3A8494D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26</a:t>
            </a:fld>
            <a:endParaRPr lang="en-IN"/>
          </a:p>
        </p:txBody>
      </p:sp>
      <p:pic>
        <p:nvPicPr>
          <p:cNvPr id="4" name="Picture 3" descr="A diagram of a football game&#10;&#10;Description automatically generated with medium confidence">
            <a:extLst>
              <a:ext uri="{FF2B5EF4-FFF2-40B4-BE49-F238E27FC236}">
                <a16:creationId xmlns:a16="http://schemas.microsoft.com/office/drawing/2014/main" id="{CCF80AAF-38A9-9947-DFC8-589985EDA4B0}"/>
              </a:ext>
            </a:extLst>
          </p:cNvPr>
          <p:cNvPicPr>
            <a:picLocks noChangeAspect="1"/>
          </p:cNvPicPr>
          <p:nvPr/>
        </p:nvPicPr>
        <p:blipFill>
          <a:blip r:embed="rId2"/>
          <a:srcRect r="11144"/>
          <a:stretch/>
        </p:blipFill>
        <p:spPr>
          <a:xfrm rot="16200000">
            <a:off x="2884070" y="-825999"/>
            <a:ext cx="6538788" cy="8829209"/>
          </a:xfrm>
          <a:prstGeom prst="rect">
            <a:avLst/>
          </a:prstGeom>
        </p:spPr>
      </p:pic>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7EB76D10-D9F6-8AB8-3671-453F53509830}"/>
                  </a:ext>
                </a:extLst>
              </p14:cNvPr>
              <p14:cNvContentPartPr/>
              <p14:nvPr/>
            </p14:nvContentPartPr>
            <p14:xfrm>
              <a:off x="445680" y="396720"/>
              <a:ext cx="11043720" cy="6287400"/>
            </p14:xfrm>
          </p:contentPart>
        </mc:Choice>
        <mc:Fallback>
          <p:pic>
            <p:nvPicPr>
              <p:cNvPr id="5" name="Ink 4">
                <a:extLst>
                  <a:ext uri="{FF2B5EF4-FFF2-40B4-BE49-F238E27FC236}">
                    <a16:creationId xmlns:a16="http://schemas.microsoft.com/office/drawing/2014/main" id="{7EB76D10-D9F6-8AB8-3671-453F53509830}"/>
                  </a:ext>
                </a:extLst>
              </p:cNvPr>
              <p:cNvPicPr/>
              <p:nvPr/>
            </p:nvPicPr>
            <p:blipFill>
              <a:blip r:embed="rId4"/>
              <a:stretch>
                <a:fillRect/>
              </a:stretch>
            </p:blipFill>
            <p:spPr>
              <a:xfrm>
                <a:off x="436320" y="387360"/>
                <a:ext cx="11062440" cy="6306120"/>
              </a:xfrm>
              <a:prstGeom prst="rect">
                <a:avLst/>
              </a:prstGeom>
            </p:spPr>
          </p:pic>
        </mc:Fallback>
      </mc:AlternateContent>
    </p:spTree>
    <p:extLst>
      <p:ext uri="{BB962C8B-B14F-4D97-AF65-F5344CB8AC3E}">
        <p14:creationId xmlns:p14="http://schemas.microsoft.com/office/powerpoint/2010/main" val="27778146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2027238" y="1089026"/>
            <a:ext cx="8280400" cy="1268413"/>
          </a:xfrm>
        </p:spPr>
        <p:txBody>
          <a:bodyPr/>
          <a:lstStyle/>
          <a:p>
            <a:r>
              <a:rPr lang="en-US" altLang="en-US" sz="4000" dirty="0">
                <a:solidFill>
                  <a:srgbClr val="663300"/>
                </a:solidFill>
                <a:latin typeface="Comic Sans MS" panose="030F0702030302020204" pitchFamily="66" charset="0"/>
              </a:rPr>
              <a:t>Coloring Graphs</a:t>
            </a:r>
          </a:p>
        </p:txBody>
      </p:sp>
      <p:sp>
        <p:nvSpPr>
          <p:cNvPr id="31747" name="Rectangle 3"/>
          <p:cNvSpPr>
            <a:spLocks noGrp="1" noChangeArrowheads="1"/>
          </p:cNvSpPr>
          <p:nvPr>
            <p:ph type="body" idx="1"/>
          </p:nvPr>
        </p:nvSpPr>
        <p:spPr>
          <a:xfrm>
            <a:off x="1524000" y="3644901"/>
            <a:ext cx="9144000" cy="2879725"/>
          </a:xfrm>
        </p:spPr>
        <p:txBody>
          <a:bodyPr/>
          <a:lstStyle/>
          <a:p>
            <a:pPr>
              <a:buFont typeface="Wingdings" panose="05000000000000000000" pitchFamily="2" charset="2"/>
              <a:buNone/>
            </a:pPr>
            <a:r>
              <a:rPr lang="en-US" altLang="en-US"/>
              <a:t>	</a:t>
            </a:r>
          </a:p>
        </p:txBody>
      </p:sp>
      <p:sp>
        <p:nvSpPr>
          <p:cNvPr id="31748" name="Text Box 4"/>
          <p:cNvSpPr txBox="1">
            <a:spLocks noChangeArrowheads="1"/>
          </p:cNvSpPr>
          <p:nvPr/>
        </p:nvSpPr>
        <p:spPr bwMode="auto">
          <a:xfrm>
            <a:off x="1955801" y="2816225"/>
            <a:ext cx="84248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a:p>
        </p:txBody>
      </p:sp>
      <p:sp>
        <p:nvSpPr>
          <p:cNvPr id="31749" name="Text Box 5"/>
          <p:cNvSpPr txBox="1">
            <a:spLocks noChangeArrowheads="1"/>
          </p:cNvSpPr>
          <p:nvPr/>
        </p:nvSpPr>
        <p:spPr bwMode="auto">
          <a:xfrm>
            <a:off x="1955800" y="2924176"/>
            <a:ext cx="8388350" cy="2443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dirty="0"/>
              <a:t>This handout:</a:t>
            </a:r>
          </a:p>
          <a:p>
            <a:pPr>
              <a:spcBef>
                <a:spcPct val="50000"/>
              </a:spcBef>
              <a:buFontTx/>
              <a:buChar char="•"/>
            </a:pPr>
            <a:r>
              <a:rPr lang="en-US" altLang="en-US" sz="2800" dirty="0"/>
              <a:t> Coloring maps and graphs</a:t>
            </a:r>
          </a:p>
          <a:p>
            <a:pPr>
              <a:spcBef>
                <a:spcPct val="50000"/>
              </a:spcBef>
              <a:buFontTx/>
              <a:buChar char="•"/>
            </a:pPr>
            <a:r>
              <a:rPr lang="en-US" altLang="en-US" sz="2800" dirty="0"/>
              <a:t> Chromatic number </a:t>
            </a:r>
          </a:p>
          <a:p>
            <a:pPr>
              <a:spcBef>
                <a:spcPct val="50000"/>
              </a:spcBef>
              <a:buFontTx/>
              <a:buChar char="•"/>
            </a:pPr>
            <a:r>
              <a:rPr lang="en-US" altLang="en-US" sz="2800" dirty="0"/>
              <a:t> Applications of graph coloring</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EFD1D745-FA89-5792-39F8-8B219DE3D691}"/>
                  </a:ext>
                </a:extLst>
              </p14:cNvPr>
              <p14:cNvContentPartPr/>
              <p14:nvPr/>
            </p14:nvContentPartPr>
            <p14:xfrm>
              <a:off x="2200680" y="788760"/>
              <a:ext cx="9141840" cy="5581440"/>
            </p14:xfrm>
          </p:contentPart>
        </mc:Choice>
        <mc:Fallback>
          <p:pic>
            <p:nvPicPr>
              <p:cNvPr id="2" name="Ink 1">
                <a:extLst>
                  <a:ext uri="{FF2B5EF4-FFF2-40B4-BE49-F238E27FC236}">
                    <a16:creationId xmlns:a16="http://schemas.microsoft.com/office/drawing/2014/main" id="{EFD1D745-FA89-5792-39F8-8B219DE3D691}"/>
                  </a:ext>
                </a:extLst>
              </p:cNvPr>
              <p:cNvPicPr/>
              <p:nvPr/>
            </p:nvPicPr>
            <p:blipFill>
              <a:blip r:embed="rId3"/>
              <a:stretch>
                <a:fillRect/>
              </a:stretch>
            </p:blipFill>
            <p:spPr>
              <a:xfrm>
                <a:off x="2191320" y="779400"/>
                <a:ext cx="9160560" cy="5600160"/>
              </a:xfrm>
              <a:prstGeom prst="rect">
                <a:avLst/>
              </a:prstGeom>
            </p:spPr>
          </p:pic>
        </mc:Fallback>
      </mc:AlternateContent>
    </p:spTree>
    <p:extLst>
      <p:ext uri="{BB962C8B-B14F-4D97-AF65-F5344CB8AC3E}">
        <p14:creationId xmlns:p14="http://schemas.microsoft.com/office/powerpoint/2010/main" val="1880262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1919288" y="1"/>
            <a:ext cx="8170862" cy="728663"/>
          </a:xfrm>
        </p:spPr>
        <p:txBody>
          <a:bodyPr/>
          <a:lstStyle/>
          <a:p>
            <a:r>
              <a:rPr lang="en-US" altLang="en-US" sz="4000">
                <a:solidFill>
                  <a:srgbClr val="663300"/>
                </a:solidFill>
                <a:latin typeface="Comic Sans MS" panose="030F0702030302020204" pitchFamily="66" charset="0"/>
              </a:rPr>
              <a:t>Coloring maps</a:t>
            </a:r>
          </a:p>
        </p:txBody>
      </p:sp>
      <p:sp>
        <p:nvSpPr>
          <p:cNvPr id="68611" name="Rectangle 3"/>
          <p:cNvSpPr>
            <a:spLocks noGrp="1" noChangeArrowheads="1"/>
          </p:cNvSpPr>
          <p:nvPr>
            <p:ph type="body" idx="1"/>
          </p:nvPr>
        </p:nvSpPr>
        <p:spPr>
          <a:xfrm>
            <a:off x="1524000" y="800100"/>
            <a:ext cx="9144000" cy="6057900"/>
          </a:xfrm>
        </p:spPr>
        <p:txBody>
          <a:bodyPr>
            <a:normAutofit/>
          </a:bodyPr>
          <a:lstStyle/>
          <a:p>
            <a:r>
              <a:rPr lang="en-US" altLang="en-US"/>
              <a:t>Color a map such that two regions with a common border are assigned different colors.</a:t>
            </a:r>
          </a:p>
          <a:p>
            <a:endParaRPr lang="en-US" altLang="en-US"/>
          </a:p>
          <a:p>
            <a:endParaRPr lang="en-US" altLang="en-US" b="1"/>
          </a:p>
          <a:p>
            <a:endParaRPr lang="en-US" altLang="en-US" b="1"/>
          </a:p>
          <a:p>
            <a:endParaRPr lang="en-US" altLang="en-US" b="1"/>
          </a:p>
          <a:p>
            <a:r>
              <a:rPr lang="en-US" altLang="en-US"/>
              <a:t>Each map can be represented by a graph:</a:t>
            </a:r>
          </a:p>
          <a:p>
            <a:pPr lvl="1"/>
            <a:r>
              <a:rPr lang="en-US" altLang="en-US"/>
              <a:t>Each region of the map is represented by a vertex;</a:t>
            </a:r>
          </a:p>
          <a:p>
            <a:pPr lvl="1"/>
            <a:r>
              <a:rPr lang="en-US" altLang="en-US"/>
              <a:t>Edges connect two vertices if the regions represented by these vertices have a common border.</a:t>
            </a:r>
          </a:p>
          <a:p>
            <a:r>
              <a:rPr lang="en-US" altLang="en-US"/>
              <a:t>The resulting graph is called the </a:t>
            </a:r>
            <a:r>
              <a:rPr lang="en-US" altLang="en-US" i="1"/>
              <a:t>dual graph</a:t>
            </a:r>
            <a:r>
              <a:rPr lang="en-US" altLang="en-US"/>
              <a:t> of the map.</a:t>
            </a:r>
          </a:p>
        </p:txBody>
      </p:sp>
      <p:pic>
        <p:nvPicPr>
          <p:cNvPr id="68647" name="Picture 39">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5775" y="1844676"/>
            <a:ext cx="2592388" cy="217646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4">
            <p14:nvContentPartPr>
              <p14:cNvPr id="2" name="Ink 1">
                <a:extLst>
                  <a:ext uri="{FF2B5EF4-FFF2-40B4-BE49-F238E27FC236}">
                    <a16:creationId xmlns:a16="http://schemas.microsoft.com/office/drawing/2014/main" id="{469EEFF9-77FF-51D3-17C0-935931C430F5}"/>
                  </a:ext>
                </a:extLst>
              </p14:cNvPr>
              <p14:cNvContentPartPr/>
              <p14:nvPr/>
            </p14:nvContentPartPr>
            <p14:xfrm>
              <a:off x="7624800" y="1943640"/>
              <a:ext cx="3961800" cy="1740600"/>
            </p14:xfrm>
          </p:contentPart>
        </mc:Choice>
        <mc:Fallback>
          <p:pic>
            <p:nvPicPr>
              <p:cNvPr id="2" name="Ink 1">
                <a:extLst>
                  <a:ext uri="{FF2B5EF4-FFF2-40B4-BE49-F238E27FC236}">
                    <a16:creationId xmlns:a16="http://schemas.microsoft.com/office/drawing/2014/main" id="{469EEFF9-77FF-51D3-17C0-935931C430F5}"/>
                  </a:ext>
                </a:extLst>
              </p:cNvPr>
              <p:cNvPicPr/>
              <p:nvPr/>
            </p:nvPicPr>
            <p:blipFill>
              <a:blip r:embed="rId5"/>
              <a:stretch>
                <a:fillRect/>
              </a:stretch>
            </p:blipFill>
            <p:spPr>
              <a:xfrm>
                <a:off x="7615440" y="1934280"/>
                <a:ext cx="3980520" cy="1759320"/>
              </a:xfrm>
              <a:prstGeom prst="rect">
                <a:avLst/>
              </a:prstGeom>
            </p:spPr>
          </p:pic>
        </mc:Fallback>
      </mc:AlternateContent>
    </p:spTree>
    <p:extLst>
      <p:ext uri="{BB962C8B-B14F-4D97-AF65-F5344CB8AC3E}">
        <p14:creationId xmlns:p14="http://schemas.microsoft.com/office/powerpoint/2010/main" val="21239069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8611">
                                            <p:txEl>
                                              <p:pRg st="5" end="5"/>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8611">
                                            <p:txEl>
                                              <p:pRg st="6" end="6"/>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8611">
                                            <p:txEl>
                                              <p:pRg st="7" end="7"/>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86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a:xfrm>
            <a:off x="1622555" y="391669"/>
            <a:ext cx="8170862" cy="728663"/>
          </a:xfrm>
        </p:spPr>
        <p:txBody>
          <a:bodyPr/>
          <a:lstStyle/>
          <a:p>
            <a:r>
              <a:rPr lang="en-US" altLang="en-US" sz="4000" dirty="0">
                <a:solidFill>
                  <a:srgbClr val="663300"/>
                </a:solidFill>
                <a:latin typeface="Comic Sans MS" panose="030F0702030302020204" pitchFamily="66" charset="0"/>
              </a:rPr>
              <a:t>Coloring Graphs</a:t>
            </a:r>
          </a:p>
        </p:txBody>
      </p:sp>
      <p:sp>
        <p:nvSpPr>
          <p:cNvPr id="87043" name="Rectangle 3"/>
          <p:cNvSpPr>
            <a:spLocks noGrp="1" noChangeArrowheads="1"/>
          </p:cNvSpPr>
          <p:nvPr>
            <p:ph type="body" idx="1"/>
          </p:nvPr>
        </p:nvSpPr>
        <p:spPr>
          <a:xfrm>
            <a:off x="1538951" y="1264795"/>
            <a:ext cx="9144000" cy="6057900"/>
          </a:xfrm>
        </p:spPr>
        <p:txBody>
          <a:bodyPr>
            <a:normAutofit/>
          </a:bodyPr>
          <a:lstStyle/>
          <a:p>
            <a:r>
              <a:rPr lang="en-US" altLang="en-US" b="1" dirty="0"/>
              <a:t>Definition</a:t>
            </a:r>
            <a:r>
              <a:rPr lang="en-US" altLang="en-US" dirty="0"/>
              <a:t>: A graph </a:t>
            </a:r>
            <a:r>
              <a:rPr lang="en-US" altLang="en-US" dirty="0">
                <a:solidFill>
                  <a:schemeClr val="accent2"/>
                </a:solidFill>
              </a:rPr>
              <a:t>has been colored</a:t>
            </a:r>
            <a:r>
              <a:rPr lang="en-US" altLang="en-US" dirty="0"/>
              <a:t> if a color has been assigned to each vertex in such a way that adjacent vertices have different colors.</a:t>
            </a:r>
          </a:p>
          <a:p>
            <a:endParaRPr lang="en-US" altLang="en-US" b="1" dirty="0"/>
          </a:p>
          <a:p>
            <a:endParaRPr lang="en-US" altLang="en-US" b="1" dirty="0"/>
          </a:p>
          <a:p>
            <a:endParaRPr lang="en-US" altLang="en-US" b="1" dirty="0"/>
          </a:p>
          <a:p>
            <a:endParaRPr lang="en-US" altLang="en-US" b="1" dirty="0"/>
          </a:p>
          <a:p>
            <a:r>
              <a:rPr lang="en-US" altLang="en-US" b="1" dirty="0"/>
              <a:t>Definition:</a:t>
            </a:r>
            <a:r>
              <a:rPr lang="en-US" altLang="en-US" dirty="0"/>
              <a:t> The </a:t>
            </a:r>
            <a:r>
              <a:rPr lang="en-US" altLang="en-US" dirty="0">
                <a:solidFill>
                  <a:schemeClr val="accent2"/>
                </a:solidFill>
              </a:rPr>
              <a:t>chromatic number</a:t>
            </a:r>
            <a:r>
              <a:rPr lang="en-US" altLang="en-US" dirty="0"/>
              <a:t> of a graph is the smallest number of colors with which it can be colored.</a:t>
            </a:r>
          </a:p>
          <a:p>
            <a:pPr>
              <a:buFontTx/>
              <a:buNone/>
            </a:pPr>
            <a:r>
              <a:rPr lang="en-US" altLang="en-US" sz="2400" dirty="0"/>
              <a:t>		In the example above, the chromatic number is </a:t>
            </a:r>
            <a:r>
              <a:rPr lang="en-US" altLang="en-US" sz="2400" dirty="0">
                <a:solidFill>
                  <a:schemeClr val="accent2"/>
                </a:solidFill>
              </a:rPr>
              <a:t>4</a:t>
            </a:r>
            <a:r>
              <a:rPr lang="en-US" altLang="en-US" sz="2400" dirty="0"/>
              <a:t>.</a:t>
            </a:r>
          </a:p>
          <a:p>
            <a:pPr>
              <a:buFontTx/>
              <a:buNone/>
            </a:pPr>
            <a:r>
              <a:rPr lang="en-US" altLang="en-US" sz="2400" dirty="0"/>
              <a:t>		</a:t>
            </a:r>
          </a:p>
        </p:txBody>
      </p:sp>
      <p:grpSp>
        <p:nvGrpSpPr>
          <p:cNvPr id="87044" name="Group 4"/>
          <p:cNvGrpSpPr>
            <a:grpSpLocks/>
          </p:cNvGrpSpPr>
          <p:nvPr/>
        </p:nvGrpSpPr>
        <p:grpSpPr bwMode="auto">
          <a:xfrm>
            <a:off x="4715565" y="2546350"/>
            <a:ext cx="3744912" cy="1765300"/>
            <a:chOff x="226" y="2908"/>
            <a:chExt cx="2359" cy="1112"/>
          </a:xfrm>
        </p:grpSpPr>
        <p:sp>
          <p:nvSpPr>
            <p:cNvPr id="87045" name="Line 5"/>
            <p:cNvSpPr>
              <a:spLocks noChangeShapeType="1"/>
            </p:cNvSpPr>
            <p:nvPr/>
          </p:nvSpPr>
          <p:spPr bwMode="auto">
            <a:xfrm flipV="1">
              <a:off x="431" y="3090"/>
              <a:ext cx="408"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7046" name="Line 6"/>
            <p:cNvSpPr>
              <a:spLocks noChangeShapeType="1"/>
            </p:cNvSpPr>
            <p:nvPr/>
          </p:nvSpPr>
          <p:spPr bwMode="auto">
            <a:xfrm>
              <a:off x="431" y="3543"/>
              <a:ext cx="385" cy="29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7047" name="Line 7"/>
            <p:cNvSpPr>
              <a:spLocks noChangeShapeType="1"/>
            </p:cNvSpPr>
            <p:nvPr/>
          </p:nvSpPr>
          <p:spPr bwMode="auto">
            <a:xfrm>
              <a:off x="1066" y="3022"/>
              <a:ext cx="58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7048" name="Line 8"/>
            <p:cNvSpPr>
              <a:spLocks noChangeShapeType="1"/>
            </p:cNvSpPr>
            <p:nvPr/>
          </p:nvSpPr>
          <p:spPr bwMode="auto">
            <a:xfrm>
              <a:off x="1043" y="3906"/>
              <a:ext cx="65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7049" name="Line 9"/>
            <p:cNvSpPr>
              <a:spLocks noChangeShapeType="1"/>
            </p:cNvSpPr>
            <p:nvPr/>
          </p:nvSpPr>
          <p:spPr bwMode="auto">
            <a:xfrm>
              <a:off x="930" y="3135"/>
              <a:ext cx="0" cy="6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7050" name="Line 10"/>
            <p:cNvSpPr>
              <a:spLocks noChangeShapeType="1"/>
            </p:cNvSpPr>
            <p:nvPr/>
          </p:nvSpPr>
          <p:spPr bwMode="auto">
            <a:xfrm>
              <a:off x="1814" y="3158"/>
              <a:ext cx="0" cy="6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7051" name="Line 11"/>
            <p:cNvSpPr>
              <a:spLocks noChangeShapeType="1"/>
            </p:cNvSpPr>
            <p:nvPr/>
          </p:nvSpPr>
          <p:spPr bwMode="auto">
            <a:xfrm>
              <a:off x="1020" y="3090"/>
              <a:ext cx="726" cy="7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dirty="0"/>
            </a:p>
          </p:txBody>
        </p:sp>
        <p:sp>
          <p:nvSpPr>
            <p:cNvPr id="87052" name="Line 12"/>
            <p:cNvSpPr>
              <a:spLocks noChangeShapeType="1"/>
            </p:cNvSpPr>
            <p:nvPr/>
          </p:nvSpPr>
          <p:spPr bwMode="auto">
            <a:xfrm flipV="1">
              <a:off x="998" y="3135"/>
              <a:ext cx="725" cy="70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87053" name="Group 13"/>
            <p:cNvGrpSpPr>
              <a:grpSpLocks/>
            </p:cNvGrpSpPr>
            <p:nvPr/>
          </p:nvGrpSpPr>
          <p:grpSpPr bwMode="auto">
            <a:xfrm>
              <a:off x="226" y="2908"/>
              <a:ext cx="2359" cy="1112"/>
              <a:chOff x="226" y="2908"/>
              <a:chExt cx="2359" cy="1112"/>
            </a:xfrm>
          </p:grpSpPr>
          <p:sp>
            <p:nvSpPr>
              <p:cNvPr id="87054" name="Oval 14"/>
              <p:cNvSpPr>
                <a:spLocks noChangeArrowheads="1"/>
              </p:cNvSpPr>
              <p:nvPr/>
            </p:nvSpPr>
            <p:spPr bwMode="auto">
              <a:xfrm>
                <a:off x="226" y="3317"/>
                <a:ext cx="250" cy="227"/>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7055" name="Oval 15"/>
              <p:cNvSpPr>
                <a:spLocks noChangeArrowheads="1"/>
              </p:cNvSpPr>
              <p:nvPr/>
            </p:nvSpPr>
            <p:spPr bwMode="auto">
              <a:xfrm>
                <a:off x="816" y="2908"/>
                <a:ext cx="250" cy="227"/>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7056" name="Oval 16"/>
              <p:cNvSpPr>
                <a:spLocks noChangeArrowheads="1"/>
              </p:cNvSpPr>
              <p:nvPr/>
            </p:nvSpPr>
            <p:spPr bwMode="auto">
              <a:xfrm>
                <a:off x="793" y="3793"/>
                <a:ext cx="250" cy="2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7057" name="Oval 17"/>
              <p:cNvSpPr>
                <a:spLocks noChangeArrowheads="1"/>
              </p:cNvSpPr>
              <p:nvPr/>
            </p:nvSpPr>
            <p:spPr bwMode="auto">
              <a:xfrm>
                <a:off x="1678" y="2931"/>
                <a:ext cx="250" cy="227"/>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7058" name="Oval 18"/>
              <p:cNvSpPr>
                <a:spLocks noChangeArrowheads="1"/>
              </p:cNvSpPr>
              <p:nvPr/>
            </p:nvSpPr>
            <p:spPr bwMode="auto">
              <a:xfrm>
                <a:off x="1701" y="3770"/>
                <a:ext cx="250" cy="227"/>
              </a:xfrm>
              <a:prstGeom prst="ellipse">
                <a:avLst/>
              </a:prstGeom>
              <a:solidFill>
                <a:srgbClr val="00B05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7059" name="Text Box 19"/>
              <p:cNvSpPr txBox="1">
                <a:spLocks noChangeArrowheads="1"/>
              </p:cNvSpPr>
              <p:nvPr/>
            </p:nvSpPr>
            <p:spPr bwMode="auto">
              <a:xfrm>
                <a:off x="2358" y="3090"/>
                <a:ext cx="22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a:p>
            </p:txBody>
          </p:sp>
        </p:grpSp>
      </p:gr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1CF4FFC6-7587-C5C4-4E79-576506C27824}"/>
                  </a:ext>
                </a:extLst>
              </p14:cNvPr>
              <p14:cNvContentPartPr/>
              <p14:nvPr/>
            </p14:nvContentPartPr>
            <p14:xfrm>
              <a:off x="1121040" y="733680"/>
              <a:ext cx="10626480" cy="5945040"/>
            </p14:xfrm>
          </p:contentPart>
        </mc:Choice>
        <mc:Fallback>
          <p:pic>
            <p:nvPicPr>
              <p:cNvPr id="3" name="Ink 2">
                <a:extLst>
                  <a:ext uri="{FF2B5EF4-FFF2-40B4-BE49-F238E27FC236}">
                    <a16:creationId xmlns:a16="http://schemas.microsoft.com/office/drawing/2014/main" id="{1CF4FFC6-7587-C5C4-4E79-576506C27824}"/>
                  </a:ext>
                </a:extLst>
              </p:cNvPr>
              <p:cNvPicPr/>
              <p:nvPr/>
            </p:nvPicPr>
            <p:blipFill>
              <a:blip r:embed="rId3"/>
              <a:stretch>
                <a:fillRect/>
              </a:stretch>
            </p:blipFill>
            <p:spPr>
              <a:xfrm>
                <a:off x="1111680" y="724320"/>
                <a:ext cx="10645200" cy="5963760"/>
              </a:xfrm>
              <a:prstGeom prst="rect">
                <a:avLst/>
              </a:prstGeom>
            </p:spPr>
          </p:pic>
        </mc:Fallback>
      </mc:AlternateContent>
    </p:spTree>
    <p:extLst>
      <p:ext uri="{BB962C8B-B14F-4D97-AF65-F5344CB8AC3E}">
        <p14:creationId xmlns:p14="http://schemas.microsoft.com/office/powerpoint/2010/main" val="35068649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70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704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7043">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87043">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8704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1543051" y="116107"/>
            <a:ext cx="8170862" cy="728663"/>
          </a:xfrm>
        </p:spPr>
        <p:txBody>
          <a:bodyPr/>
          <a:lstStyle/>
          <a:p>
            <a:r>
              <a:rPr lang="en-US" altLang="en-US" sz="4000" dirty="0">
                <a:solidFill>
                  <a:srgbClr val="663300"/>
                </a:solidFill>
                <a:latin typeface="Comic Sans MS" panose="030F0702030302020204" pitchFamily="66" charset="0"/>
              </a:rPr>
              <a:t>Coloring Planar Graphs</a:t>
            </a:r>
          </a:p>
        </p:txBody>
      </p:sp>
      <p:sp>
        <p:nvSpPr>
          <p:cNvPr id="84995" name="Rectangle 3"/>
          <p:cNvSpPr>
            <a:spLocks noGrp="1" noChangeArrowheads="1"/>
          </p:cNvSpPr>
          <p:nvPr>
            <p:ph type="body" idx="1"/>
          </p:nvPr>
        </p:nvSpPr>
        <p:spPr>
          <a:xfrm>
            <a:off x="1560513" y="1024952"/>
            <a:ext cx="9144000" cy="6057900"/>
          </a:xfrm>
        </p:spPr>
        <p:txBody>
          <a:bodyPr>
            <a:normAutofit lnSpcReduction="10000"/>
          </a:bodyPr>
          <a:lstStyle/>
          <a:p>
            <a:pPr>
              <a:lnSpc>
                <a:spcPct val="90000"/>
              </a:lnSpc>
            </a:pPr>
            <a:r>
              <a:rPr lang="en-US" altLang="en-US" sz="3600" b="1" dirty="0"/>
              <a:t>Definition</a:t>
            </a:r>
            <a:r>
              <a:rPr lang="en-US" altLang="en-US" sz="3600" dirty="0"/>
              <a:t>: A graph is</a:t>
            </a:r>
            <a:r>
              <a:rPr lang="en-US" altLang="en-US" sz="3600" dirty="0">
                <a:solidFill>
                  <a:schemeClr val="accent2"/>
                </a:solidFill>
              </a:rPr>
              <a:t> planar</a:t>
            </a:r>
            <a:r>
              <a:rPr lang="en-US" altLang="en-US" sz="3600" dirty="0"/>
              <a:t> if it can be drawn in a plane without edge-crossings.</a:t>
            </a:r>
          </a:p>
          <a:p>
            <a:pPr>
              <a:lnSpc>
                <a:spcPct val="90000"/>
              </a:lnSpc>
            </a:pPr>
            <a:endParaRPr lang="en-US" altLang="en-US" sz="3600" b="1" dirty="0"/>
          </a:p>
          <a:p>
            <a:pPr>
              <a:lnSpc>
                <a:spcPct val="90000"/>
              </a:lnSpc>
            </a:pPr>
            <a:endParaRPr lang="en-US" altLang="en-US" sz="3600" b="1" dirty="0"/>
          </a:p>
          <a:p>
            <a:pPr>
              <a:lnSpc>
                <a:spcPct val="90000"/>
              </a:lnSpc>
            </a:pPr>
            <a:endParaRPr lang="en-US" altLang="en-US" sz="3600" b="1" dirty="0"/>
          </a:p>
          <a:p>
            <a:pPr>
              <a:lnSpc>
                <a:spcPct val="90000"/>
              </a:lnSpc>
            </a:pPr>
            <a:endParaRPr lang="en-US" altLang="en-US" sz="3600" b="1" dirty="0"/>
          </a:p>
          <a:p>
            <a:pPr>
              <a:lnSpc>
                <a:spcPct val="90000"/>
              </a:lnSpc>
            </a:pPr>
            <a:r>
              <a:rPr lang="en-US" altLang="en-US" sz="3600" b="1" dirty="0"/>
              <a:t>The four color theorem:</a:t>
            </a:r>
            <a:r>
              <a:rPr lang="en-US" altLang="en-US" sz="3600" dirty="0"/>
              <a:t> For every planar graph, the chromatic number is </a:t>
            </a:r>
            <a:r>
              <a:rPr lang="en-US" altLang="en-US" sz="3600" dirty="0">
                <a:cs typeface="Times New Roman" panose="02020603050405020304" pitchFamily="18" charset="0"/>
              </a:rPr>
              <a:t>≤ 4</a:t>
            </a:r>
            <a:r>
              <a:rPr lang="en-US" altLang="en-US" sz="3600" dirty="0"/>
              <a:t>.</a:t>
            </a:r>
          </a:p>
          <a:p>
            <a:pPr>
              <a:lnSpc>
                <a:spcPct val="90000"/>
              </a:lnSpc>
              <a:buFontTx/>
              <a:buNone/>
            </a:pPr>
            <a:r>
              <a:rPr lang="en-US" altLang="en-US" sz="3600" dirty="0"/>
              <a:t>	</a:t>
            </a:r>
            <a:r>
              <a:rPr lang="en-US" altLang="en-US" i="1" dirty="0"/>
              <a:t>Was posed as a conjecture in the 1850s. Finally proved in 1976 (Appel and Haken) by the aid of computers.</a:t>
            </a:r>
            <a:endParaRPr lang="en-US" altLang="en-US" dirty="0"/>
          </a:p>
          <a:p>
            <a:pPr>
              <a:lnSpc>
                <a:spcPct val="90000"/>
              </a:lnSpc>
              <a:buFontTx/>
              <a:buNone/>
            </a:pPr>
            <a:r>
              <a:rPr lang="en-US" altLang="en-US" dirty="0"/>
              <a:t>		</a:t>
            </a:r>
          </a:p>
        </p:txBody>
      </p:sp>
      <p:sp>
        <p:nvSpPr>
          <p:cNvPr id="84997" name="Line 5"/>
          <p:cNvSpPr>
            <a:spLocks noChangeShapeType="1"/>
          </p:cNvSpPr>
          <p:nvPr/>
        </p:nvSpPr>
        <p:spPr bwMode="auto">
          <a:xfrm flipV="1">
            <a:off x="4152900" y="2205038"/>
            <a:ext cx="647700" cy="43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4998" name="Line 6"/>
          <p:cNvSpPr>
            <a:spLocks noChangeShapeType="1"/>
          </p:cNvSpPr>
          <p:nvPr/>
        </p:nvSpPr>
        <p:spPr bwMode="auto">
          <a:xfrm>
            <a:off x="4152900" y="2924176"/>
            <a:ext cx="611188" cy="4683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4999" name="Line 7"/>
          <p:cNvSpPr>
            <a:spLocks noChangeShapeType="1"/>
          </p:cNvSpPr>
          <p:nvPr/>
        </p:nvSpPr>
        <p:spPr bwMode="auto">
          <a:xfrm>
            <a:off x="5160964" y="2097088"/>
            <a:ext cx="93503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5000" name="Line 8"/>
          <p:cNvSpPr>
            <a:spLocks noChangeShapeType="1"/>
          </p:cNvSpPr>
          <p:nvPr/>
        </p:nvSpPr>
        <p:spPr bwMode="auto">
          <a:xfrm>
            <a:off x="5124451" y="3500438"/>
            <a:ext cx="1044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5001" name="Line 9"/>
          <p:cNvSpPr>
            <a:spLocks noChangeShapeType="1"/>
          </p:cNvSpPr>
          <p:nvPr/>
        </p:nvSpPr>
        <p:spPr bwMode="auto">
          <a:xfrm>
            <a:off x="4945063" y="2276476"/>
            <a:ext cx="0" cy="10445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5002" name="Line 10"/>
          <p:cNvSpPr>
            <a:spLocks noChangeShapeType="1"/>
          </p:cNvSpPr>
          <p:nvPr/>
        </p:nvSpPr>
        <p:spPr bwMode="auto">
          <a:xfrm>
            <a:off x="6348413" y="2312988"/>
            <a:ext cx="0" cy="9715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5004" name="Line 12"/>
          <p:cNvSpPr>
            <a:spLocks noChangeShapeType="1"/>
          </p:cNvSpPr>
          <p:nvPr/>
        </p:nvSpPr>
        <p:spPr bwMode="auto">
          <a:xfrm flipV="1">
            <a:off x="5053014" y="2276476"/>
            <a:ext cx="1150937" cy="11160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grpSp>
        <p:nvGrpSpPr>
          <p:cNvPr id="85005" name="Group 13"/>
          <p:cNvGrpSpPr>
            <a:grpSpLocks/>
          </p:cNvGrpSpPr>
          <p:nvPr/>
        </p:nvGrpSpPr>
        <p:grpSpPr bwMode="auto">
          <a:xfrm>
            <a:off x="3827463" y="1916113"/>
            <a:ext cx="3744912" cy="1765300"/>
            <a:chOff x="226" y="2908"/>
            <a:chExt cx="2359" cy="1112"/>
          </a:xfrm>
        </p:grpSpPr>
        <p:sp>
          <p:nvSpPr>
            <p:cNvPr id="85006" name="Oval 14"/>
            <p:cNvSpPr>
              <a:spLocks noChangeArrowheads="1"/>
            </p:cNvSpPr>
            <p:nvPr/>
          </p:nvSpPr>
          <p:spPr bwMode="auto">
            <a:xfrm>
              <a:off x="226" y="3317"/>
              <a:ext cx="250" cy="227"/>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5007" name="Oval 15"/>
            <p:cNvSpPr>
              <a:spLocks noChangeArrowheads="1"/>
            </p:cNvSpPr>
            <p:nvPr/>
          </p:nvSpPr>
          <p:spPr bwMode="auto">
            <a:xfrm>
              <a:off x="816" y="2908"/>
              <a:ext cx="250" cy="227"/>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5008" name="Oval 16"/>
            <p:cNvSpPr>
              <a:spLocks noChangeArrowheads="1"/>
            </p:cNvSpPr>
            <p:nvPr/>
          </p:nvSpPr>
          <p:spPr bwMode="auto">
            <a:xfrm>
              <a:off x="793" y="3793"/>
              <a:ext cx="250" cy="2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5009" name="Oval 17"/>
            <p:cNvSpPr>
              <a:spLocks noChangeArrowheads="1"/>
            </p:cNvSpPr>
            <p:nvPr/>
          </p:nvSpPr>
          <p:spPr bwMode="auto">
            <a:xfrm>
              <a:off x="1678" y="2931"/>
              <a:ext cx="250" cy="227"/>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5010" name="Oval 18"/>
            <p:cNvSpPr>
              <a:spLocks noChangeArrowheads="1"/>
            </p:cNvSpPr>
            <p:nvPr/>
          </p:nvSpPr>
          <p:spPr bwMode="auto">
            <a:xfrm>
              <a:off x="1701" y="3770"/>
              <a:ext cx="250" cy="227"/>
            </a:xfrm>
            <a:prstGeom prst="ellipse">
              <a:avLst/>
            </a:prstGeom>
            <a:solidFill>
              <a:srgbClr val="FFFF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5011" name="Text Box 19"/>
            <p:cNvSpPr txBox="1">
              <a:spLocks noChangeArrowheads="1"/>
            </p:cNvSpPr>
            <p:nvPr/>
          </p:nvSpPr>
          <p:spPr bwMode="auto">
            <a:xfrm>
              <a:off x="2358" y="3090"/>
              <a:ext cx="22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a:p>
          </p:txBody>
        </p:sp>
      </p:grpSp>
    </p:spTree>
    <p:extLst>
      <p:ext uri="{BB962C8B-B14F-4D97-AF65-F5344CB8AC3E}">
        <p14:creationId xmlns:p14="http://schemas.microsoft.com/office/powerpoint/2010/main" val="305756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4995">
                                            <p:txEl>
                                              <p:pRg st="5" end="5"/>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4995">
                                            <p:txEl>
                                              <p:pRg st="6" end="6"/>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499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194216" y="209863"/>
            <a:ext cx="9144000" cy="728663"/>
          </a:xfrm>
        </p:spPr>
        <p:txBody>
          <a:bodyPr/>
          <a:lstStyle/>
          <a:p>
            <a:r>
              <a:rPr lang="en-US" altLang="en-US" sz="3200">
                <a:solidFill>
                  <a:srgbClr val="663300"/>
                </a:solidFill>
                <a:latin typeface="Comic Sans MS" panose="030F0702030302020204" pitchFamily="66" charset="0"/>
              </a:rPr>
              <a:t>An application of graph coloring in scheduling</a:t>
            </a:r>
          </a:p>
        </p:txBody>
      </p:sp>
      <p:sp>
        <p:nvSpPr>
          <p:cNvPr id="69635" name="Rectangle 3"/>
          <p:cNvSpPr>
            <a:spLocks noGrp="1" noChangeArrowheads="1"/>
          </p:cNvSpPr>
          <p:nvPr>
            <p:ph type="body" idx="1"/>
          </p:nvPr>
        </p:nvSpPr>
        <p:spPr>
          <a:xfrm>
            <a:off x="1359109" y="1094960"/>
            <a:ext cx="9144000" cy="6092825"/>
          </a:xfrm>
        </p:spPr>
        <p:txBody>
          <a:bodyPr/>
          <a:lstStyle/>
          <a:p>
            <a:pPr>
              <a:buFont typeface="Wingdings" panose="05000000000000000000" pitchFamily="2" charset="2"/>
              <a:buNone/>
            </a:pPr>
            <a:r>
              <a:rPr lang="en-US" altLang="en-US" sz="2400" dirty="0"/>
              <a:t>Twelve faculty members in a mathematics department serve on the following committees:</a:t>
            </a:r>
          </a:p>
          <a:p>
            <a:pPr lvl="1">
              <a:buFont typeface="Wingdings" panose="05000000000000000000" pitchFamily="2" charset="2"/>
              <a:buChar char="§"/>
            </a:pPr>
            <a:r>
              <a:rPr lang="en-US" altLang="en-US" sz="2000" i="1" dirty="0"/>
              <a:t>Undergraduate education</a:t>
            </a:r>
            <a:r>
              <a:rPr lang="en-US" altLang="en-US" sz="2000" dirty="0"/>
              <a:t>:</a:t>
            </a:r>
            <a:r>
              <a:rPr lang="en-US" altLang="en-US" dirty="0"/>
              <a:t> </a:t>
            </a:r>
            <a:r>
              <a:rPr lang="en-US" altLang="en-US" sz="2000" dirty="0" err="1"/>
              <a:t>Sineman</a:t>
            </a:r>
            <a:r>
              <a:rPr lang="en-US" altLang="en-US" sz="2000" dirty="0"/>
              <a:t>, </a:t>
            </a:r>
            <a:r>
              <a:rPr lang="en-US" altLang="en-US" sz="2000" dirty="0" err="1"/>
              <a:t>Limitson</a:t>
            </a:r>
            <a:r>
              <a:rPr lang="en-US" altLang="en-US" sz="2000" dirty="0"/>
              <a:t>, </a:t>
            </a:r>
            <a:r>
              <a:rPr lang="en-US" altLang="en-US" sz="2000" dirty="0" err="1"/>
              <a:t>Axiomus</a:t>
            </a:r>
            <a:r>
              <a:rPr lang="en-US" altLang="en-US" sz="2000" dirty="0"/>
              <a:t>, </a:t>
            </a:r>
            <a:r>
              <a:rPr lang="en-US" altLang="en-US" sz="2000" dirty="0" err="1"/>
              <a:t>Functionini</a:t>
            </a:r>
            <a:r>
              <a:rPr lang="en-US" altLang="en-US" sz="2000" dirty="0"/>
              <a:t> </a:t>
            </a:r>
          </a:p>
          <a:p>
            <a:pPr lvl="1">
              <a:buFont typeface="Wingdings" panose="05000000000000000000" pitchFamily="2" charset="2"/>
              <a:buChar char="§"/>
            </a:pPr>
            <a:r>
              <a:rPr lang="en-US" altLang="en-US" sz="2000" i="1" dirty="0"/>
              <a:t>Graduate Education</a:t>
            </a:r>
            <a:r>
              <a:rPr lang="en-US" altLang="en-US" sz="2000" dirty="0"/>
              <a:t>: </a:t>
            </a:r>
            <a:r>
              <a:rPr lang="en-US" altLang="en-US" sz="2000" dirty="0" err="1"/>
              <a:t>Graphian</a:t>
            </a:r>
            <a:r>
              <a:rPr lang="en-US" altLang="en-US" sz="2000" dirty="0"/>
              <a:t>, </a:t>
            </a:r>
            <a:r>
              <a:rPr lang="en-US" altLang="en-US" sz="2000" dirty="0" err="1"/>
              <a:t>Vectorades</a:t>
            </a:r>
            <a:r>
              <a:rPr lang="en-US" altLang="en-US" sz="2000" dirty="0"/>
              <a:t>, </a:t>
            </a:r>
            <a:r>
              <a:rPr lang="en-US" altLang="en-US" sz="2000" dirty="0" err="1"/>
              <a:t>Functionini</a:t>
            </a:r>
            <a:r>
              <a:rPr lang="en-US" altLang="en-US" sz="2000" dirty="0"/>
              <a:t>, </a:t>
            </a:r>
            <a:r>
              <a:rPr lang="en-US" altLang="en-US" sz="2000" dirty="0" err="1"/>
              <a:t>Infinitescu</a:t>
            </a:r>
            <a:r>
              <a:rPr lang="en-US" altLang="en-US" sz="2000" dirty="0"/>
              <a:t> </a:t>
            </a:r>
          </a:p>
          <a:p>
            <a:pPr lvl="1">
              <a:buFont typeface="Wingdings" panose="05000000000000000000" pitchFamily="2" charset="2"/>
              <a:buChar char="§"/>
            </a:pPr>
            <a:r>
              <a:rPr lang="en-US" altLang="en-US" sz="2000" i="1" dirty="0"/>
              <a:t>Colloquium</a:t>
            </a:r>
            <a:r>
              <a:rPr lang="en-US" altLang="en-US" sz="2000" dirty="0"/>
              <a:t>: </a:t>
            </a:r>
            <a:r>
              <a:rPr lang="en-US" altLang="en-US" sz="2000" dirty="0" err="1"/>
              <a:t>Lemmeau</a:t>
            </a:r>
            <a:r>
              <a:rPr lang="en-US" altLang="en-US" sz="2000" dirty="0"/>
              <a:t>, </a:t>
            </a:r>
            <a:r>
              <a:rPr lang="en-US" altLang="en-US" sz="2000" dirty="0" err="1"/>
              <a:t>Randomov</a:t>
            </a:r>
            <a:r>
              <a:rPr lang="en-US" altLang="en-US" sz="2000" dirty="0"/>
              <a:t>, </a:t>
            </a:r>
            <a:r>
              <a:rPr lang="en-US" altLang="en-US" sz="2000" dirty="0" err="1"/>
              <a:t>Proofizaki</a:t>
            </a:r>
            <a:r>
              <a:rPr lang="en-US" altLang="en-US" sz="2000" dirty="0"/>
              <a:t> </a:t>
            </a:r>
          </a:p>
          <a:p>
            <a:pPr lvl="1">
              <a:buFont typeface="Wingdings" panose="05000000000000000000" pitchFamily="2" charset="2"/>
              <a:buChar char="§"/>
            </a:pPr>
            <a:r>
              <a:rPr lang="en-US" altLang="en-US" sz="2000" i="1" dirty="0"/>
              <a:t>Library</a:t>
            </a:r>
            <a:r>
              <a:rPr lang="en-US" altLang="en-US" sz="2000" dirty="0"/>
              <a:t>: Van Sum, </a:t>
            </a:r>
            <a:r>
              <a:rPr lang="en-US" altLang="en-US" sz="2000" dirty="0" err="1"/>
              <a:t>Sineman</a:t>
            </a:r>
            <a:r>
              <a:rPr lang="en-US" altLang="en-US" sz="2000" dirty="0"/>
              <a:t>, </a:t>
            </a:r>
            <a:r>
              <a:rPr lang="en-US" altLang="en-US" sz="2000" dirty="0" err="1"/>
              <a:t>Lemmeau</a:t>
            </a:r>
            <a:endParaRPr lang="en-US" altLang="en-US" sz="2000" dirty="0"/>
          </a:p>
          <a:p>
            <a:pPr lvl="1">
              <a:buFont typeface="Wingdings" panose="05000000000000000000" pitchFamily="2" charset="2"/>
              <a:buChar char="§"/>
            </a:pPr>
            <a:r>
              <a:rPr lang="en-US" altLang="en-US" sz="2000" i="1" dirty="0"/>
              <a:t>Staffing</a:t>
            </a:r>
            <a:r>
              <a:rPr lang="en-US" altLang="en-US" sz="2000" dirty="0"/>
              <a:t>: </a:t>
            </a:r>
            <a:r>
              <a:rPr lang="en-US" altLang="en-US" sz="2000" dirty="0" err="1"/>
              <a:t>Graphian</a:t>
            </a:r>
            <a:r>
              <a:rPr lang="en-US" altLang="en-US" sz="2000" dirty="0"/>
              <a:t>, </a:t>
            </a:r>
            <a:r>
              <a:rPr lang="en-US" altLang="en-US" sz="2000" dirty="0" err="1"/>
              <a:t>Randomov</a:t>
            </a:r>
            <a:r>
              <a:rPr lang="en-US" altLang="en-US" sz="2000" dirty="0"/>
              <a:t>, </a:t>
            </a:r>
            <a:r>
              <a:rPr lang="en-US" altLang="en-US" sz="2000" dirty="0" err="1"/>
              <a:t>Vectorades</a:t>
            </a:r>
            <a:r>
              <a:rPr lang="en-US" altLang="en-US" sz="2000" dirty="0"/>
              <a:t>, </a:t>
            </a:r>
            <a:r>
              <a:rPr lang="en-US" altLang="en-US" sz="2000" dirty="0" err="1"/>
              <a:t>Limitson</a:t>
            </a:r>
            <a:endParaRPr lang="en-US" altLang="en-US" sz="2000" dirty="0"/>
          </a:p>
          <a:p>
            <a:pPr lvl="1">
              <a:buFont typeface="Wingdings" panose="05000000000000000000" pitchFamily="2" charset="2"/>
              <a:buChar char="§"/>
            </a:pPr>
            <a:r>
              <a:rPr lang="en-US" altLang="en-US" sz="2000" i="1" dirty="0"/>
              <a:t>Promotion</a:t>
            </a:r>
            <a:r>
              <a:rPr lang="en-US" altLang="en-US" sz="2000" dirty="0"/>
              <a:t>: </a:t>
            </a:r>
            <a:r>
              <a:rPr lang="en-US" altLang="en-US" sz="2000" dirty="0" err="1"/>
              <a:t>Vectorades</a:t>
            </a:r>
            <a:r>
              <a:rPr lang="en-US" altLang="en-US" sz="2000" dirty="0"/>
              <a:t>, Van Sum, </a:t>
            </a:r>
            <a:r>
              <a:rPr lang="en-US" altLang="en-US" sz="2000" dirty="0" err="1"/>
              <a:t>Parabolton</a:t>
            </a:r>
            <a:endParaRPr lang="en-US" altLang="en-US" sz="2000" dirty="0"/>
          </a:p>
          <a:p>
            <a:pPr lvl="1">
              <a:buFont typeface="Wingdings" panose="05000000000000000000" pitchFamily="2" charset="2"/>
              <a:buChar char="Ø"/>
            </a:pPr>
            <a:endParaRPr lang="en-US" altLang="en-US" sz="2000" dirty="0"/>
          </a:p>
          <a:p>
            <a:pPr lvl="1">
              <a:buFont typeface="Wingdings" panose="05000000000000000000" pitchFamily="2" charset="2"/>
              <a:buNone/>
            </a:pPr>
            <a:r>
              <a:rPr lang="en-US" altLang="en-US" dirty="0"/>
              <a:t>The committees must all meet during the first week of classes, but there are </a:t>
            </a:r>
            <a:r>
              <a:rPr lang="en-US" altLang="en-US" i="1" dirty="0"/>
              <a:t>only three time slots</a:t>
            </a:r>
            <a:r>
              <a:rPr lang="en-US" altLang="en-US" dirty="0"/>
              <a:t> available. Find a schedule that will allow all faculty members to attend the meetings of all committees on which they serve. </a:t>
            </a:r>
          </a:p>
        </p:txBody>
      </p:sp>
    </p:spTree>
    <p:extLst>
      <p:ext uri="{BB962C8B-B14F-4D97-AF65-F5344CB8AC3E}">
        <p14:creationId xmlns:p14="http://schemas.microsoft.com/office/powerpoint/2010/main" val="27972049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6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963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963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9635">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963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9635">
                                            <p:txEl>
                                              <p:pRg st="5" end="5"/>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69635">
                                            <p:txEl>
                                              <p:pRg st="6" end="6"/>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6963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1419069" y="254834"/>
            <a:ext cx="9144000" cy="728663"/>
          </a:xfrm>
        </p:spPr>
        <p:txBody>
          <a:bodyPr/>
          <a:lstStyle/>
          <a:p>
            <a:r>
              <a:rPr lang="en-US" altLang="en-US" sz="2800">
                <a:solidFill>
                  <a:srgbClr val="663300"/>
                </a:solidFill>
                <a:latin typeface="Comic Sans MS" panose="030F0702030302020204" pitchFamily="66" charset="0"/>
              </a:rPr>
              <a:t>An application of graph coloring in exam scheduling</a:t>
            </a:r>
          </a:p>
        </p:txBody>
      </p:sp>
      <p:sp>
        <p:nvSpPr>
          <p:cNvPr id="91139" name="Rectangle 3"/>
          <p:cNvSpPr>
            <a:spLocks noGrp="1" noChangeArrowheads="1"/>
          </p:cNvSpPr>
          <p:nvPr>
            <p:ph type="body" idx="1"/>
          </p:nvPr>
        </p:nvSpPr>
        <p:spPr>
          <a:xfrm>
            <a:off x="1419069" y="1169910"/>
            <a:ext cx="9144000" cy="6092825"/>
          </a:xfrm>
        </p:spPr>
        <p:txBody>
          <a:bodyPr>
            <a:normAutofit/>
          </a:bodyPr>
          <a:lstStyle/>
          <a:p>
            <a:pPr>
              <a:buFont typeface="Wingdings" panose="05000000000000000000" pitchFamily="2" charset="2"/>
              <a:buNone/>
            </a:pPr>
            <a:r>
              <a:rPr lang="en-US" altLang="en-US" sz="2400" dirty="0"/>
              <a:t>Suppose that in a particular quarter there are students taking each of the following combinations of courses:</a:t>
            </a:r>
          </a:p>
          <a:p>
            <a:pPr lvl="1">
              <a:buFont typeface="Wingdings" panose="05000000000000000000" pitchFamily="2" charset="2"/>
              <a:buChar char="§"/>
            </a:pPr>
            <a:r>
              <a:rPr lang="en-US" altLang="en-US" i="1" dirty="0"/>
              <a:t>Math, English, Biology, Chemistry</a:t>
            </a:r>
            <a:r>
              <a:rPr lang="en-US" altLang="en-US" dirty="0"/>
              <a:t> </a:t>
            </a:r>
          </a:p>
          <a:p>
            <a:pPr lvl="1">
              <a:buFont typeface="Wingdings" panose="05000000000000000000" pitchFamily="2" charset="2"/>
              <a:buChar char="§"/>
            </a:pPr>
            <a:r>
              <a:rPr lang="en-US" altLang="en-US" i="1" dirty="0"/>
              <a:t>Math, English, Computer Science, Geography</a:t>
            </a:r>
            <a:r>
              <a:rPr lang="en-US" altLang="en-US" dirty="0"/>
              <a:t> </a:t>
            </a:r>
          </a:p>
          <a:p>
            <a:pPr lvl="1">
              <a:buFont typeface="Wingdings" panose="05000000000000000000" pitchFamily="2" charset="2"/>
              <a:buChar char="§"/>
            </a:pPr>
            <a:r>
              <a:rPr lang="en-US" altLang="en-US" i="1" dirty="0"/>
              <a:t>Biology, Psychology, Geography</a:t>
            </a:r>
            <a:r>
              <a:rPr lang="en-US" altLang="en-US" dirty="0"/>
              <a:t>, Spanish</a:t>
            </a:r>
          </a:p>
          <a:p>
            <a:pPr lvl="1">
              <a:buFont typeface="Wingdings" panose="05000000000000000000" pitchFamily="2" charset="2"/>
              <a:buChar char="§"/>
            </a:pPr>
            <a:r>
              <a:rPr lang="en-US" altLang="en-US" i="1" dirty="0"/>
              <a:t>Biology, Computer Science, History, French</a:t>
            </a:r>
            <a:endParaRPr lang="en-US" altLang="en-US" dirty="0"/>
          </a:p>
          <a:p>
            <a:pPr lvl="1">
              <a:buFont typeface="Wingdings" panose="05000000000000000000" pitchFamily="2" charset="2"/>
              <a:buChar char="§"/>
            </a:pPr>
            <a:r>
              <a:rPr lang="en-US" altLang="en-US" i="1" dirty="0"/>
              <a:t>English, Psychology, Computer Science, History</a:t>
            </a:r>
          </a:p>
          <a:p>
            <a:pPr lvl="1">
              <a:buFont typeface="Wingdings" panose="05000000000000000000" pitchFamily="2" charset="2"/>
              <a:buChar char="§"/>
            </a:pPr>
            <a:r>
              <a:rPr lang="en-US" altLang="en-US" i="1" dirty="0"/>
              <a:t>Psychology, Chemistry, Computer Science, French</a:t>
            </a:r>
            <a:endParaRPr lang="en-US" altLang="en-US" dirty="0"/>
          </a:p>
          <a:p>
            <a:pPr lvl="1">
              <a:buFont typeface="Wingdings" panose="05000000000000000000" pitchFamily="2" charset="2"/>
              <a:buChar char="§"/>
            </a:pPr>
            <a:r>
              <a:rPr lang="en-US" altLang="en-US" i="1" dirty="0"/>
              <a:t>Psychology, Geography</a:t>
            </a:r>
            <a:r>
              <a:rPr lang="en-US" altLang="en-US" dirty="0"/>
              <a:t>, </a:t>
            </a:r>
            <a:r>
              <a:rPr lang="en-US" altLang="en-US" i="1" dirty="0"/>
              <a:t>History, Spanish</a:t>
            </a:r>
            <a:endParaRPr lang="en-US" altLang="en-US" dirty="0"/>
          </a:p>
          <a:p>
            <a:pPr lvl="1">
              <a:buFont typeface="Wingdings" panose="05000000000000000000" pitchFamily="2" charset="2"/>
              <a:buNone/>
            </a:pPr>
            <a:r>
              <a:rPr lang="en-US" altLang="en-US" dirty="0"/>
              <a:t>What is the minimum number of examination periods required for the exams in the ten courses specified so that students taking any of the given combinations of courses have no conflicts? Find a schedule that uses this minimum number of periods.  </a:t>
            </a:r>
          </a:p>
        </p:txBody>
      </p:sp>
    </p:spTree>
    <p:extLst>
      <p:ext uri="{BB962C8B-B14F-4D97-AF65-F5344CB8AC3E}">
        <p14:creationId xmlns:p14="http://schemas.microsoft.com/office/powerpoint/2010/main" val="31630428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113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6186</TotalTime>
  <Words>993</Words>
  <Application>Microsoft Office PowerPoint</Application>
  <PresentationFormat>Widescreen</PresentationFormat>
  <Paragraphs>126</Paragraphs>
  <Slides>32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Times New Roman</vt:lpstr>
      <vt:lpstr>Aptos Display</vt:lpstr>
      <vt:lpstr>Wingdings</vt:lpstr>
      <vt:lpstr>Calibri</vt:lpstr>
      <vt:lpstr>Arial</vt:lpstr>
      <vt:lpstr>Aptos</vt:lpstr>
      <vt:lpstr>Comic Sans MS</vt:lpstr>
      <vt:lpstr>Office Theme</vt:lpstr>
      <vt:lpstr>Designing and Analysis of Algorithms Course Code: ECS 5101/CS514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Backtracking Solution</vt:lpstr>
      <vt:lpstr>Pseudocode for Backtracking</vt:lpstr>
      <vt:lpstr>PowerPoint Presentation</vt:lpstr>
      <vt:lpstr>PowerPoint Presentation</vt:lpstr>
      <vt:lpstr>Time Complexity</vt:lpstr>
      <vt:lpstr>Visualization of Backtracking</vt:lpstr>
      <vt:lpstr>Advantages and Challenges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Coloring Graphs</vt:lpstr>
      <vt:lpstr>Coloring maps</vt:lpstr>
      <vt:lpstr>Coloring Graphs</vt:lpstr>
      <vt:lpstr>Coloring Planar Graphs</vt:lpstr>
      <vt:lpstr>An application of graph coloring in scheduling</vt:lpstr>
      <vt:lpstr>An application of graph coloring in exam scheduling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Rahul Mishra</cp:lastModifiedBy>
  <cp:revision>172</cp:revision>
  <dcterms:created xsi:type="dcterms:W3CDTF">2023-01-02T04:30:03Z</dcterms:created>
  <dcterms:modified xsi:type="dcterms:W3CDTF">2025-11-16T03:36:20Z</dcterms:modified>
</cp:coreProperties>
</file>